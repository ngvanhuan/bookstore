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9" r:id="rId1"/>
    <p:sldMasterId id="2147483710" r:id="rId2"/>
  </p:sldMasterIdLst>
  <p:notesMasterIdLst>
    <p:notesMasterId r:id="rId3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9144000" cy="5143500" type="screen16x9"/>
  <p:notesSz cx="6858000" cy="9144000"/>
  <p:embeddedFontLst>
    <p:embeddedFont>
      <p:font typeface="Pacifico" panose="020B0604020202020204" charset="0"/>
      <p:regular r:id="rId34"/>
    </p:embeddedFont>
    <p:embeddedFont>
      <p:font typeface="Fredoka" panose="020B0604020202020204" charset="-79"/>
      <p:regular r:id="rId35"/>
      <p:bold r:id="rId36"/>
    </p:embeddedFont>
    <p:embeddedFont>
      <p:font typeface="Hepta Slab SemiBold" panose="020B0604020202020204" charset="0"/>
      <p:regular r:id="rId37"/>
      <p:bold r:id="rId38"/>
    </p:embeddedFont>
    <p:embeddedFont>
      <p:font typeface="DM Sans" panose="020B0604020202020204" charset="0"/>
      <p:regular r:id="rId39"/>
      <p:bold r:id="rId40"/>
      <p:italic r:id="rId41"/>
      <p:boldItalic r:id="rId42"/>
    </p:embeddedFont>
    <p:embeddedFont>
      <p:font typeface="Glegoo" panose="020B0604020202020204" charset="0"/>
      <p:regular r:id="rId43"/>
      <p:bold r:id="rId44"/>
    </p:embeddedFont>
    <p:embeddedFont>
      <p:font typeface="DM Sans SemiBold" panose="020B0604020202020204" charset="0"/>
      <p:regular r:id="rId45"/>
      <p:bold r:id="rId46"/>
      <p:italic r:id="rId47"/>
      <p:boldItalic r:id="rId48"/>
    </p:embeddedFont>
    <p:embeddedFont>
      <p:font typeface="Hepta Slab" panose="020B0604020202020204" charset="0"/>
      <p:regular r:id="rId49"/>
      <p:bold r:id="rId50"/>
    </p:embeddedFont>
    <p:embeddedFont>
      <p:font typeface="DM Sans Medium" panose="020B0604020202020204"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80B75B5-BF9F-4554-AF7D-8764E741BC35}">
  <a:tblStyle styleId="{B80B75B5-BF9F-4554-AF7D-8764E741BC3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3" d="100"/>
          <a:sy n="143" d="100"/>
        </p:scale>
        <p:origin x="708" y="114"/>
      </p:cViewPr>
      <p:guideLst>
        <p:guide orient="horz" pos="1620"/>
        <p:guide pos="2880"/>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6.fntdata"/><Relationship Id="rId21" Type="http://schemas.openxmlformats.org/officeDocument/2006/relationships/slide" Target="slides/slide19.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font" Target="fonts/font17.fntdata"/><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font" Target="fonts/font20.fntdata"/><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font" Target="fonts/font18.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8.xml"/><Relationship Id="rId41" Type="http://schemas.openxmlformats.org/officeDocument/2006/relationships/font" Target="fonts/font8.fntdata"/><Relationship Id="rId54" Type="http://schemas.openxmlformats.org/officeDocument/2006/relationships/font" Target="fonts/font21.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3.fntdata"/><Relationship Id="rId49" Type="http://schemas.openxmlformats.org/officeDocument/2006/relationships/font" Target="fonts/font16.fntdata"/><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11.fntdata"/><Relationship Id="rId52" Type="http://schemas.openxmlformats.org/officeDocument/2006/relationships/font" Target="fonts/font1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5"/>
        <p:cNvGrpSpPr/>
        <p:nvPr/>
      </p:nvGrpSpPr>
      <p:grpSpPr>
        <a:xfrm>
          <a:off x="0" y="0"/>
          <a:ext cx="0" cy="0"/>
          <a:chOff x="0" y="0"/>
          <a:chExt cx="0" cy="0"/>
        </a:xfrm>
      </p:grpSpPr>
      <p:sp>
        <p:nvSpPr>
          <p:cNvPr id="1646" name="Google Shape;1646;SLIDES_API668082633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7" name="Google Shape;1647;SLIDES_API66808263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3"/>
        <p:cNvGrpSpPr/>
        <p:nvPr/>
      </p:nvGrpSpPr>
      <p:grpSpPr>
        <a:xfrm>
          <a:off x="0" y="0"/>
          <a:ext cx="0" cy="0"/>
          <a:chOff x="0" y="0"/>
          <a:chExt cx="0" cy="0"/>
        </a:xfrm>
      </p:grpSpPr>
      <p:sp>
        <p:nvSpPr>
          <p:cNvPr id="1654" name="Google Shape;1654;g35e676f9976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5" name="Google Shape;1655;g35e676f9976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9"/>
        <p:cNvGrpSpPr/>
        <p:nvPr/>
      </p:nvGrpSpPr>
      <p:grpSpPr>
        <a:xfrm>
          <a:off x="0" y="0"/>
          <a:ext cx="0" cy="0"/>
          <a:chOff x="0" y="0"/>
          <a:chExt cx="0" cy="0"/>
        </a:xfrm>
      </p:grpSpPr>
      <p:sp>
        <p:nvSpPr>
          <p:cNvPr id="1660" name="Google Shape;1660;g35e7ed40b1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1" name="Google Shape;1661;g35e7ed40b1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9"/>
        <p:cNvGrpSpPr/>
        <p:nvPr/>
      </p:nvGrpSpPr>
      <p:grpSpPr>
        <a:xfrm>
          <a:off x="0" y="0"/>
          <a:ext cx="0" cy="0"/>
          <a:chOff x="0" y="0"/>
          <a:chExt cx="0" cy="0"/>
        </a:xfrm>
      </p:grpSpPr>
      <p:sp>
        <p:nvSpPr>
          <p:cNvPr id="1670" name="Google Shape;1670;g35e676f997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1" name="Google Shape;1671;g35e676f9976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vi" sz="1400"/>
              <a:t>Sự phát triển mạnh mẽ của công nghệ thông tin: Ngày nay, sự phát triển mạnh mẽ của công nghệ thông tin và thương mại điện tử. Các hoạt động mua bán truyền thống đang dần được thay thế bởi các hình thức giao dịch trực tuyến. Thương mại điện tử đã và đang trở thành xu thế tất yếu trong nền kinh tế số.</a:t>
            </a:r>
            <a:endParaRPr sz="1400"/>
          </a:p>
          <a:p>
            <a:pPr marL="457200" lvl="0" indent="-317500" algn="l" rtl="0">
              <a:spcBef>
                <a:spcPts val="0"/>
              </a:spcBef>
              <a:spcAft>
                <a:spcPts val="0"/>
              </a:spcAft>
              <a:buSzPts val="1400"/>
              <a:buChar char="-"/>
            </a:pPr>
            <a:r>
              <a:rPr lang="vi" sz="1400"/>
              <a:t>Nhu cầu thị trường: Cần một kênh giúp người dùng tiết kiệm thời gian, dễ dàng tìm kiếm và so sánh sản phẩm. Đóng vai trò quan trọng trong việc nâng cao hiệu quả kinh doanh, tiết kiệm chi phí vận hành và mở rộng thị trường.</a:t>
            </a:r>
            <a:endParaRPr sz="1400"/>
          </a:p>
          <a:p>
            <a:pPr marL="457200" lvl="0" indent="-317500" algn="l" rtl="0">
              <a:spcBef>
                <a:spcPts val="0"/>
              </a:spcBef>
              <a:spcAft>
                <a:spcPts val="0"/>
              </a:spcAft>
              <a:buSzPts val="1400"/>
              <a:buChar char="-"/>
            </a:pPr>
            <a:r>
              <a:rPr lang="vi" sz="1400"/>
              <a:t>Ứng dụng kiến thức: Đây là cơ hội áp dụng kiến thức về lập trình web, cơ sở dữ liệu, phân tích -  thiết kế hệ thống.</a:t>
            </a:r>
            <a:endParaRPr sz="1400"/>
          </a:p>
          <a:p>
            <a:pPr marL="457200" lvl="0" indent="-317500" algn="l" rtl="0">
              <a:spcBef>
                <a:spcPts val="0"/>
              </a:spcBef>
              <a:spcAft>
                <a:spcPts val="0"/>
              </a:spcAft>
              <a:buSzPts val="1400"/>
              <a:buChar char="-"/>
            </a:pPr>
            <a:r>
              <a:rPr lang="vi" sz="1400"/>
              <a:t>Phát triển kỹ năng tư duy logic, giải quyết vấn đề, nâng cao kỹ năng lập trình.</a:t>
            </a:r>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6"/>
        <p:cNvGrpSpPr/>
        <p:nvPr/>
      </p:nvGrpSpPr>
      <p:grpSpPr>
        <a:xfrm>
          <a:off x="0" y="0"/>
          <a:ext cx="0" cy="0"/>
          <a:chOff x="0" y="0"/>
          <a:chExt cx="0" cy="0"/>
        </a:xfrm>
      </p:grpSpPr>
      <p:sp>
        <p:nvSpPr>
          <p:cNvPr id="1677" name="Google Shape;1677;SLIDES_API668082633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8" name="Google Shape;1678;SLIDES_API668082633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vi" sz="1400">
                <a:solidFill>
                  <a:schemeClr val="dk1"/>
                </a:solidFill>
              </a:rPr>
              <a:t>Xây dựng trang web bán sách trực tuyến đáp ứng đầy đủ các yêu cầu đặt ra.</a:t>
            </a:r>
            <a:endParaRPr sz="1400">
              <a:solidFill>
                <a:schemeClr val="dk1"/>
              </a:solidFill>
            </a:endParaRPr>
          </a:p>
          <a:p>
            <a:pPr marL="457200" lvl="0" indent="-317500" algn="l" rtl="0">
              <a:spcBef>
                <a:spcPts val="0"/>
              </a:spcBef>
              <a:spcAft>
                <a:spcPts val="0"/>
              </a:spcAft>
              <a:buSzPts val="1400"/>
              <a:buChar char="-"/>
            </a:pPr>
            <a:r>
              <a:rPr lang="vi" sz="1400">
                <a:solidFill>
                  <a:schemeClr val="dk1"/>
                </a:solidFill>
              </a:rPr>
              <a:t>Áp dụng các kiến thức đã học về lập trình web, cơ sở dữ liệu, mô hình MVC,.. vào sản phẩm thực tế. </a:t>
            </a:r>
            <a:endParaRPr sz="1400">
              <a:solidFill>
                <a:schemeClr val="dk1"/>
              </a:solidFill>
            </a:endParaRPr>
          </a:p>
          <a:p>
            <a:pPr marL="457200" lvl="0" indent="-317500" algn="l" rtl="0">
              <a:spcBef>
                <a:spcPts val="0"/>
              </a:spcBef>
              <a:spcAft>
                <a:spcPts val="0"/>
              </a:spcAft>
              <a:buSzPts val="1400"/>
              <a:buChar char="-"/>
            </a:pPr>
            <a:r>
              <a:rPr lang="vi" sz="1400">
                <a:solidFill>
                  <a:schemeClr val="dk1"/>
                </a:solidFill>
              </a:rPr>
              <a:t>Tăng cường khả năng lập trình thực hành, làm quen với môi trường phát triển Visual Studio, ngôn ngữ C#, và thao tác với hệ quản trị cơ sở dữ liệu SQL Server.</a:t>
            </a:r>
            <a:endParaRPr sz="1400">
              <a:solidFill>
                <a:schemeClr val="dk1"/>
              </a:solidFill>
            </a:endParaRPr>
          </a:p>
          <a:p>
            <a:pPr marL="457200" lvl="0" indent="-317500" algn="l" rtl="0">
              <a:spcBef>
                <a:spcPts val="0"/>
              </a:spcBef>
              <a:spcAft>
                <a:spcPts val="0"/>
              </a:spcAft>
              <a:buSzPts val="1400"/>
              <a:buChar char="-"/>
            </a:pPr>
            <a:r>
              <a:rPr lang="vi" sz="1400">
                <a:solidFill>
                  <a:schemeClr val="dk1"/>
                </a:solidFill>
              </a:rPr>
              <a:t>Rèn luyện kỹ năng phân tích và thiết kế hệ thống, từ việc khảo sát nhu cầu, xác định chức năng chính đến thiết kế giao diện người dùng. </a:t>
            </a:r>
            <a:endParaRPr sz="1400">
              <a:solidFill>
                <a:schemeClr val="dk1"/>
              </a:solidFill>
            </a:endParaRPr>
          </a:p>
          <a:p>
            <a:pPr marL="457200" lvl="0" indent="-317500" algn="l" rtl="0">
              <a:spcBef>
                <a:spcPts val="0"/>
              </a:spcBef>
              <a:spcAft>
                <a:spcPts val="0"/>
              </a:spcAft>
              <a:buSzPts val="1400"/>
              <a:buChar char="-"/>
            </a:pPr>
            <a:r>
              <a:rPr lang="vi" sz="1400">
                <a:solidFill>
                  <a:schemeClr val="dk1"/>
                </a:solidFill>
              </a:rPr>
              <a:t>Hiểu rõ quy trình phát triển phần mềm. Định hướng phát triển kỹ năng nghề nghiệp trong lĩnh vực lập trình web.</a:t>
            </a:r>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3"/>
        <p:cNvGrpSpPr/>
        <p:nvPr/>
      </p:nvGrpSpPr>
      <p:grpSpPr>
        <a:xfrm>
          <a:off x="0" y="0"/>
          <a:ext cx="0" cy="0"/>
          <a:chOff x="0" y="0"/>
          <a:chExt cx="0" cy="0"/>
        </a:xfrm>
      </p:grpSpPr>
      <p:sp>
        <p:nvSpPr>
          <p:cNvPr id="1684" name="Google Shape;1684;SLIDES_API668082633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5" name="Google Shape;1685;SLIDES_API668082633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1200"/>
              </a:spcBef>
              <a:spcAft>
                <a:spcPts val="0"/>
              </a:spcAft>
              <a:buClr>
                <a:schemeClr val="dk1"/>
              </a:buClr>
              <a:buSzPts val="1400"/>
              <a:buChar char="-"/>
            </a:pPr>
            <a:r>
              <a:rPr lang="vi" sz="1400">
                <a:solidFill>
                  <a:schemeClr val="dk1"/>
                </a:solidFill>
              </a:rPr>
              <a:t>Quy trình hoạt động của hệ thống thương mại điện tử cơ bản: đăng ký – đăng nhập – đặt hàng – xử lý đơn – cập nhật trạng thái.</a:t>
            </a:r>
            <a:endParaRPr sz="1400">
              <a:solidFill>
                <a:schemeClr val="dk1"/>
              </a:solidFill>
            </a:endParaRPr>
          </a:p>
          <a:p>
            <a:pPr marL="0" lvl="0" indent="0" algn="l" rtl="0">
              <a:lnSpc>
                <a:spcPct val="115000"/>
              </a:lnSpc>
              <a:spcBef>
                <a:spcPts val="1200"/>
              </a:spcBef>
              <a:spcAft>
                <a:spcPts val="0"/>
              </a:spcAft>
              <a:buNone/>
            </a:pPr>
            <a:endParaRPr sz="1400">
              <a:solidFill>
                <a:schemeClr val="dk1"/>
              </a:solidFill>
            </a:endParaRPr>
          </a:p>
          <a:p>
            <a:pPr marL="457200" lvl="0" indent="-317500" algn="l" rtl="0">
              <a:lnSpc>
                <a:spcPct val="115000"/>
              </a:lnSpc>
              <a:spcBef>
                <a:spcPts val="1200"/>
              </a:spcBef>
              <a:spcAft>
                <a:spcPts val="0"/>
              </a:spcAft>
              <a:buClr>
                <a:schemeClr val="dk1"/>
              </a:buClr>
              <a:buSzPts val="1400"/>
              <a:buChar char="-"/>
            </a:pPr>
            <a:r>
              <a:rPr lang="vi" sz="1400">
                <a:solidFill>
                  <a:schemeClr val="dk1"/>
                </a:solidFill>
              </a:rPr>
              <a:t>Tập trung vào các chức năng cơ bản và cần thiết của hệ thống như quản lý sản phẩm, giỏ hàng, đơn hàng,...</a:t>
            </a:r>
            <a:endParaRPr sz="14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0"/>
        <p:cNvGrpSpPr/>
        <p:nvPr/>
      </p:nvGrpSpPr>
      <p:grpSpPr>
        <a:xfrm>
          <a:off x="0" y="0"/>
          <a:ext cx="0" cy="0"/>
          <a:chOff x="0" y="0"/>
          <a:chExt cx="0" cy="0"/>
        </a:xfrm>
      </p:grpSpPr>
      <p:sp>
        <p:nvSpPr>
          <p:cNvPr id="1691" name="Google Shape;1691;SLIDES_API668082633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2" name="Google Shape;1692;SLIDES_API668082633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1"/>
        <p:cNvGrpSpPr/>
        <p:nvPr/>
      </p:nvGrpSpPr>
      <p:grpSpPr>
        <a:xfrm>
          <a:off x="0" y="0"/>
          <a:ext cx="0" cy="0"/>
          <a:chOff x="0" y="0"/>
          <a:chExt cx="0" cy="0"/>
        </a:xfrm>
      </p:grpSpPr>
      <p:sp>
        <p:nvSpPr>
          <p:cNvPr id="1702" name="Google Shape;1702;SLIDES_API668082633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3" name="Google Shape;1703;SLIDES_API668082633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sz="1400"/>
              <a:t>Thương mại điện tử (Electronic Commerce – E-commerce) là hình thức giao dịch mua bán hàng hóa, dịch vụ và truyền tải thông tin thông qua mạng Internet.</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vi" sz="1400"/>
              <a:t>•	B2C (Business to Customer): Doanh nghiệp bán hàng trực tiếp cho người tiêu dùng (ví dụ: Tiki, Shopee).</a:t>
            </a:r>
            <a:endParaRPr sz="1400"/>
          </a:p>
          <a:p>
            <a:pPr marL="0" lvl="0" indent="0" algn="l" rtl="0">
              <a:spcBef>
                <a:spcPts val="0"/>
              </a:spcBef>
              <a:spcAft>
                <a:spcPts val="0"/>
              </a:spcAft>
              <a:buNone/>
            </a:pPr>
            <a:r>
              <a:rPr lang="vi" sz="1400"/>
              <a:t>•	B2B (Business to Business): Doanh nghiệp giao dịch với doanh nghiệp khác (ví dụ: Alibaba).</a:t>
            </a:r>
            <a:endParaRPr sz="1400"/>
          </a:p>
          <a:p>
            <a:pPr marL="0" lvl="0" indent="0" algn="l" rtl="0">
              <a:spcBef>
                <a:spcPts val="0"/>
              </a:spcBef>
              <a:spcAft>
                <a:spcPts val="0"/>
              </a:spcAft>
              <a:buNone/>
            </a:pPr>
            <a:r>
              <a:rPr lang="vi" sz="1400"/>
              <a:t>•	C2C (Customer to Customer): Người tiêu dùng giao dịch với nhau thông qua nền tảng trung gian (ví dụ: Chợ Tốt, eBay).</a:t>
            </a:r>
            <a:endParaRPr sz="1400"/>
          </a:p>
          <a:p>
            <a:pPr marL="0" lvl="0" indent="0" algn="l" rtl="0">
              <a:spcBef>
                <a:spcPts val="0"/>
              </a:spcBef>
              <a:spcAft>
                <a:spcPts val="0"/>
              </a:spcAft>
              <a:buNone/>
            </a:pPr>
            <a:r>
              <a:rPr lang="vi" sz="1400"/>
              <a:t>•	C2B (Customer to Business): Người tiêu dùng cung cấp sản phẩm/dịch vụ cho doanh nghiệp.</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vi" sz="1400"/>
              <a:t>Lợi ích: </a:t>
            </a:r>
            <a:r>
              <a:rPr lang="vi" sz="1400">
                <a:solidFill>
                  <a:schemeClr val="dk1"/>
                </a:solidFill>
              </a:rPr>
              <a:t>Mở rộng thị trường, Tiết kiệm chi phí vận hành (mặt bằng, nhân lực…), Mua bán diễn ra mọi lúc, mọi nơi (24/7),  Dễ dàng quảng bá sản phẩm, chăm sóc khách hàng.</a:t>
            </a:r>
            <a:endParaRPr sz="1400">
              <a:solidFill>
                <a:schemeClr val="dk1"/>
              </a:solidFill>
            </a:endParaRPr>
          </a:p>
          <a:p>
            <a:pPr marL="0" lvl="0" indent="0" algn="l" rtl="0">
              <a:spcBef>
                <a:spcPts val="0"/>
              </a:spcBef>
              <a:spcAft>
                <a:spcPts val="0"/>
              </a:spcAft>
              <a:buNone/>
            </a:pPr>
            <a:r>
              <a:rPr lang="vi" sz="1400">
                <a:solidFill>
                  <a:schemeClr val="dk1"/>
                </a:solidFill>
              </a:rPr>
              <a:t>Thách thức: Cạnh tranh cao, Yêu cầu cao về bảo mật thông tin và thanh toán. Đòi hỏi kỹ năng công nghệ từ cả người bán lẫn người mua.</a:t>
            </a:r>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8"/>
        <p:cNvGrpSpPr/>
        <p:nvPr/>
      </p:nvGrpSpPr>
      <p:grpSpPr>
        <a:xfrm>
          <a:off x="0" y="0"/>
          <a:ext cx="0" cy="0"/>
          <a:chOff x="0" y="0"/>
          <a:chExt cx="0" cy="0"/>
        </a:xfrm>
      </p:grpSpPr>
      <p:sp>
        <p:nvSpPr>
          <p:cNvPr id="1709" name="Google Shape;1709;SLIDES_API668082633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0" name="Google Shape;1710;SLIDES_API668082633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7"/>
        <p:cNvGrpSpPr/>
        <p:nvPr/>
      </p:nvGrpSpPr>
      <p:grpSpPr>
        <a:xfrm>
          <a:off x="0" y="0"/>
          <a:ext cx="0" cy="0"/>
          <a:chOff x="0" y="0"/>
          <a:chExt cx="0" cy="0"/>
        </a:xfrm>
      </p:grpSpPr>
      <p:sp>
        <p:nvSpPr>
          <p:cNvPr id="1718" name="Google Shape;1718;SLIDES_API668082633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9" name="Google Shape;1719;SLIDES_API668082633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vi" sz="1400"/>
              <a:t>ASP.NET là một nền tảng phát triển ứng dụng web mã nguồn mở được phát triển bởi Microsoft. Nó cho phép lập trình viên xây dựng các website, ứng dụng web và dịch vụ web động với hiệu năng cao. ASP.NET hoạt động trên nền tảng .NET và hỗ trợ nhiều ngôn ngữ lập trình, trong đó phổ biến nhất là C#.</a:t>
            </a:r>
            <a:endParaRPr sz="1400"/>
          </a:p>
          <a:p>
            <a:pPr marL="0" lvl="0" indent="0" algn="l" rtl="0">
              <a:lnSpc>
                <a:spcPct val="115000"/>
              </a:lnSpc>
              <a:spcBef>
                <a:spcPts val="1200"/>
              </a:spcBef>
              <a:spcAft>
                <a:spcPts val="0"/>
              </a:spcAft>
              <a:buNone/>
            </a:pPr>
            <a:r>
              <a:rPr lang="vi" sz="1400"/>
              <a:t>ASP.NET cung cấp nhiều công nghệ để phát triển web, bao gồm: Web Forms, MVC và ASP.NET Core.</a:t>
            </a:r>
            <a:endParaRPr sz="1400"/>
          </a:p>
          <a:p>
            <a:pPr marL="0" lvl="0" indent="0" algn="l" rtl="0">
              <a:lnSpc>
                <a:spcPct val="115000"/>
              </a:lnSpc>
              <a:spcBef>
                <a:spcPts val="1200"/>
              </a:spcBef>
              <a:spcAft>
                <a:spcPts val="0"/>
              </a:spcAft>
              <a:buNone/>
            </a:pPr>
            <a:r>
              <a:rPr lang="vi" sz="1400"/>
              <a:t>Kiến trúc mô hình MVC trong ASP.NET:</a:t>
            </a:r>
            <a:endParaRPr sz="1400"/>
          </a:p>
          <a:p>
            <a:pPr marL="0" lvl="0" indent="0" algn="l" rtl="0">
              <a:lnSpc>
                <a:spcPct val="115000"/>
              </a:lnSpc>
              <a:spcBef>
                <a:spcPts val="1200"/>
              </a:spcBef>
              <a:spcAft>
                <a:spcPts val="0"/>
              </a:spcAft>
              <a:buNone/>
            </a:pPr>
            <a:r>
              <a:rPr lang="vi" sz="1400">
                <a:solidFill>
                  <a:schemeClr val="dk1"/>
                </a:solidFill>
              </a:rPr>
              <a:t>MVC là viết tắt của Model – View – Controller, là một mô hình thiết kế phần mềm giúp tổ chức mã nguồn một cách rõ ràng và dễ bảo trì.</a:t>
            </a:r>
            <a:endParaRPr sz="1400">
              <a:solidFill>
                <a:schemeClr val="dk1"/>
              </a:solidFill>
            </a:endParaRPr>
          </a:p>
          <a:p>
            <a:pPr marL="457200" lvl="0" indent="-317500" algn="l" rtl="0">
              <a:lnSpc>
                <a:spcPct val="115000"/>
              </a:lnSpc>
              <a:spcBef>
                <a:spcPts val="1200"/>
              </a:spcBef>
              <a:spcAft>
                <a:spcPts val="0"/>
              </a:spcAft>
              <a:buClr>
                <a:schemeClr val="dk1"/>
              </a:buClr>
              <a:buSzPts val="1400"/>
              <a:buChar char="-"/>
            </a:pPr>
            <a:r>
              <a:rPr lang="vi" sz="1400">
                <a:solidFill>
                  <a:schemeClr val="dk1"/>
                </a:solidFill>
              </a:rPr>
              <a:t>Model: Đại diện cho dữ liệu và các logic xử lý nghiệp vụ (business logic). Ví dụ: thông tin sách, người dùng, đơn hàng…</a:t>
            </a:r>
            <a:endParaRPr sz="1400">
              <a:solidFill>
                <a:schemeClr val="dk1"/>
              </a:solidFill>
            </a:endParaRPr>
          </a:p>
          <a:p>
            <a:pPr marL="457200" lvl="0" indent="-317500" algn="l" rtl="0">
              <a:lnSpc>
                <a:spcPct val="115000"/>
              </a:lnSpc>
              <a:spcBef>
                <a:spcPts val="0"/>
              </a:spcBef>
              <a:spcAft>
                <a:spcPts val="0"/>
              </a:spcAft>
              <a:buClr>
                <a:schemeClr val="dk1"/>
              </a:buClr>
              <a:buSzPts val="1400"/>
              <a:buChar char="-"/>
            </a:pPr>
            <a:r>
              <a:rPr lang="vi" sz="1400">
                <a:solidFill>
                  <a:schemeClr val="dk1"/>
                </a:solidFill>
              </a:rPr>
              <a:t>View: Là giao diện người dùng – nơi hiển thị dữ liệu và nhận tương tác từ người dùng.</a:t>
            </a:r>
            <a:endParaRPr sz="1400">
              <a:solidFill>
                <a:schemeClr val="dk1"/>
              </a:solidFill>
            </a:endParaRPr>
          </a:p>
          <a:p>
            <a:pPr marL="457200" lvl="0" indent="-317500" algn="l" rtl="0">
              <a:lnSpc>
                <a:spcPct val="115000"/>
              </a:lnSpc>
              <a:spcBef>
                <a:spcPts val="0"/>
              </a:spcBef>
              <a:spcAft>
                <a:spcPts val="0"/>
              </a:spcAft>
              <a:buClr>
                <a:schemeClr val="dk1"/>
              </a:buClr>
              <a:buSzPts val="1400"/>
              <a:buChar char="-"/>
            </a:pPr>
            <a:r>
              <a:rPr lang="vi" sz="1400">
                <a:solidFill>
                  <a:schemeClr val="dk1"/>
                </a:solidFill>
              </a:rPr>
              <a:t>Controller: Là cầu nối giữa Model và View. Controller nhận yêu cầu từ người dùng, xử lý logic (nếu cần), tương tác với Model rồi trả về View phù hợp.</a:t>
            </a:r>
            <a:endParaRPr sz="1400">
              <a:solidFill>
                <a:schemeClr val="dk1"/>
              </a:solidFill>
            </a:endParaRPr>
          </a:p>
          <a:p>
            <a:pPr marL="0" lvl="0" indent="0" algn="l" rtl="0">
              <a:lnSpc>
                <a:spcPct val="115000"/>
              </a:lnSpc>
              <a:spcBef>
                <a:spcPts val="1200"/>
              </a:spcBef>
              <a:spcAft>
                <a:spcPts val="0"/>
              </a:spcAft>
              <a:buNone/>
            </a:pPr>
            <a:r>
              <a:rPr lang="vi" sz="1400">
                <a:solidFill>
                  <a:schemeClr val="dk1"/>
                </a:solidFill>
              </a:rPr>
              <a:t>Lợi ích của MVC:</a:t>
            </a:r>
            <a:endParaRPr sz="1400">
              <a:solidFill>
                <a:schemeClr val="dk1"/>
              </a:solidFill>
            </a:endParaRPr>
          </a:p>
          <a:p>
            <a:pPr marL="457200" lvl="0" indent="-317500" algn="l" rtl="0">
              <a:lnSpc>
                <a:spcPct val="115000"/>
              </a:lnSpc>
              <a:spcBef>
                <a:spcPts val="1200"/>
              </a:spcBef>
              <a:spcAft>
                <a:spcPts val="0"/>
              </a:spcAft>
              <a:buClr>
                <a:srgbClr val="595959"/>
              </a:buClr>
              <a:buSzPts val="1400"/>
              <a:buChar char="-"/>
            </a:pPr>
            <a:r>
              <a:rPr lang="vi" sz="1400">
                <a:solidFill>
                  <a:srgbClr val="595959"/>
                </a:solidFill>
              </a:rPr>
              <a:t>Tách biệt các mối quan tâm: Tạo điều kiện quản lý và kiểm tra dễ dàng hơn.</a:t>
            </a:r>
            <a:endParaRPr sz="1400">
              <a:solidFill>
                <a:srgbClr val="595959"/>
              </a:solidFill>
            </a:endParaRPr>
          </a:p>
          <a:p>
            <a:pPr marL="457200" lvl="0" indent="-317500" algn="l" rtl="0">
              <a:lnSpc>
                <a:spcPct val="115000"/>
              </a:lnSpc>
              <a:spcBef>
                <a:spcPts val="0"/>
              </a:spcBef>
              <a:spcAft>
                <a:spcPts val="0"/>
              </a:spcAft>
              <a:buClr>
                <a:srgbClr val="595959"/>
              </a:buClr>
              <a:buSzPts val="1400"/>
              <a:buChar char="-"/>
            </a:pPr>
            <a:r>
              <a:rPr lang="vi" sz="1400">
                <a:solidFill>
                  <a:srgbClr val="595959"/>
                </a:solidFill>
              </a:rPr>
              <a:t>Tái sử dụng mã: Thúc đẩy khả năng tái sử dụng và cộng tác nhóm.</a:t>
            </a:r>
            <a:endParaRPr sz="1400">
              <a:solidFill>
                <a:schemeClr val="dk1"/>
              </a:solidFill>
            </a:endParaRPr>
          </a:p>
          <a:p>
            <a:pPr marL="0" lvl="0" indent="0" algn="l" rtl="0">
              <a:lnSpc>
                <a:spcPct val="115000"/>
              </a:lnSpc>
              <a:spcBef>
                <a:spcPts val="1200"/>
              </a:spcBef>
              <a:spcAft>
                <a:spcPts val="0"/>
              </a:spcAft>
              <a:buNone/>
            </a:pPr>
            <a:r>
              <a:rPr lang="vi" sz="1400"/>
              <a:t>Ứng dụng trong đề tài:</a:t>
            </a:r>
            <a:endParaRPr sz="1400"/>
          </a:p>
          <a:p>
            <a:pPr marL="457200" lvl="0" indent="-317500" algn="l" rtl="0">
              <a:lnSpc>
                <a:spcPct val="115000"/>
              </a:lnSpc>
              <a:spcBef>
                <a:spcPts val="1200"/>
              </a:spcBef>
              <a:spcAft>
                <a:spcPts val="0"/>
              </a:spcAft>
              <a:buSzPts val="1400"/>
              <a:buChar char="-"/>
            </a:pPr>
            <a:r>
              <a:rPr lang="vi" sz="1400"/>
              <a:t>Tách riêng phần giao diện người dùng (hiển thị sách, giỏ hàng...) khỏi phần xử lý logic (thêm vào giỏ, đặt hàng...) và dữ liệu (sách, người dùng, đơn hàng...).</a:t>
            </a:r>
            <a:endParaRPr sz="1400"/>
          </a:p>
          <a:p>
            <a:pPr marL="457200" lvl="0" indent="-317500" algn="l" rtl="0">
              <a:lnSpc>
                <a:spcPct val="115000"/>
              </a:lnSpc>
              <a:spcBef>
                <a:spcPts val="0"/>
              </a:spcBef>
              <a:spcAft>
                <a:spcPts val="0"/>
              </a:spcAft>
              <a:buSzPts val="1400"/>
              <a:buChar char="-"/>
            </a:pPr>
            <a:r>
              <a:rPr lang="vi" sz="1400"/>
              <a:t>Dễ dàng bảo trì, phát triển thêm chức năng như lọc sách, quản lý người dùng, hoặc nâng cấp tính năng trong tương lai.</a:t>
            </a:r>
            <a:endParaRPr sz="1400"/>
          </a:p>
          <a:p>
            <a:pPr marL="0" lvl="0" indent="0" algn="l" rtl="0">
              <a:lnSpc>
                <a:spcPct val="115000"/>
              </a:lnSpc>
              <a:spcBef>
                <a:spcPts val="1200"/>
              </a:spcBef>
              <a:spcAft>
                <a:spcPts val="1200"/>
              </a:spcAft>
              <a:buNone/>
            </a:pPr>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4"/>
        <p:cNvGrpSpPr/>
        <p:nvPr/>
      </p:nvGrpSpPr>
      <p:grpSpPr>
        <a:xfrm>
          <a:off x="0" y="0"/>
          <a:ext cx="0" cy="0"/>
          <a:chOff x="0" y="0"/>
          <a:chExt cx="0" cy="0"/>
        </a:xfrm>
      </p:grpSpPr>
      <p:sp>
        <p:nvSpPr>
          <p:cNvPr id="1725" name="Google Shape;1725;SLIDES_API668082633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6" name="Google Shape;1726;SLIDES_API668082633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
              <a:t>SQL Server là một hệ quản trị cơ sở dữ liệu quan hệ (RDBMS) được phát triển bởi Microsoft. Nó được sử dụng rộng rãi trong các ứng dụng web, doanh nghiệp và các hệ thống cần lưu trữ, quản lý và truy xuất dữ liệu một cách hiệu quả. SQL Server hỗ trợ SQL (Structured Query Language) để thực hiện các thao tác như truy vấn, thêm, sửa, xóa và cập nhật dữ liệu.</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1"/>
        <p:cNvGrpSpPr/>
        <p:nvPr/>
      </p:nvGrpSpPr>
      <p:grpSpPr>
        <a:xfrm>
          <a:off x="0" y="0"/>
          <a:ext cx="0" cy="0"/>
          <a:chOff x="0" y="0"/>
          <a:chExt cx="0" cy="0"/>
        </a:xfrm>
      </p:grpSpPr>
      <p:sp>
        <p:nvSpPr>
          <p:cNvPr id="1732" name="Google Shape;1732;SLIDES_API668082633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3" name="Google Shape;1733;SLIDES_API668082633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0"/>
        <p:cNvGrpSpPr/>
        <p:nvPr/>
      </p:nvGrpSpPr>
      <p:grpSpPr>
        <a:xfrm>
          <a:off x="0" y="0"/>
          <a:ext cx="0" cy="0"/>
          <a:chOff x="0" y="0"/>
          <a:chExt cx="0" cy="0"/>
        </a:xfrm>
      </p:grpSpPr>
      <p:sp>
        <p:nvSpPr>
          <p:cNvPr id="1741" name="Google Shape;1741;SLIDES_API668082633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2" name="Google Shape;1742;SLIDES_API668082633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6"/>
        <p:cNvGrpSpPr/>
        <p:nvPr/>
      </p:nvGrpSpPr>
      <p:grpSpPr>
        <a:xfrm>
          <a:off x="0" y="0"/>
          <a:ext cx="0" cy="0"/>
          <a:chOff x="0" y="0"/>
          <a:chExt cx="0" cy="0"/>
        </a:xfrm>
      </p:grpSpPr>
      <p:sp>
        <p:nvSpPr>
          <p:cNvPr id="1747" name="Google Shape;1747;g35e7ed40b19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8" name="Google Shape;1748;g35e7ed40b19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SLIDES_API668082633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4" name="Google Shape;1754;SLIDES_API668082633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9"/>
        <p:cNvGrpSpPr/>
        <p:nvPr/>
      </p:nvGrpSpPr>
      <p:grpSpPr>
        <a:xfrm>
          <a:off x="0" y="0"/>
          <a:ext cx="0" cy="0"/>
          <a:chOff x="0" y="0"/>
          <a:chExt cx="0" cy="0"/>
        </a:xfrm>
      </p:grpSpPr>
      <p:sp>
        <p:nvSpPr>
          <p:cNvPr id="1760" name="Google Shape;1760;SLIDES_API668082633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1" name="Google Shape;1761;SLIDES_API668082633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5"/>
        <p:cNvGrpSpPr/>
        <p:nvPr/>
      </p:nvGrpSpPr>
      <p:grpSpPr>
        <a:xfrm>
          <a:off x="0" y="0"/>
          <a:ext cx="0" cy="0"/>
          <a:chOff x="0" y="0"/>
          <a:chExt cx="0" cy="0"/>
        </a:xfrm>
      </p:grpSpPr>
      <p:sp>
        <p:nvSpPr>
          <p:cNvPr id="1766" name="Google Shape;1766;SLIDES_API668082633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7" name="Google Shape;1767;SLIDES_API668082633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4"/>
        <p:cNvGrpSpPr/>
        <p:nvPr/>
      </p:nvGrpSpPr>
      <p:grpSpPr>
        <a:xfrm>
          <a:off x="0" y="0"/>
          <a:ext cx="0" cy="0"/>
          <a:chOff x="0" y="0"/>
          <a:chExt cx="0" cy="0"/>
        </a:xfrm>
      </p:grpSpPr>
      <p:sp>
        <p:nvSpPr>
          <p:cNvPr id="1775" name="Google Shape;1775;SLIDES_API668082633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6" name="Google Shape;1776;SLIDES_API668082633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1"/>
        <p:cNvGrpSpPr/>
        <p:nvPr/>
      </p:nvGrpSpPr>
      <p:grpSpPr>
        <a:xfrm>
          <a:off x="0" y="0"/>
          <a:ext cx="0" cy="0"/>
          <a:chOff x="0" y="0"/>
          <a:chExt cx="0" cy="0"/>
        </a:xfrm>
      </p:grpSpPr>
      <p:sp>
        <p:nvSpPr>
          <p:cNvPr id="1782" name="Google Shape;1782;SLIDES_API668082633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3" name="Google Shape;1783;SLIDES_API668082633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8"/>
        <p:cNvGrpSpPr/>
        <p:nvPr/>
      </p:nvGrpSpPr>
      <p:grpSpPr>
        <a:xfrm>
          <a:off x="0" y="0"/>
          <a:ext cx="0" cy="0"/>
          <a:chOff x="0" y="0"/>
          <a:chExt cx="0" cy="0"/>
        </a:xfrm>
      </p:grpSpPr>
      <p:sp>
        <p:nvSpPr>
          <p:cNvPr id="1789" name="Google Shape;1789;g35e7ed40b19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0" name="Google Shape;1790;g35e7ed40b19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4"/>
        <p:cNvGrpSpPr/>
        <p:nvPr/>
      </p:nvGrpSpPr>
      <p:grpSpPr>
        <a:xfrm>
          <a:off x="0" y="0"/>
          <a:ext cx="0" cy="0"/>
          <a:chOff x="0" y="0"/>
          <a:chExt cx="0" cy="0"/>
        </a:xfrm>
      </p:grpSpPr>
      <p:sp>
        <p:nvSpPr>
          <p:cNvPr id="1795" name="Google Shape;1795;g35e7ed40b19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6" name="Google Shape;1796;g35e7ed40b19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0"/>
        <p:cNvGrpSpPr/>
        <p:nvPr/>
      </p:nvGrpSpPr>
      <p:grpSpPr>
        <a:xfrm>
          <a:off x="0" y="0"/>
          <a:ext cx="0" cy="0"/>
          <a:chOff x="0" y="0"/>
          <a:chExt cx="0" cy="0"/>
        </a:xfrm>
      </p:grpSpPr>
      <p:sp>
        <p:nvSpPr>
          <p:cNvPr id="1801" name="Google Shape;1801;g35e7ed40b19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2" name="Google Shape;1802;g35e7ed40b19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7"/>
        <p:cNvGrpSpPr/>
        <p:nvPr/>
      </p:nvGrpSpPr>
      <p:grpSpPr>
        <a:xfrm>
          <a:off x="0" y="0"/>
          <a:ext cx="0" cy="0"/>
          <a:chOff x="0" y="0"/>
          <a:chExt cx="0" cy="0"/>
        </a:xfrm>
      </p:grpSpPr>
      <p:sp>
        <p:nvSpPr>
          <p:cNvPr id="1808" name="Google Shape;1808;g35e7ed40b19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9" name="Google Shape;1809;g35e7ed40b19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3"/>
        <p:cNvGrpSpPr/>
        <p:nvPr/>
      </p:nvGrpSpPr>
      <p:grpSpPr>
        <a:xfrm>
          <a:off x="0" y="0"/>
          <a:ext cx="0" cy="0"/>
          <a:chOff x="0" y="0"/>
          <a:chExt cx="0" cy="0"/>
        </a:xfrm>
      </p:grpSpPr>
      <p:sp>
        <p:nvSpPr>
          <p:cNvPr id="1814" name="Google Shape;1814;g35e7ed40b19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5" name="Google Shape;1815;g35e7ed40b19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9"/>
        <p:cNvGrpSpPr/>
        <p:nvPr/>
      </p:nvGrpSpPr>
      <p:grpSpPr>
        <a:xfrm>
          <a:off x="0" y="0"/>
          <a:ext cx="0" cy="0"/>
          <a:chOff x="0" y="0"/>
          <a:chExt cx="0" cy="0"/>
        </a:xfrm>
      </p:grpSpPr>
      <p:sp>
        <p:nvSpPr>
          <p:cNvPr id="1820" name="Google Shape;1820;g35e7ed40b19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1" name="Google Shape;1821;g35e7ed40b19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5"/>
        <p:cNvGrpSpPr/>
        <p:nvPr/>
      </p:nvGrpSpPr>
      <p:grpSpPr>
        <a:xfrm>
          <a:off x="0" y="0"/>
          <a:ext cx="0" cy="0"/>
          <a:chOff x="0" y="0"/>
          <a:chExt cx="0" cy="0"/>
        </a:xfrm>
      </p:grpSpPr>
      <p:sp>
        <p:nvSpPr>
          <p:cNvPr id="1826" name="Google Shape;1826;g35e7ed40b19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7" name="Google Shape;1827;g35e7ed40b19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9"/>
        <p:cNvGrpSpPr/>
        <p:nvPr/>
      </p:nvGrpSpPr>
      <p:grpSpPr>
        <a:xfrm>
          <a:off x="0" y="0"/>
          <a:ext cx="0" cy="0"/>
          <a:chOff x="0" y="0"/>
          <a:chExt cx="0" cy="0"/>
        </a:xfrm>
      </p:grpSpPr>
      <p:sp>
        <p:nvSpPr>
          <p:cNvPr id="1840" name="Google Shape;1840;SLIDES_API668082633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1" name="Google Shape;1841;SLIDES_API668082633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6"/>
        <p:cNvGrpSpPr/>
        <p:nvPr/>
      </p:nvGrpSpPr>
      <p:grpSpPr>
        <a:xfrm>
          <a:off x="0" y="0"/>
          <a:ext cx="0" cy="0"/>
          <a:chOff x="0" y="0"/>
          <a:chExt cx="0" cy="0"/>
        </a:xfrm>
      </p:grpSpPr>
      <p:sp>
        <p:nvSpPr>
          <p:cNvPr id="1847" name="Google Shape;1847;SLIDES_API668082633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8" name="Google Shape;1848;SLIDES_API668082633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2"/>
        <p:cNvGrpSpPr/>
        <p:nvPr/>
      </p:nvGrpSpPr>
      <p:grpSpPr>
        <a:xfrm>
          <a:off x="0" y="0"/>
          <a:ext cx="0" cy="0"/>
          <a:chOff x="0" y="0"/>
          <a:chExt cx="0" cy="0"/>
        </a:xfrm>
      </p:grpSpPr>
      <p:sp>
        <p:nvSpPr>
          <p:cNvPr id="1853" name="Google Shape;1853;SLIDES_API668082633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4" name="Google Shape;1854;SLIDES_API668082633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8"/>
        <p:cNvGrpSpPr/>
        <p:nvPr/>
      </p:nvGrpSpPr>
      <p:grpSpPr>
        <a:xfrm>
          <a:off x="0" y="0"/>
          <a:ext cx="0" cy="0"/>
          <a:chOff x="0" y="0"/>
          <a:chExt cx="0" cy="0"/>
        </a:xfrm>
      </p:grpSpPr>
      <p:sp>
        <p:nvSpPr>
          <p:cNvPr id="1859" name="Google Shape;1859;g35e7ed40b19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0" name="Google Shape;1860;g35e7ed40b19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3.png"/><Relationship Id="rId4"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 Title slide" type="title">
  <p:cSld name="TITLE">
    <p:bg>
      <p:bgPr>
        <a:solidFill>
          <a:schemeClr val="accent1"/>
        </a:solidFill>
        <a:effectLst/>
      </p:bgPr>
    </p:bg>
    <p:spTree>
      <p:nvGrpSpPr>
        <p:cNvPr id="1" name="Shape 54"/>
        <p:cNvGrpSpPr/>
        <p:nvPr/>
      </p:nvGrpSpPr>
      <p:grpSpPr>
        <a:xfrm>
          <a:off x="0" y="0"/>
          <a:ext cx="0" cy="0"/>
          <a:chOff x="0" y="0"/>
          <a:chExt cx="0" cy="0"/>
        </a:xfrm>
      </p:grpSpPr>
      <p:sp>
        <p:nvSpPr>
          <p:cNvPr id="55" name="Google Shape;55;p14"/>
          <p:cNvSpPr txBox="1">
            <a:spLocks noGrp="1"/>
          </p:cNvSpPr>
          <p:nvPr>
            <p:ph type="subTitle" idx="1"/>
          </p:nvPr>
        </p:nvSpPr>
        <p:spPr>
          <a:xfrm>
            <a:off x="1566075" y="2986525"/>
            <a:ext cx="6022500" cy="469200"/>
          </a:xfrm>
          <a:prstGeom prst="rect">
            <a:avLst/>
          </a:prstGeom>
          <a:solidFill>
            <a:schemeClr val="accent2"/>
          </a:solidFill>
        </p:spPr>
        <p:txBody>
          <a:bodyPr spcFirstLastPara="1" wrap="square" lIns="0" tIns="0" rIns="0" bIns="0" anchor="t" anchorCtr="0">
            <a:noAutofit/>
          </a:bodyPr>
          <a:lstStyle>
            <a:lvl1pPr lvl="0" algn="ctr">
              <a:lnSpc>
                <a:spcPct val="100000"/>
              </a:lnSpc>
              <a:spcBef>
                <a:spcPts val="0"/>
              </a:spcBef>
              <a:spcAft>
                <a:spcPts val="0"/>
              </a:spcAft>
              <a:buClr>
                <a:schemeClr val="accent1"/>
              </a:buClr>
              <a:buSzPts val="2800"/>
              <a:buFont typeface="DM Sans SemiBold"/>
              <a:buNone/>
              <a:defRPr sz="2800">
                <a:solidFill>
                  <a:schemeClr val="accent1"/>
                </a:solidFill>
                <a:latin typeface="DM Sans SemiBold"/>
                <a:ea typeface="DM Sans SemiBold"/>
                <a:cs typeface="DM Sans SemiBold"/>
                <a:sym typeface="DM Sans SemiBold"/>
              </a:defRPr>
            </a:lvl1pPr>
            <a:lvl2pPr lvl="1" algn="ctr">
              <a:lnSpc>
                <a:spcPct val="100000"/>
              </a:lnSpc>
              <a:spcBef>
                <a:spcPts val="0"/>
              </a:spcBef>
              <a:spcAft>
                <a:spcPts val="0"/>
              </a:spcAft>
              <a:buClr>
                <a:schemeClr val="lt2"/>
              </a:buClr>
              <a:buSzPts val="2800"/>
              <a:buNone/>
              <a:defRPr sz="2800">
                <a:solidFill>
                  <a:schemeClr val="lt2"/>
                </a:solidFill>
              </a:defRPr>
            </a:lvl2pPr>
            <a:lvl3pPr lvl="2" algn="ctr">
              <a:lnSpc>
                <a:spcPct val="100000"/>
              </a:lnSpc>
              <a:spcBef>
                <a:spcPts val="0"/>
              </a:spcBef>
              <a:spcAft>
                <a:spcPts val="0"/>
              </a:spcAft>
              <a:buClr>
                <a:schemeClr val="lt2"/>
              </a:buClr>
              <a:buSzPts val="2800"/>
              <a:buNone/>
              <a:defRPr sz="2800">
                <a:solidFill>
                  <a:schemeClr val="lt2"/>
                </a:solidFill>
              </a:defRPr>
            </a:lvl3pPr>
            <a:lvl4pPr lvl="3" algn="ctr">
              <a:lnSpc>
                <a:spcPct val="100000"/>
              </a:lnSpc>
              <a:spcBef>
                <a:spcPts val="0"/>
              </a:spcBef>
              <a:spcAft>
                <a:spcPts val="0"/>
              </a:spcAft>
              <a:buClr>
                <a:schemeClr val="lt2"/>
              </a:buClr>
              <a:buSzPts val="2800"/>
              <a:buNone/>
              <a:defRPr sz="2800">
                <a:solidFill>
                  <a:schemeClr val="lt2"/>
                </a:solidFill>
              </a:defRPr>
            </a:lvl4pPr>
            <a:lvl5pPr lvl="4" algn="ctr">
              <a:lnSpc>
                <a:spcPct val="100000"/>
              </a:lnSpc>
              <a:spcBef>
                <a:spcPts val="0"/>
              </a:spcBef>
              <a:spcAft>
                <a:spcPts val="0"/>
              </a:spcAft>
              <a:buClr>
                <a:schemeClr val="lt2"/>
              </a:buClr>
              <a:buSzPts val="2800"/>
              <a:buNone/>
              <a:defRPr sz="2800">
                <a:solidFill>
                  <a:schemeClr val="lt2"/>
                </a:solidFill>
              </a:defRPr>
            </a:lvl5pPr>
            <a:lvl6pPr lvl="5" algn="ctr">
              <a:lnSpc>
                <a:spcPct val="100000"/>
              </a:lnSpc>
              <a:spcBef>
                <a:spcPts val="0"/>
              </a:spcBef>
              <a:spcAft>
                <a:spcPts val="0"/>
              </a:spcAft>
              <a:buClr>
                <a:schemeClr val="lt2"/>
              </a:buClr>
              <a:buSzPts val="2800"/>
              <a:buNone/>
              <a:defRPr sz="2800">
                <a:solidFill>
                  <a:schemeClr val="lt2"/>
                </a:solidFill>
              </a:defRPr>
            </a:lvl6pPr>
            <a:lvl7pPr lvl="6" algn="ctr">
              <a:lnSpc>
                <a:spcPct val="100000"/>
              </a:lnSpc>
              <a:spcBef>
                <a:spcPts val="0"/>
              </a:spcBef>
              <a:spcAft>
                <a:spcPts val="0"/>
              </a:spcAft>
              <a:buClr>
                <a:schemeClr val="lt2"/>
              </a:buClr>
              <a:buSzPts val="2800"/>
              <a:buNone/>
              <a:defRPr sz="2800">
                <a:solidFill>
                  <a:schemeClr val="lt2"/>
                </a:solidFill>
              </a:defRPr>
            </a:lvl7pPr>
            <a:lvl8pPr lvl="7" algn="ctr">
              <a:lnSpc>
                <a:spcPct val="100000"/>
              </a:lnSpc>
              <a:spcBef>
                <a:spcPts val="0"/>
              </a:spcBef>
              <a:spcAft>
                <a:spcPts val="0"/>
              </a:spcAft>
              <a:buClr>
                <a:schemeClr val="lt2"/>
              </a:buClr>
              <a:buSzPts val="2800"/>
              <a:buNone/>
              <a:defRPr sz="2800">
                <a:solidFill>
                  <a:schemeClr val="lt2"/>
                </a:solidFill>
              </a:defRPr>
            </a:lvl8pPr>
            <a:lvl9pPr lvl="8" algn="ctr">
              <a:lnSpc>
                <a:spcPct val="100000"/>
              </a:lnSpc>
              <a:spcBef>
                <a:spcPts val="0"/>
              </a:spcBef>
              <a:spcAft>
                <a:spcPts val="0"/>
              </a:spcAft>
              <a:buClr>
                <a:schemeClr val="lt2"/>
              </a:buClr>
              <a:buSzPts val="2800"/>
              <a:buNone/>
              <a:defRPr sz="2800">
                <a:solidFill>
                  <a:schemeClr val="lt2"/>
                </a:solidFill>
              </a:defRPr>
            </a:lvl9pPr>
          </a:lstStyle>
          <a:p>
            <a:endParaRPr/>
          </a:p>
        </p:txBody>
      </p:sp>
      <p:sp>
        <p:nvSpPr>
          <p:cNvPr id="56" name="Google Shape;56;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vi"/>
              <a:t>‹#›</a:t>
            </a:fld>
            <a:endParaRPr/>
          </a:p>
        </p:txBody>
      </p:sp>
      <p:sp>
        <p:nvSpPr>
          <p:cNvPr id="57" name="Google Shape;57;p14"/>
          <p:cNvSpPr/>
          <p:nvPr/>
        </p:nvSpPr>
        <p:spPr>
          <a:xfrm>
            <a:off x="-281150" y="4354625"/>
            <a:ext cx="2449800" cy="1093800"/>
          </a:xfrm>
          <a:prstGeom prst="snip1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8" name="Google Shape;58;p14"/>
          <p:cNvSpPr/>
          <p:nvPr/>
        </p:nvSpPr>
        <p:spPr>
          <a:xfrm rot="10800000">
            <a:off x="7634350" y="-519750"/>
            <a:ext cx="2449800" cy="1093800"/>
          </a:xfrm>
          <a:prstGeom prst="snip1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59" name="Google Shape;59;p14"/>
          <p:cNvGrpSpPr/>
          <p:nvPr/>
        </p:nvGrpSpPr>
        <p:grpSpPr>
          <a:xfrm>
            <a:off x="455105" y="190698"/>
            <a:ext cx="2277538" cy="2277538"/>
            <a:chOff x="987244" y="313753"/>
            <a:chExt cx="555321" cy="555321"/>
          </a:xfrm>
        </p:grpSpPr>
        <p:grpSp>
          <p:nvGrpSpPr>
            <p:cNvPr id="60" name="Google Shape;60;p14"/>
            <p:cNvGrpSpPr/>
            <p:nvPr/>
          </p:nvGrpSpPr>
          <p:grpSpPr>
            <a:xfrm>
              <a:off x="1068575" y="395075"/>
              <a:ext cx="392675" cy="392675"/>
              <a:chOff x="458050" y="265600"/>
              <a:chExt cx="392675" cy="392675"/>
            </a:xfrm>
          </p:grpSpPr>
          <p:sp>
            <p:nvSpPr>
              <p:cNvPr id="61" name="Google Shape;61;p14"/>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2" name="Google Shape;62;p14"/>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3" name="Google Shape;63;p14"/>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4" name="Google Shape;64;p14"/>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65" name="Google Shape;65;p14"/>
            <p:cNvGrpSpPr/>
            <p:nvPr/>
          </p:nvGrpSpPr>
          <p:grpSpPr>
            <a:xfrm rot="-2700000">
              <a:off x="1068569" y="395078"/>
              <a:ext cx="392671" cy="392671"/>
              <a:chOff x="458050" y="265600"/>
              <a:chExt cx="392675" cy="392675"/>
            </a:xfrm>
          </p:grpSpPr>
          <p:sp>
            <p:nvSpPr>
              <p:cNvPr id="66" name="Google Shape;66;p14"/>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7" name="Google Shape;67;p14"/>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8" name="Google Shape;68;p14"/>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9" name="Google Shape;69;p14"/>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sp>
        <p:nvSpPr>
          <p:cNvPr id="70" name="Google Shape;70;p14"/>
          <p:cNvSpPr txBox="1">
            <a:spLocks noGrp="1"/>
          </p:cNvSpPr>
          <p:nvPr>
            <p:ph type="ctrTitle"/>
          </p:nvPr>
        </p:nvSpPr>
        <p:spPr>
          <a:xfrm>
            <a:off x="1566075" y="820775"/>
            <a:ext cx="6022500" cy="2052600"/>
          </a:xfrm>
          <a:prstGeom prst="rect">
            <a:avLst/>
          </a:prstGeom>
        </p:spPr>
        <p:txBody>
          <a:bodyPr spcFirstLastPara="1" wrap="square" lIns="0" tIns="0" rIns="0" bIns="0" anchor="b" anchorCtr="0">
            <a:noAutofit/>
          </a:bodyPr>
          <a:lstStyle>
            <a:lvl1pPr lvl="0" algn="ctr">
              <a:spcBef>
                <a:spcPts val="0"/>
              </a:spcBef>
              <a:spcAft>
                <a:spcPts val="0"/>
              </a:spcAft>
              <a:buClr>
                <a:schemeClr val="accent6"/>
              </a:buClr>
              <a:buSzPts val="4000"/>
              <a:buNone/>
              <a:defRPr sz="4000">
                <a:solidFill>
                  <a:schemeClr val="accent6"/>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grpSp>
        <p:nvGrpSpPr>
          <p:cNvPr id="71" name="Google Shape;71;p14"/>
          <p:cNvGrpSpPr/>
          <p:nvPr/>
        </p:nvGrpSpPr>
        <p:grpSpPr>
          <a:xfrm>
            <a:off x="302263" y="4600963"/>
            <a:ext cx="392675" cy="392675"/>
            <a:chOff x="458050" y="265600"/>
            <a:chExt cx="392675" cy="392675"/>
          </a:xfrm>
        </p:grpSpPr>
        <p:sp>
          <p:nvSpPr>
            <p:cNvPr id="72" name="Google Shape;72;p14"/>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3" name="Google Shape;73;p14"/>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4" name="Google Shape;74;p14"/>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5" name="Google Shape;75;p14"/>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76" name="Google Shape;76;p14"/>
          <p:cNvGrpSpPr/>
          <p:nvPr/>
        </p:nvGrpSpPr>
        <p:grpSpPr>
          <a:xfrm>
            <a:off x="842163" y="4600950"/>
            <a:ext cx="392675" cy="392675"/>
            <a:chOff x="458050" y="265600"/>
            <a:chExt cx="392675" cy="392675"/>
          </a:xfrm>
        </p:grpSpPr>
        <p:sp>
          <p:nvSpPr>
            <p:cNvPr id="77" name="Google Shape;77;p14"/>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8" name="Google Shape;78;p14"/>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9" name="Google Shape;79;p14"/>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0" name="Google Shape;80;p14"/>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81" name="Google Shape;81;p14"/>
          <p:cNvGrpSpPr/>
          <p:nvPr/>
        </p:nvGrpSpPr>
        <p:grpSpPr>
          <a:xfrm>
            <a:off x="571394" y="4219963"/>
            <a:ext cx="392675" cy="392675"/>
            <a:chOff x="458050" y="265600"/>
            <a:chExt cx="392675" cy="392675"/>
          </a:xfrm>
        </p:grpSpPr>
        <p:sp>
          <p:nvSpPr>
            <p:cNvPr id="82" name="Google Shape;82;p14"/>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3" name="Google Shape;83;p14"/>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4" name="Google Shape;84;p14"/>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5" name="Google Shape;85;p14"/>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86" name="Google Shape;86;p14"/>
          <p:cNvGrpSpPr/>
          <p:nvPr/>
        </p:nvGrpSpPr>
        <p:grpSpPr>
          <a:xfrm>
            <a:off x="1111294" y="4219950"/>
            <a:ext cx="392675" cy="392675"/>
            <a:chOff x="458050" y="265600"/>
            <a:chExt cx="392675" cy="392675"/>
          </a:xfrm>
        </p:grpSpPr>
        <p:sp>
          <p:nvSpPr>
            <p:cNvPr id="87" name="Google Shape;87;p14"/>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8" name="Google Shape;88;p14"/>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9" name="Google Shape;89;p14"/>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0" name="Google Shape;90;p14"/>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91" name="Google Shape;91;p14"/>
          <p:cNvGrpSpPr/>
          <p:nvPr/>
        </p:nvGrpSpPr>
        <p:grpSpPr>
          <a:xfrm>
            <a:off x="8137738" y="-49687"/>
            <a:ext cx="392675" cy="392675"/>
            <a:chOff x="458050" y="265600"/>
            <a:chExt cx="392675" cy="392675"/>
          </a:xfrm>
        </p:grpSpPr>
        <p:sp>
          <p:nvSpPr>
            <p:cNvPr id="92" name="Google Shape;92;p14"/>
            <p:cNvSpPr/>
            <p:nvPr/>
          </p:nvSpPr>
          <p:spPr>
            <a:xfrm>
              <a:off x="638050" y="265600"/>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3" name="Google Shape;93;p14"/>
            <p:cNvSpPr/>
            <p:nvPr/>
          </p:nvSpPr>
          <p:spPr>
            <a:xfrm>
              <a:off x="638050" y="5229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4" name="Google Shape;94;p14"/>
            <p:cNvSpPr/>
            <p:nvPr/>
          </p:nvSpPr>
          <p:spPr>
            <a:xfrm rot="-5400000">
              <a:off x="509350"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5" name="Google Shape;95;p14"/>
            <p:cNvSpPr/>
            <p:nvPr/>
          </p:nvSpPr>
          <p:spPr>
            <a:xfrm rot="-5400000">
              <a:off x="766725"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96" name="Google Shape;96;p14"/>
          <p:cNvGrpSpPr/>
          <p:nvPr/>
        </p:nvGrpSpPr>
        <p:grpSpPr>
          <a:xfrm>
            <a:off x="8677638" y="-49700"/>
            <a:ext cx="392675" cy="392675"/>
            <a:chOff x="458050" y="265600"/>
            <a:chExt cx="392675" cy="392675"/>
          </a:xfrm>
        </p:grpSpPr>
        <p:sp>
          <p:nvSpPr>
            <p:cNvPr id="97" name="Google Shape;97;p14"/>
            <p:cNvSpPr/>
            <p:nvPr/>
          </p:nvSpPr>
          <p:spPr>
            <a:xfrm>
              <a:off x="638050" y="265600"/>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8" name="Google Shape;98;p14"/>
            <p:cNvSpPr/>
            <p:nvPr/>
          </p:nvSpPr>
          <p:spPr>
            <a:xfrm>
              <a:off x="638050" y="5229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9" name="Google Shape;99;p14"/>
            <p:cNvSpPr/>
            <p:nvPr/>
          </p:nvSpPr>
          <p:spPr>
            <a:xfrm rot="-5400000">
              <a:off x="509350"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0" name="Google Shape;100;p14"/>
            <p:cNvSpPr/>
            <p:nvPr/>
          </p:nvSpPr>
          <p:spPr>
            <a:xfrm rot="-5400000">
              <a:off x="766725"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101" name="Google Shape;101;p14"/>
          <p:cNvSpPr/>
          <p:nvPr/>
        </p:nvSpPr>
        <p:spPr>
          <a:xfrm>
            <a:off x="8137749" y="4148902"/>
            <a:ext cx="1588200" cy="1588200"/>
          </a:xfrm>
          <a:prstGeom prst="donut">
            <a:avLst>
              <a:gd name="adj" fmla="val 17041"/>
            </a:avLst>
          </a:prstGeom>
          <a:noFill/>
          <a:ln w="38100" cap="flat" cmpd="sng">
            <a:solidFill>
              <a:schemeClr val="accent3"/>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 Agenda">
  <p:cSld name="CUSTOM">
    <p:bg>
      <p:bgPr>
        <a:solidFill>
          <a:schemeClr val="accent2"/>
        </a:solidFill>
        <a:effectLst/>
      </p:bgPr>
    </p:bg>
    <p:spTree>
      <p:nvGrpSpPr>
        <p:cNvPr id="1" name="Shape 102"/>
        <p:cNvGrpSpPr/>
        <p:nvPr/>
      </p:nvGrpSpPr>
      <p:grpSpPr>
        <a:xfrm>
          <a:off x="0" y="0"/>
          <a:ext cx="0" cy="0"/>
          <a:chOff x="0" y="0"/>
          <a:chExt cx="0" cy="0"/>
        </a:xfrm>
      </p:grpSpPr>
      <p:sp>
        <p:nvSpPr>
          <p:cNvPr id="103" name="Google Shape;103;p15"/>
          <p:cNvSpPr/>
          <p:nvPr/>
        </p:nvSpPr>
        <p:spPr>
          <a:xfrm flipH="1">
            <a:off x="1737400" y="283725"/>
            <a:ext cx="7132500" cy="4589700"/>
          </a:xfrm>
          <a:prstGeom prst="snip2DiagRect">
            <a:avLst>
              <a:gd name="adj1" fmla="val 0"/>
              <a:gd name="adj2" fmla="val 1233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4" name="Google Shape;104;p15"/>
          <p:cNvSpPr txBox="1">
            <a:spLocks noGrp="1"/>
          </p:cNvSpPr>
          <p:nvPr>
            <p:ph type="title"/>
          </p:nvPr>
        </p:nvSpPr>
        <p:spPr>
          <a:xfrm>
            <a:off x="3758275" y="547232"/>
            <a:ext cx="4379400" cy="458100"/>
          </a:xfrm>
          <a:prstGeom prst="rect">
            <a:avLst/>
          </a:prstGeom>
        </p:spPr>
        <p:txBody>
          <a:bodyPr spcFirstLastPara="1" wrap="square" lIns="0" tIns="0" rIns="0" bIns="0" anchor="b" anchorCtr="0">
            <a:noAutofit/>
          </a:bodyPr>
          <a:lstStyle>
            <a:lvl1pPr lvl="0">
              <a:spcBef>
                <a:spcPts val="0"/>
              </a:spcBef>
              <a:spcAft>
                <a:spcPts val="0"/>
              </a:spcAft>
              <a:buClr>
                <a:schemeClr val="accent1"/>
              </a:buClr>
              <a:buSzPts val="2000"/>
              <a:buNone/>
              <a:defRPr>
                <a:solidFill>
                  <a:schemeClr val="accent1"/>
                </a:solidFill>
              </a:defRPr>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105" name="Google Shape;105;p15"/>
          <p:cNvSpPr>
            <a:spLocks noGrp="1"/>
          </p:cNvSpPr>
          <p:nvPr>
            <p:ph type="pic" idx="2"/>
          </p:nvPr>
        </p:nvSpPr>
        <p:spPr>
          <a:xfrm>
            <a:off x="270920" y="994350"/>
            <a:ext cx="2931000" cy="3154800"/>
          </a:xfrm>
          <a:prstGeom prst="snip2DiagRect">
            <a:avLst>
              <a:gd name="adj1" fmla="val 0"/>
              <a:gd name="adj2" fmla="val 16667"/>
            </a:avLst>
          </a:prstGeom>
          <a:noFill/>
          <a:ln>
            <a:noFill/>
          </a:ln>
        </p:spPr>
      </p:sp>
      <p:sp>
        <p:nvSpPr>
          <p:cNvPr id="106" name="Google Shape;106;p15"/>
          <p:cNvSpPr/>
          <p:nvPr/>
        </p:nvSpPr>
        <p:spPr>
          <a:xfrm>
            <a:off x="3758275" y="1471075"/>
            <a:ext cx="548700" cy="458100"/>
          </a:xfrm>
          <a:prstGeom prst="snip2DiagRect">
            <a:avLst>
              <a:gd name="adj1" fmla="val 0"/>
              <a:gd name="adj2"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vi" sz="1800" b="1">
                <a:solidFill>
                  <a:schemeClr val="lt1"/>
                </a:solidFill>
                <a:latin typeface="Glegoo"/>
                <a:ea typeface="Glegoo"/>
                <a:cs typeface="Glegoo"/>
                <a:sym typeface="Glegoo"/>
              </a:rPr>
              <a:t>01</a:t>
            </a:r>
            <a:endParaRPr sz="1800" b="1">
              <a:solidFill>
                <a:schemeClr val="lt1"/>
              </a:solidFill>
              <a:latin typeface="Glegoo"/>
              <a:ea typeface="Glegoo"/>
              <a:cs typeface="Glegoo"/>
              <a:sym typeface="Glegoo"/>
            </a:endParaRPr>
          </a:p>
        </p:txBody>
      </p:sp>
      <p:sp>
        <p:nvSpPr>
          <p:cNvPr id="107" name="Google Shape;107;p15"/>
          <p:cNvSpPr txBox="1">
            <a:spLocks noGrp="1"/>
          </p:cNvSpPr>
          <p:nvPr>
            <p:ph type="subTitle" idx="1"/>
          </p:nvPr>
        </p:nvSpPr>
        <p:spPr>
          <a:xfrm>
            <a:off x="4499450" y="1470950"/>
            <a:ext cx="1257000" cy="458100"/>
          </a:xfrm>
          <a:prstGeom prst="rect">
            <a:avLst/>
          </a:prstGeom>
        </p:spPr>
        <p:txBody>
          <a:bodyPr spcFirstLastPara="1" wrap="square" lIns="0" tIns="0" rIns="0" bIns="0" anchor="t" anchorCtr="0">
            <a:noAutofit/>
          </a:bodyPr>
          <a:lstStyle>
            <a:lvl1pPr lvl="0">
              <a:spcBef>
                <a:spcPts val="0"/>
              </a:spcBef>
              <a:spcAft>
                <a:spcPts val="0"/>
              </a:spcAft>
              <a:buSzPts val="1400"/>
              <a:buNone/>
              <a:defRPr sz="1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8" name="Google Shape;108;p15"/>
          <p:cNvSpPr/>
          <p:nvPr/>
        </p:nvSpPr>
        <p:spPr>
          <a:xfrm>
            <a:off x="6326525" y="1471138"/>
            <a:ext cx="548700" cy="458100"/>
          </a:xfrm>
          <a:prstGeom prst="snip2DiagRect">
            <a:avLst>
              <a:gd name="adj1" fmla="val 0"/>
              <a:gd name="adj2"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vi" sz="1800" b="1">
                <a:solidFill>
                  <a:schemeClr val="lt1"/>
                </a:solidFill>
                <a:latin typeface="Glegoo"/>
                <a:ea typeface="Glegoo"/>
                <a:cs typeface="Glegoo"/>
                <a:sym typeface="Glegoo"/>
              </a:rPr>
              <a:t>02</a:t>
            </a:r>
            <a:endParaRPr sz="1800" b="1">
              <a:solidFill>
                <a:schemeClr val="lt1"/>
              </a:solidFill>
              <a:latin typeface="Glegoo"/>
              <a:ea typeface="Glegoo"/>
              <a:cs typeface="Glegoo"/>
              <a:sym typeface="Glegoo"/>
            </a:endParaRPr>
          </a:p>
        </p:txBody>
      </p:sp>
      <p:sp>
        <p:nvSpPr>
          <p:cNvPr id="109" name="Google Shape;109;p15"/>
          <p:cNvSpPr txBox="1">
            <a:spLocks noGrp="1"/>
          </p:cNvSpPr>
          <p:nvPr>
            <p:ph type="subTitle" idx="3"/>
          </p:nvPr>
        </p:nvSpPr>
        <p:spPr>
          <a:xfrm>
            <a:off x="7067700" y="1471013"/>
            <a:ext cx="1257000" cy="458100"/>
          </a:xfrm>
          <a:prstGeom prst="rect">
            <a:avLst/>
          </a:prstGeom>
        </p:spPr>
        <p:txBody>
          <a:bodyPr spcFirstLastPara="1" wrap="square" lIns="0" tIns="0" rIns="0" bIns="0" anchor="t" anchorCtr="0">
            <a:noAutofit/>
          </a:bodyPr>
          <a:lstStyle>
            <a:lvl1pPr lvl="0">
              <a:spcBef>
                <a:spcPts val="0"/>
              </a:spcBef>
              <a:spcAft>
                <a:spcPts val="0"/>
              </a:spcAft>
              <a:buSzPts val="1400"/>
              <a:buNone/>
              <a:defRPr sz="1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0" name="Google Shape;110;p15"/>
          <p:cNvSpPr/>
          <p:nvPr/>
        </p:nvSpPr>
        <p:spPr>
          <a:xfrm>
            <a:off x="3746413" y="2738600"/>
            <a:ext cx="548700" cy="458100"/>
          </a:xfrm>
          <a:prstGeom prst="snip2DiagRect">
            <a:avLst>
              <a:gd name="adj1" fmla="val 0"/>
              <a:gd name="adj2"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vi" sz="1800" b="1">
                <a:solidFill>
                  <a:schemeClr val="lt1"/>
                </a:solidFill>
                <a:latin typeface="Glegoo"/>
                <a:ea typeface="Glegoo"/>
                <a:cs typeface="Glegoo"/>
                <a:sym typeface="Glegoo"/>
              </a:rPr>
              <a:t>03</a:t>
            </a:r>
            <a:endParaRPr sz="1800" b="1">
              <a:solidFill>
                <a:schemeClr val="lt1"/>
              </a:solidFill>
              <a:latin typeface="Glegoo"/>
              <a:ea typeface="Glegoo"/>
              <a:cs typeface="Glegoo"/>
              <a:sym typeface="Glegoo"/>
            </a:endParaRPr>
          </a:p>
        </p:txBody>
      </p:sp>
      <p:sp>
        <p:nvSpPr>
          <p:cNvPr id="111" name="Google Shape;111;p15"/>
          <p:cNvSpPr txBox="1">
            <a:spLocks noGrp="1"/>
          </p:cNvSpPr>
          <p:nvPr>
            <p:ph type="subTitle" idx="4"/>
          </p:nvPr>
        </p:nvSpPr>
        <p:spPr>
          <a:xfrm>
            <a:off x="4487588" y="2738475"/>
            <a:ext cx="1257000" cy="458100"/>
          </a:xfrm>
          <a:prstGeom prst="rect">
            <a:avLst/>
          </a:prstGeom>
        </p:spPr>
        <p:txBody>
          <a:bodyPr spcFirstLastPara="1" wrap="square" lIns="0" tIns="0" rIns="0" bIns="0" anchor="t" anchorCtr="0">
            <a:noAutofit/>
          </a:bodyPr>
          <a:lstStyle>
            <a:lvl1pPr lvl="0">
              <a:spcBef>
                <a:spcPts val="0"/>
              </a:spcBef>
              <a:spcAft>
                <a:spcPts val="0"/>
              </a:spcAft>
              <a:buSzPts val="1400"/>
              <a:buNone/>
              <a:defRPr sz="1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2" name="Google Shape;112;p15"/>
          <p:cNvSpPr/>
          <p:nvPr/>
        </p:nvSpPr>
        <p:spPr>
          <a:xfrm>
            <a:off x="6314663" y="2738663"/>
            <a:ext cx="548700" cy="458100"/>
          </a:xfrm>
          <a:prstGeom prst="snip2DiagRect">
            <a:avLst>
              <a:gd name="adj1" fmla="val 0"/>
              <a:gd name="adj2"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vi" sz="1800" b="1">
                <a:solidFill>
                  <a:schemeClr val="lt1"/>
                </a:solidFill>
                <a:latin typeface="Glegoo"/>
                <a:ea typeface="Glegoo"/>
                <a:cs typeface="Glegoo"/>
                <a:sym typeface="Glegoo"/>
              </a:rPr>
              <a:t>04</a:t>
            </a:r>
            <a:endParaRPr sz="1800" b="1">
              <a:solidFill>
                <a:schemeClr val="lt1"/>
              </a:solidFill>
              <a:latin typeface="Glegoo"/>
              <a:ea typeface="Glegoo"/>
              <a:cs typeface="Glegoo"/>
              <a:sym typeface="Glegoo"/>
            </a:endParaRPr>
          </a:p>
        </p:txBody>
      </p:sp>
      <p:sp>
        <p:nvSpPr>
          <p:cNvPr id="113" name="Google Shape;113;p15"/>
          <p:cNvSpPr txBox="1">
            <a:spLocks noGrp="1"/>
          </p:cNvSpPr>
          <p:nvPr>
            <p:ph type="subTitle" idx="5"/>
          </p:nvPr>
        </p:nvSpPr>
        <p:spPr>
          <a:xfrm>
            <a:off x="7055838" y="2738538"/>
            <a:ext cx="1257000" cy="458100"/>
          </a:xfrm>
          <a:prstGeom prst="rect">
            <a:avLst/>
          </a:prstGeom>
        </p:spPr>
        <p:txBody>
          <a:bodyPr spcFirstLastPara="1" wrap="square" lIns="0" tIns="0" rIns="0" bIns="0" anchor="t" anchorCtr="0">
            <a:noAutofit/>
          </a:bodyPr>
          <a:lstStyle>
            <a:lvl1pPr lvl="0">
              <a:spcBef>
                <a:spcPts val="0"/>
              </a:spcBef>
              <a:spcAft>
                <a:spcPts val="0"/>
              </a:spcAft>
              <a:buSzPts val="1400"/>
              <a:buNone/>
              <a:defRPr sz="1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4" name="Google Shape;114;p15"/>
          <p:cNvSpPr/>
          <p:nvPr/>
        </p:nvSpPr>
        <p:spPr>
          <a:xfrm>
            <a:off x="3746413" y="3959650"/>
            <a:ext cx="548700" cy="458100"/>
          </a:xfrm>
          <a:prstGeom prst="snip2DiagRect">
            <a:avLst>
              <a:gd name="adj1" fmla="val 0"/>
              <a:gd name="adj2"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vi" sz="1800" b="1">
                <a:solidFill>
                  <a:schemeClr val="lt1"/>
                </a:solidFill>
                <a:latin typeface="Glegoo"/>
                <a:ea typeface="Glegoo"/>
                <a:cs typeface="Glegoo"/>
                <a:sym typeface="Glegoo"/>
              </a:rPr>
              <a:t>05</a:t>
            </a:r>
            <a:endParaRPr sz="1800" b="1">
              <a:solidFill>
                <a:schemeClr val="lt1"/>
              </a:solidFill>
              <a:latin typeface="Glegoo"/>
              <a:ea typeface="Glegoo"/>
              <a:cs typeface="Glegoo"/>
              <a:sym typeface="Glegoo"/>
            </a:endParaRPr>
          </a:p>
        </p:txBody>
      </p:sp>
      <p:sp>
        <p:nvSpPr>
          <p:cNvPr id="115" name="Google Shape;115;p15"/>
          <p:cNvSpPr txBox="1">
            <a:spLocks noGrp="1"/>
          </p:cNvSpPr>
          <p:nvPr>
            <p:ph type="subTitle" idx="6"/>
          </p:nvPr>
        </p:nvSpPr>
        <p:spPr>
          <a:xfrm>
            <a:off x="4487588" y="3959525"/>
            <a:ext cx="1257000" cy="458100"/>
          </a:xfrm>
          <a:prstGeom prst="rect">
            <a:avLst/>
          </a:prstGeom>
        </p:spPr>
        <p:txBody>
          <a:bodyPr spcFirstLastPara="1" wrap="square" lIns="0" tIns="0" rIns="0" bIns="0" anchor="t" anchorCtr="0">
            <a:noAutofit/>
          </a:bodyPr>
          <a:lstStyle>
            <a:lvl1pPr lvl="0">
              <a:spcBef>
                <a:spcPts val="0"/>
              </a:spcBef>
              <a:spcAft>
                <a:spcPts val="0"/>
              </a:spcAft>
              <a:buSzPts val="1400"/>
              <a:buNone/>
              <a:defRPr sz="1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6" name="Google Shape;116;p15"/>
          <p:cNvSpPr/>
          <p:nvPr/>
        </p:nvSpPr>
        <p:spPr>
          <a:xfrm>
            <a:off x="6314663" y="3959713"/>
            <a:ext cx="548700" cy="458100"/>
          </a:xfrm>
          <a:prstGeom prst="snip2DiagRect">
            <a:avLst>
              <a:gd name="adj1" fmla="val 0"/>
              <a:gd name="adj2"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vi" sz="1800" b="1">
                <a:solidFill>
                  <a:schemeClr val="lt1"/>
                </a:solidFill>
                <a:latin typeface="Glegoo"/>
                <a:ea typeface="Glegoo"/>
                <a:cs typeface="Glegoo"/>
                <a:sym typeface="Glegoo"/>
              </a:rPr>
              <a:t>06</a:t>
            </a:r>
            <a:endParaRPr sz="1800" b="1">
              <a:solidFill>
                <a:schemeClr val="lt1"/>
              </a:solidFill>
              <a:latin typeface="Glegoo"/>
              <a:ea typeface="Glegoo"/>
              <a:cs typeface="Glegoo"/>
              <a:sym typeface="Glegoo"/>
            </a:endParaRPr>
          </a:p>
        </p:txBody>
      </p:sp>
      <p:sp>
        <p:nvSpPr>
          <p:cNvPr id="117" name="Google Shape;117;p15"/>
          <p:cNvSpPr txBox="1">
            <a:spLocks noGrp="1"/>
          </p:cNvSpPr>
          <p:nvPr>
            <p:ph type="subTitle" idx="7"/>
          </p:nvPr>
        </p:nvSpPr>
        <p:spPr>
          <a:xfrm>
            <a:off x="7055838" y="3959588"/>
            <a:ext cx="1257000" cy="458100"/>
          </a:xfrm>
          <a:prstGeom prst="rect">
            <a:avLst/>
          </a:prstGeom>
        </p:spPr>
        <p:txBody>
          <a:bodyPr spcFirstLastPara="1" wrap="square" lIns="0" tIns="0" rIns="0" bIns="0" anchor="t" anchorCtr="0">
            <a:noAutofit/>
          </a:bodyPr>
          <a:lstStyle>
            <a:lvl1pPr lvl="0">
              <a:spcBef>
                <a:spcPts val="0"/>
              </a:spcBef>
              <a:spcAft>
                <a:spcPts val="0"/>
              </a:spcAft>
              <a:buSzPts val="1400"/>
              <a:buNone/>
              <a:defRPr sz="1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grpSp>
        <p:nvGrpSpPr>
          <p:cNvPr id="118" name="Google Shape;118;p15"/>
          <p:cNvGrpSpPr/>
          <p:nvPr/>
        </p:nvGrpSpPr>
        <p:grpSpPr>
          <a:xfrm>
            <a:off x="924175" y="346675"/>
            <a:ext cx="392675" cy="392675"/>
            <a:chOff x="458050" y="265600"/>
            <a:chExt cx="392675" cy="392675"/>
          </a:xfrm>
        </p:grpSpPr>
        <p:sp>
          <p:nvSpPr>
            <p:cNvPr id="119" name="Google Shape;119;p15"/>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0" name="Google Shape;120;p15"/>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1" name="Google Shape;121;p15"/>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2" name="Google Shape;122;p15"/>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23" name="Google Shape;123;p15"/>
          <p:cNvGrpSpPr/>
          <p:nvPr/>
        </p:nvGrpSpPr>
        <p:grpSpPr>
          <a:xfrm>
            <a:off x="8324675" y="4317441"/>
            <a:ext cx="908783" cy="908783"/>
            <a:chOff x="987244" y="313753"/>
            <a:chExt cx="555321" cy="555321"/>
          </a:xfrm>
        </p:grpSpPr>
        <p:grpSp>
          <p:nvGrpSpPr>
            <p:cNvPr id="124" name="Google Shape;124;p15"/>
            <p:cNvGrpSpPr/>
            <p:nvPr/>
          </p:nvGrpSpPr>
          <p:grpSpPr>
            <a:xfrm>
              <a:off x="1068575" y="395075"/>
              <a:ext cx="392675" cy="392675"/>
              <a:chOff x="458050" y="265600"/>
              <a:chExt cx="392675" cy="392675"/>
            </a:xfrm>
          </p:grpSpPr>
          <p:sp>
            <p:nvSpPr>
              <p:cNvPr id="125" name="Google Shape;125;p15"/>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6" name="Google Shape;126;p15"/>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7" name="Google Shape;127;p15"/>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8" name="Google Shape;128;p15"/>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29" name="Google Shape;129;p15"/>
            <p:cNvGrpSpPr/>
            <p:nvPr/>
          </p:nvGrpSpPr>
          <p:grpSpPr>
            <a:xfrm rot="-2700000">
              <a:off x="1068569" y="395078"/>
              <a:ext cx="392671" cy="392671"/>
              <a:chOff x="458050" y="265600"/>
              <a:chExt cx="392675" cy="392675"/>
            </a:xfrm>
          </p:grpSpPr>
          <p:sp>
            <p:nvSpPr>
              <p:cNvPr id="130" name="Google Shape;130;p15"/>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1" name="Google Shape;131;p15"/>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2" name="Google Shape;132;p15"/>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3" name="Google Shape;133;p15"/>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With Paragraph v2 - Image">
  <p:cSld name="CUSTOM_1">
    <p:bg>
      <p:bgPr>
        <a:solidFill>
          <a:schemeClr val="accent1"/>
        </a:solidFill>
        <a:effectLst/>
      </p:bgPr>
    </p:bg>
    <p:spTree>
      <p:nvGrpSpPr>
        <p:cNvPr id="1" name="Shape 134"/>
        <p:cNvGrpSpPr/>
        <p:nvPr/>
      </p:nvGrpSpPr>
      <p:grpSpPr>
        <a:xfrm>
          <a:off x="0" y="0"/>
          <a:ext cx="0" cy="0"/>
          <a:chOff x="0" y="0"/>
          <a:chExt cx="0" cy="0"/>
        </a:xfrm>
      </p:grpSpPr>
      <p:sp>
        <p:nvSpPr>
          <p:cNvPr id="135" name="Google Shape;135;p16"/>
          <p:cNvSpPr/>
          <p:nvPr/>
        </p:nvSpPr>
        <p:spPr>
          <a:xfrm>
            <a:off x="6860150" y="-3575"/>
            <a:ext cx="2365200" cy="51435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6" name="Google Shape;136;p16"/>
          <p:cNvSpPr txBox="1">
            <a:spLocks noGrp="1"/>
          </p:cNvSpPr>
          <p:nvPr>
            <p:ph type="title"/>
          </p:nvPr>
        </p:nvSpPr>
        <p:spPr>
          <a:xfrm>
            <a:off x="628425" y="561800"/>
            <a:ext cx="3739200" cy="458100"/>
          </a:xfrm>
          <a:prstGeom prst="rect">
            <a:avLst/>
          </a:prstGeom>
        </p:spPr>
        <p:txBody>
          <a:bodyPr spcFirstLastPara="1" wrap="square" lIns="0" tIns="0" rIns="0" bIns="0" anchor="t" anchorCtr="0">
            <a:noAutofit/>
          </a:bodyPr>
          <a:lstStyle>
            <a:lvl1pPr lvl="0">
              <a:spcBef>
                <a:spcPts val="0"/>
              </a:spcBef>
              <a:spcAft>
                <a:spcPts val="0"/>
              </a:spcAft>
              <a:buClr>
                <a:schemeClr val="accent4"/>
              </a:buClr>
              <a:buSzPts val="2000"/>
              <a:buNone/>
              <a:defRPr>
                <a:solidFill>
                  <a:schemeClr val="accent4"/>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37" name="Google Shape;137;p16"/>
          <p:cNvSpPr>
            <a:spLocks noGrp="1"/>
          </p:cNvSpPr>
          <p:nvPr>
            <p:ph type="pic" idx="2"/>
          </p:nvPr>
        </p:nvSpPr>
        <p:spPr>
          <a:xfrm>
            <a:off x="4664825" y="975600"/>
            <a:ext cx="4213800" cy="3192300"/>
          </a:xfrm>
          <a:prstGeom prst="snip1Rect">
            <a:avLst>
              <a:gd name="adj" fmla="val 16667"/>
            </a:avLst>
          </a:prstGeom>
          <a:noFill/>
          <a:ln>
            <a:noFill/>
          </a:ln>
        </p:spPr>
      </p:sp>
      <p:sp>
        <p:nvSpPr>
          <p:cNvPr id="138" name="Google Shape;138;p16"/>
          <p:cNvSpPr txBox="1">
            <a:spLocks noGrp="1"/>
          </p:cNvSpPr>
          <p:nvPr>
            <p:ph type="body" idx="1"/>
          </p:nvPr>
        </p:nvSpPr>
        <p:spPr>
          <a:xfrm>
            <a:off x="613575" y="1514238"/>
            <a:ext cx="3739200" cy="24711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grpSp>
        <p:nvGrpSpPr>
          <p:cNvPr id="139" name="Google Shape;139;p16"/>
          <p:cNvGrpSpPr/>
          <p:nvPr/>
        </p:nvGrpSpPr>
        <p:grpSpPr>
          <a:xfrm>
            <a:off x="7788867" y="-840619"/>
            <a:ext cx="2277538" cy="2277538"/>
            <a:chOff x="987244" y="313753"/>
            <a:chExt cx="555321" cy="555321"/>
          </a:xfrm>
        </p:grpSpPr>
        <p:grpSp>
          <p:nvGrpSpPr>
            <p:cNvPr id="140" name="Google Shape;140;p16"/>
            <p:cNvGrpSpPr/>
            <p:nvPr/>
          </p:nvGrpSpPr>
          <p:grpSpPr>
            <a:xfrm>
              <a:off x="1068575" y="395075"/>
              <a:ext cx="392675" cy="392675"/>
              <a:chOff x="458050" y="265600"/>
              <a:chExt cx="392675" cy="392675"/>
            </a:xfrm>
          </p:grpSpPr>
          <p:sp>
            <p:nvSpPr>
              <p:cNvPr id="141" name="Google Shape;141;p16"/>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2" name="Google Shape;142;p16"/>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3" name="Google Shape;143;p16"/>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4" name="Google Shape;144;p16"/>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45" name="Google Shape;145;p16"/>
            <p:cNvGrpSpPr/>
            <p:nvPr/>
          </p:nvGrpSpPr>
          <p:grpSpPr>
            <a:xfrm rot="-2700000">
              <a:off x="1068569" y="395078"/>
              <a:ext cx="392671" cy="392671"/>
              <a:chOff x="458050" y="265600"/>
              <a:chExt cx="392675" cy="392675"/>
            </a:xfrm>
          </p:grpSpPr>
          <p:sp>
            <p:nvSpPr>
              <p:cNvPr id="146" name="Google Shape;146;p16"/>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7" name="Google Shape;147;p16"/>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8" name="Google Shape;148;p16"/>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9" name="Google Shape;149;p16"/>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grpSp>
        <p:nvGrpSpPr>
          <p:cNvPr id="150" name="Google Shape;150;p16"/>
          <p:cNvGrpSpPr/>
          <p:nvPr/>
        </p:nvGrpSpPr>
        <p:grpSpPr>
          <a:xfrm>
            <a:off x="73663" y="4895554"/>
            <a:ext cx="392675" cy="392675"/>
            <a:chOff x="458050" y="265600"/>
            <a:chExt cx="392675" cy="392675"/>
          </a:xfrm>
        </p:grpSpPr>
        <p:sp>
          <p:nvSpPr>
            <p:cNvPr id="151" name="Google Shape;151;p16"/>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2" name="Google Shape;152;p16"/>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3" name="Google Shape;153;p16"/>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4" name="Google Shape;154;p16"/>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55" name="Google Shape;155;p16"/>
          <p:cNvGrpSpPr/>
          <p:nvPr/>
        </p:nvGrpSpPr>
        <p:grpSpPr>
          <a:xfrm>
            <a:off x="613563" y="4895542"/>
            <a:ext cx="392675" cy="392675"/>
            <a:chOff x="458050" y="265600"/>
            <a:chExt cx="392675" cy="392675"/>
          </a:xfrm>
        </p:grpSpPr>
        <p:sp>
          <p:nvSpPr>
            <p:cNvPr id="156" name="Google Shape;156;p16"/>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7" name="Google Shape;157;p16"/>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8" name="Google Shape;158;p16"/>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9" name="Google Shape;159;p16"/>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60" name="Google Shape;160;p16"/>
          <p:cNvGrpSpPr/>
          <p:nvPr/>
        </p:nvGrpSpPr>
        <p:grpSpPr>
          <a:xfrm>
            <a:off x="348063" y="4502879"/>
            <a:ext cx="392675" cy="392675"/>
            <a:chOff x="458050" y="265600"/>
            <a:chExt cx="392675" cy="392675"/>
          </a:xfrm>
        </p:grpSpPr>
        <p:sp>
          <p:nvSpPr>
            <p:cNvPr id="161" name="Google Shape;161;p16"/>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62" name="Google Shape;162;p16"/>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63" name="Google Shape;163;p16"/>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64" name="Google Shape;164;p16"/>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lide With Paragraph v1">
  <p:cSld name="CUSTOM_1_1">
    <p:bg>
      <p:bgPr>
        <a:solidFill>
          <a:schemeClr val="accent1"/>
        </a:solidFill>
        <a:effectLst/>
      </p:bgPr>
    </p:bg>
    <p:spTree>
      <p:nvGrpSpPr>
        <p:cNvPr id="1" name="Shape 165"/>
        <p:cNvGrpSpPr/>
        <p:nvPr/>
      </p:nvGrpSpPr>
      <p:grpSpPr>
        <a:xfrm>
          <a:off x="0" y="0"/>
          <a:ext cx="0" cy="0"/>
          <a:chOff x="0" y="0"/>
          <a:chExt cx="0" cy="0"/>
        </a:xfrm>
      </p:grpSpPr>
      <p:sp>
        <p:nvSpPr>
          <p:cNvPr id="166" name="Google Shape;166;p17"/>
          <p:cNvSpPr/>
          <p:nvPr/>
        </p:nvSpPr>
        <p:spPr>
          <a:xfrm>
            <a:off x="8656225" y="0"/>
            <a:ext cx="559500" cy="51435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67" name="Google Shape;167;p17"/>
          <p:cNvSpPr txBox="1">
            <a:spLocks noGrp="1"/>
          </p:cNvSpPr>
          <p:nvPr>
            <p:ph type="title"/>
          </p:nvPr>
        </p:nvSpPr>
        <p:spPr>
          <a:xfrm>
            <a:off x="284850" y="561800"/>
            <a:ext cx="7596900" cy="458100"/>
          </a:xfrm>
          <a:prstGeom prst="rect">
            <a:avLst/>
          </a:prstGeom>
        </p:spPr>
        <p:txBody>
          <a:bodyPr spcFirstLastPara="1" wrap="square" lIns="0" tIns="0" rIns="0" bIns="0" anchor="t" anchorCtr="0">
            <a:noAutofit/>
          </a:bodyPr>
          <a:lstStyle>
            <a:lvl1pPr lvl="0">
              <a:spcBef>
                <a:spcPts val="0"/>
              </a:spcBef>
              <a:spcAft>
                <a:spcPts val="0"/>
              </a:spcAft>
              <a:buClr>
                <a:schemeClr val="accent4"/>
              </a:buClr>
              <a:buSzPts val="2000"/>
              <a:buNone/>
              <a:defRPr>
                <a:solidFill>
                  <a:schemeClr val="accent4"/>
                </a:solidFill>
              </a:defRPr>
            </a:lvl1pPr>
            <a:lvl2pPr lvl="1">
              <a:spcBef>
                <a:spcPts val="0"/>
              </a:spcBef>
              <a:spcAft>
                <a:spcPts val="0"/>
              </a:spcAft>
              <a:buClr>
                <a:schemeClr val="accent4"/>
              </a:buClr>
              <a:buSzPts val="2000"/>
              <a:buNone/>
              <a:defRPr>
                <a:solidFill>
                  <a:schemeClr val="accent4"/>
                </a:solidFill>
              </a:defRPr>
            </a:lvl2pPr>
            <a:lvl3pPr lvl="2">
              <a:spcBef>
                <a:spcPts val="0"/>
              </a:spcBef>
              <a:spcAft>
                <a:spcPts val="0"/>
              </a:spcAft>
              <a:buClr>
                <a:schemeClr val="accent4"/>
              </a:buClr>
              <a:buSzPts val="2000"/>
              <a:buNone/>
              <a:defRPr>
                <a:solidFill>
                  <a:schemeClr val="accent4"/>
                </a:solidFill>
              </a:defRPr>
            </a:lvl3pPr>
            <a:lvl4pPr lvl="3">
              <a:spcBef>
                <a:spcPts val="0"/>
              </a:spcBef>
              <a:spcAft>
                <a:spcPts val="0"/>
              </a:spcAft>
              <a:buClr>
                <a:schemeClr val="accent4"/>
              </a:buClr>
              <a:buSzPts val="2000"/>
              <a:buNone/>
              <a:defRPr>
                <a:solidFill>
                  <a:schemeClr val="accent4"/>
                </a:solidFill>
              </a:defRPr>
            </a:lvl4pPr>
            <a:lvl5pPr lvl="4">
              <a:spcBef>
                <a:spcPts val="0"/>
              </a:spcBef>
              <a:spcAft>
                <a:spcPts val="0"/>
              </a:spcAft>
              <a:buClr>
                <a:schemeClr val="accent4"/>
              </a:buClr>
              <a:buSzPts val="2000"/>
              <a:buNone/>
              <a:defRPr>
                <a:solidFill>
                  <a:schemeClr val="accent4"/>
                </a:solidFill>
              </a:defRPr>
            </a:lvl5pPr>
            <a:lvl6pPr lvl="5">
              <a:spcBef>
                <a:spcPts val="0"/>
              </a:spcBef>
              <a:spcAft>
                <a:spcPts val="0"/>
              </a:spcAft>
              <a:buClr>
                <a:schemeClr val="accent4"/>
              </a:buClr>
              <a:buSzPts val="2000"/>
              <a:buNone/>
              <a:defRPr>
                <a:solidFill>
                  <a:schemeClr val="accent4"/>
                </a:solidFill>
              </a:defRPr>
            </a:lvl6pPr>
            <a:lvl7pPr lvl="6">
              <a:spcBef>
                <a:spcPts val="0"/>
              </a:spcBef>
              <a:spcAft>
                <a:spcPts val="0"/>
              </a:spcAft>
              <a:buClr>
                <a:schemeClr val="accent4"/>
              </a:buClr>
              <a:buSzPts val="2000"/>
              <a:buNone/>
              <a:defRPr>
                <a:solidFill>
                  <a:schemeClr val="accent4"/>
                </a:solidFill>
              </a:defRPr>
            </a:lvl7pPr>
            <a:lvl8pPr lvl="7">
              <a:spcBef>
                <a:spcPts val="0"/>
              </a:spcBef>
              <a:spcAft>
                <a:spcPts val="0"/>
              </a:spcAft>
              <a:buClr>
                <a:schemeClr val="accent4"/>
              </a:buClr>
              <a:buSzPts val="2000"/>
              <a:buNone/>
              <a:defRPr>
                <a:solidFill>
                  <a:schemeClr val="accent4"/>
                </a:solidFill>
              </a:defRPr>
            </a:lvl8pPr>
            <a:lvl9pPr lvl="8">
              <a:spcBef>
                <a:spcPts val="0"/>
              </a:spcBef>
              <a:spcAft>
                <a:spcPts val="0"/>
              </a:spcAft>
              <a:buClr>
                <a:schemeClr val="accent4"/>
              </a:buClr>
              <a:buSzPts val="2000"/>
              <a:buNone/>
              <a:defRPr>
                <a:solidFill>
                  <a:schemeClr val="accent4"/>
                </a:solidFill>
              </a:defRPr>
            </a:lvl9pPr>
          </a:lstStyle>
          <a:p>
            <a:endParaRPr/>
          </a:p>
        </p:txBody>
      </p:sp>
      <p:sp>
        <p:nvSpPr>
          <p:cNvPr id="168" name="Google Shape;168;p17"/>
          <p:cNvSpPr txBox="1">
            <a:spLocks noGrp="1"/>
          </p:cNvSpPr>
          <p:nvPr>
            <p:ph type="body" idx="1"/>
          </p:nvPr>
        </p:nvSpPr>
        <p:spPr>
          <a:xfrm>
            <a:off x="270000" y="1219975"/>
            <a:ext cx="7596900" cy="27654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grpSp>
        <p:nvGrpSpPr>
          <p:cNvPr id="169" name="Google Shape;169;p17"/>
          <p:cNvGrpSpPr/>
          <p:nvPr/>
        </p:nvGrpSpPr>
        <p:grpSpPr>
          <a:xfrm>
            <a:off x="73663" y="4677163"/>
            <a:ext cx="392675" cy="392675"/>
            <a:chOff x="458050" y="265600"/>
            <a:chExt cx="392675" cy="392675"/>
          </a:xfrm>
        </p:grpSpPr>
        <p:sp>
          <p:nvSpPr>
            <p:cNvPr id="170" name="Google Shape;170;p17"/>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71" name="Google Shape;171;p17"/>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72" name="Google Shape;172;p17"/>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73" name="Google Shape;173;p17"/>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74" name="Google Shape;174;p17"/>
          <p:cNvGrpSpPr/>
          <p:nvPr/>
        </p:nvGrpSpPr>
        <p:grpSpPr>
          <a:xfrm>
            <a:off x="613563" y="4677150"/>
            <a:ext cx="392675" cy="392675"/>
            <a:chOff x="458050" y="265600"/>
            <a:chExt cx="392675" cy="392675"/>
          </a:xfrm>
        </p:grpSpPr>
        <p:sp>
          <p:nvSpPr>
            <p:cNvPr id="175" name="Google Shape;175;p17"/>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76" name="Google Shape;176;p17"/>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77" name="Google Shape;177;p17"/>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78" name="Google Shape;178;p17"/>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79" name="Google Shape;179;p17"/>
          <p:cNvGrpSpPr/>
          <p:nvPr/>
        </p:nvGrpSpPr>
        <p:grpSpPr>
          <a:xfrm>
            <a:off x="348063" y="4284488"/>
            <a:ext cx="392675" cy="392675"/>
            <a:chOff x="458050" y="265600"/>
            <a:chExt cx="392675" cy="392675"/>
          </a:xfrm>
        </p:grpSpPr>
        <p:sp>
          <p:nvSpPr>
            <p:cNvPr id="180" name="Google Shape;180;p17"/>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81" name="Google Shape;181;p17"/>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82" name="Google Shape;182;p17"/>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83" name="Google Shape;183;p17"/>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184" name="Google Shape;184;p17"/>
          <p:cNvSpPr/>
          <p:nvPr/>
        </p:nvSpPr>
        <p:spPr>
          <a:xfrm>
            <a:off x="8137749" y="-626998"/>
            <a:ext cx="1588200" cy="1588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lide with 3 paragraphs">
  <p:cSld name="CUSTOM_1_1_1">
    <p:bg>
      <p:bgPr>
        <a:solidFill>
          <a:schemeClr val="accent1"/>
        </a:solidFill>
        <a:effectLst/>
      </p:bgPr>
    </p:bg>
    <p:spTree>
      <p:nvGrpSpPr>
        <p:cNvPr id="1" name="Shape 185"/>
        <p:cNvGrpSpPr/>
        <p:nvPr/>
      </p:nvGrpSpPr>
      <p:grpSpPr>
        <a:xfrm>
          <a:off x="0" y="0"/>
          <a:ext cx="0" cy="0"/>
          <a:chOff x="0" y="0"/>
          <a:chExt cx="0" cy="0"/>
        </a:xfrm>
      </p:grpSpPr>
      <p:sp>
        <p:nvSpPr>
          <p:cNvPr id="186" name="Google Shape;186;p18"/>
          <p:cNvSpPr txBox="1">
            <a:spLocks noGrp="1"/>
          </p:cNvSpPr>
          <p:nvPr>
            <p:ph type="body" idx="1"/>
          </p:nvPr>
        </p:nvSpPr>
        <p:spPr>
          <a:xfrm>
            <a:off x="270000" y="1410798"/>
            <a:ext cx="2346900" cy="2430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187" name="Google Shape;187;p18"/>
          <p:cNvSpPr txBox="1">
            <a:spLocks noGrp="1"/>
          </p:cNvSpPr>
          <p:nvPr>
            <p:ph type="body" idx="2"/>
          </p:nvPr>
        </p:nvSpPr>
        <p:spPr>
          <a:xfrm>
            <a:off x="6235900" y="1410798"/>
            <a:ext cx="2346900" cy="2430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188" name="Google Shape;188;p18"/>
          <p:cNvSpPr txBox="1">
            <a:spLocks noGrp="1"/>
          </p:cNvSpPr>
          <p:nvPr>
            <p:ph type="body" idx="3"/>
          </p:nvPr>
        </p:nvSpPr>
        <p:spPr>
          <a:xfrm>
            <a:off x="3312275" y="1410798"/>
            <a:ext cx="2346900" cy="2430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189" name="Google Shape;189;p18"/>
          <p:cNvSpPr/>
          <p:nvPr/>
        </p:nvSpPr>
        <p:spPr>
          <a:xfrm>
            <a:off x="-890750" y="4354625"/>
            <a:ext cx="2449800" cy="1093800"/>
          </a:xfrm>
          <a:prstGeom prst="snip1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90" name="Google Shape;190;p18"/>
          <p:cNvSpPr/>
          <p:nvPr/>
        </p:nvSpPr>
        <p:spPr>
          <a:xfrm rot="10800000">
            <a:off x="7634350" y="-519750"/>
            <a:ext cx="2449800" cy="1093800"/>
          </a:xfrm>
          <a:prstGeom prst="snip1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91" name="Google Shape;191;p18"/>
          <p:cNvGrpSpPr/>
          <p:nvPr/>
        </p:nvGrpSpPr>
        <p:grpSpPr>
          <a:xfrm>
            <a:off x="-307337" y="4600963"/>
            <a:ext cx="392675" cy="392675"/>
            <a:chOff x="458050" y="265600"/>
            <a:chExt cx="392675" cy="392675"/>
          </a:xfrm>
        </p:grpSpPr>
        <p:sp>
          <p:nvSpPr>
            <p:cNvPr id="192" name="Google Shape;192;p18"/>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93" name="Google Shape;193;p18"/>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94" name="Google Shape;194;p18"/>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95" name="Google Shape;195;p18"/>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96" name="Google Shape;196;p18"/>
          <p:cNvGrpSpPr/>
          <p:nvPr/>
        </p:nvGrpSpPr>
        <p:grpSpPr>
          <a:xfrm>
            <a:off x="232563" y="4600950"/>
            <a:ext cx="392675" cy="392675"/>
            <a:chOff x="458050" y="265600"/>
            <a:chExt cx="392675" cy="392675"/>
          </a:xfrm>
        </p:grpSpPr>
        <p:sp>
          <p:nvSpPr>
            <p:cNvPr id="197" name="Google Shape;197;p18"/>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98" name="Google Shape;198;p18"/>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99" name="Google Shape;199;p18"/>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00" name="Google Shape;200;p18"/>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201" name="Google Shape;201;p18"/>
          <p:cNvGrpSpPr/>
          <p:nvPr/>
        </p:nvGrpSpPr>
        <p:grpSpPr>
          <a:xfrm>
            <a:off x="-38206" y="4219963"/>
            <a:ext cx="392675" cy="392675"/>
            <a:chOff x="458050" y="265600"/>
            <a:chExt cx="392675" cy="392675"/>
          </a:xfrm>
        </p:grpSpPr>
        <p:sp>
          <p:nvSpPr>
            <p:cNvPr id="202" name="Google Shape;202;p18"/>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03" name="Google Shape;203;p18"/>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04" name="Google Shape;204;p18"/>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05" name="Google Shape;205;p18"/>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206" name="Google Shape;206;p18"/>
          <p:cNvGrpSpPr/>
          <p:nvPr/>
        </p:nvGrpSpPr>
        <p:grpSpPr>
          <a:xfrm>
            <a:off x="501694" y="4219950"/>
            <a:ext cx="392675" cy="392675"/>
            <a:chOff x="458050" y="265600"/>
            <a:chExt cx="392675" cy="392675"/>
          </a:xfrm>
        </p:grpSpPr>
        <p:sp>
          <p:nvSpPr>
            <p:cNvPr id="207" name="Google Shape;207;p18"/>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08" name="Google Shape;208;p18"/>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09" name="Google Shape;209;p18"/>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10" name="Google Shape;210;p18"/>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211" name="Google Shape;211;p18"/>
          <p:cNvGrpSpPr/>
          <p:nvPr/>
        </p:nvGrpSpPr>
        <p:grpSpPr>
          <a:xfrm>
            <a:off x="8137738" y="-49687"/>
            <a:ext cx="392675" cy="392675"/>
            <a:chOff x="458050" y="265600"/>
            <a:chExt cx="392675" cy="392675"/>
          </a:xfrm>
        </p:grpSpPr>
        <p:sp>
          <p:nvSpPr>
            <p:cNvPr id="212" name="Google Shape;212;p18"/>
            <p:cNvSpPr/>
            <p:nvPr/>
          </p:nvSpPr>
          <p:spPr>
            <a:xfrm>
              <a:off x="638050" y="265600"/>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13" name="Google Shape;213;p18"/>
            <p:cNvSpPr/>
            <p:nvPr/>
          </p:nvSpPr>
          <p:spPr>
            <a:xfrm>
              <a:off x="638050" y="5229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14" name="Google Shape;214;p18"/>
            <p:cNvSpPr/>
            <p:nvPr/>
          </p:nvSpPr>
          <p:spPr>
            <a:xfrm rot="-5400000">
              <a:off x="509350"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15" name="Google Shape;215;p18"/>
            <p:cNvSpPr/>
            <p:nvPr/>
          </p:nvSpPr>
          <p:spPr>
            <a:xfrm rot="-5400000">
              <a:off x="766725"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216" name="Google Shape;216;p18"/>
          <p:cNvGrpSpPr/>
          <p:nvPr/>
        </p:nvGrpSpPr>
        <p:grpSpPr>
          <a:xfrm>
            <a:off x="8677638" y="-49700"/>
            <a:ext cx="392675" cy="392675"/>
            <a:chOff x="458050" y="265600"/>
            <a:chExt cx="392675" cy="392675"/>
          </a:xfrm>
        </p:grpSpPr>
        <p:sp>
          <p:nvSpPr>
            <p:cNvPr id="217" name="Google Shape;217;p18"/>
            <p:cNvSpPr/>
            <p:nvPr/>
          </p:nvSpPr>
          <p:spPr>
            <a:xfrm>
              <a:off x="638050" y="265600"/>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18" name="Google Shape;218;p18"/>
            <p:cNvSpPr/>
            <p:nvPr/>
          </p:nvSpPr>
          <p:spPr>
            <a:xfrm>
              <a:off x="638050" y="5229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19" name="Google Shape;219;p18"/>
            <p:cNvSpPr/>
            <p:nvPr/>
          </p:nvSpPr>
          <p:spPr>
            <a:xfrm rot="-5400000">
              <a:off x="509350"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20" name="Google Shape;220;p18"/>
            <p:cNvSpPr/>
            <p:nvPr/>
          </p:nvSpPr>
          <p:spPr>
            <a:xfrm rot="-5400000">
              <a:off x="766725"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221" name="Google Shape;221;p18"/>
          <p:cNvSpPr/>
          <p:nvPr/>
        </p:nvSpPr>
        <p:spPr>
          <a:xfrm>
            <a:off x="8137749" y="4148902"/>
            <a:ext cx="1588200" cy="1588200"/>
          </a:xfrm>
          <a:prstGeom prst="donut">
            <a:avLst>
              <a:gd name="adj" fmla="val 17041"/>
            </a:avLst>
          </a:prstGeom>
          <a:noFill/>
          <a:ln w="38100" cap="flat" cmpd="sng">
            <a:solidFill>
              <a:schemeClr val="accent3"/>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22" name="Google Shape;222;p18"/>
          <p:cNvSpPr txBox="1">
            <a:spLocks noGrp="1"/>
          </p:cNvSpPr>
          <p:nvPr>
            <p:ph type="title"/>
          </p:nvPr>
        </p:nvSpPr>
        <p:spPr>
          <a:xfrm>
            <a:off x="284850" y="574050"/>
            <a:ext cx="7596900" cy="458100"/>
          </a:xfrm>
          <a:prstGeom prst="rect">
            <a:avLst/>
          </a:prstGeom>
        </p:spPr>
        <p:txBody>
          <a:bodyPr spcFirstLastPara="1" wrap="square" lIns="0" tIns="0" rIns="0" bIns="0" anchor="t" anchorCtr="0">
            <a:noAutofit/>
          </a:bodyPr>
          <a:lstStyle>
            <a:lvl1pPr lvl="0">
              <a:spcBef>
                <a:spcPts val="0"/>
              </a:spcBef>
              <a:spcAft>
                <a:spcPts val="0"/>
              </a:spcAft>
              <a:buClr>
                <a:schemeClr val="accent4"/>
              </a:buClr>
              <a:buSzPts val="2000"/>
              <a:buNone/>
              <a:defRPr>
                <a:solidFill>
                  <a:schemeClr val="accent4"/>
                </a:solidFill>
              </a:defRPr>
            </a:lvl1pPr>
            <a:lvl2pPr lvl="1">
              <a:spcBef>
                <a:spcPts val="0"/>
              </a:spcBef>
              <a:spcAft>
                <a:spcPts val="0"/>
              </a:spcAft>
              <a:buClr>
                <a:schemeClr val="accent4"/>
              </a:buClr>
              <a:buSzPts val="2000"/>
              <a:buNone/>
              <a:defRPr>
                <a:solidFill>
                  <a:schemeClr val="accent4"/>
                </a:solidFill>
              </a:defRPr>
            </a:lvl2pPr>
            <a:lvl3pPr lvl="2">
              <a:spcBef>
                <a:spcPts val="0"/>
              </a:spcBef>
              <a:spcAft>
                <a:spcPts val="0"/>
              </a:spcAft>
              <a:buClr>
                <a:schemeClr val="accent4"/>
              </a:buClr>
              <a:buSzPts val="2000"/>
              <a:buNone/>
              <a:defRPr>
                <a:solidFill>
                  <a:schemeClr val="accent4"/>
                </a:solidFill>
              </a:defRPr>
            </a:lvl3pPr>
            <a:lvl4pPr lvl="3">
              <a:spcBef>
                <a:spcPts val="0"/>
              </a:spcBef>
              <a:spcAft>
                <a:spcPts val="0"/>
              </a:spcAft>
              <a:buClr>
                <a:schemeClr val="accent4"/>
              </a:buClr>
              <a:buSzPts val="2000"/>
              <a:buNone/>
              <a:defRPr>
                <a:solidFill>
                  <a:schemeClr val="accent4"/>
                </a:solidFill>
              </a:defRPr>
            </a:lvl4pPr>
            <a:lvl5pPr lvl="4">
              <a:spcBef>
                <a:spcPts val="0"/>
              </a:spcBef>
              <a:spcAft>
                <a:spcPts val="0"/>
              </a:spcAft>
              <a:buClr>
                <a:schemeClr val="accent4"/>
              </a:buClr>
              <a:buSzPts val="2000"/>
              <a:buNone/>
              <a:defRPr>
                <a:solidFill>
                  <a:schemeClr val="accent4"/>
                </a:solidFill>
              </a:defRPr>
            </a:lvl5pPr>
            <a:lvl6pPr lvl="5">
              <a:spcBef>
                <a:spcPts val="0"/>
              </a:spcBef>
              <a:spcAft>
                <a:spcPts val="0"/>
              </a:spcAft>
              <a:buClr>
                <a:schemeClr val="accent4"/>
              </a:buClr>
              <a:buSzPts val="2000"/>
              <a:buNone/>
              <a:defRPr>
                <a:solidFill>
                  <a:schemeClr val="accent4"/>
                </a:solidFill>
              </a:defRPr>
            </a:lvl6pPr>
            <a:lvl7pPr lvl="6">
              <a:spcBef>
                <a:spcPts val="0"/>
              </a:spcBef>
              <a:spcAft>
                <a:spcPts val="0"/>
              </a:spcAft>
              <a:buClr>
                <a:schemeClr val="accent4"/>
              </a:buClr>
              <a:buSzPts val="2000"/>
              <a:buNone/>
              <a:defRPr>
                <a:solidFill>
                  <a:schemeClr val="accent4"/>
                </a:solidFill>
              </a:defRPr>
            </a:lvl7pPr>
            <a:lvl8pPr lvl="7">
              <a:spcBef>
                <a:spcPts val="0"/>
              </a:spcBef>
              <a:spcAft>
                <a:spcPts val="0"/>
              </a:spcAft>
              <a:buClr>
                <a:schemeClr val="accent4"/>
              </a:buClr>
              <a:buSzPts val="2000"/>
              <a:buNone/>
              <a:defRPr>
                <a:solidFill>
                  <a:schemeClr val="accent4"/>
                </a:solidFill>
              </a:defRPr>
            </a:lvl8pPr>
            <a:lvl9pPr lvl="8">
              <a:spcBef>
                <a:spcPts val="0"/>
              </a:spcBef>
              <a:spcAft>
                <a:spcPts val="0"/>
              </a:spcAft>
              <a:buClr>
                <a:schemeClr val="accent4"/>
              </a:buClr>
              <a:buSzPts val="2000"/>
              <a:buNone/>
              <a:defRPr>
                <a:solidFill>
                  <a:schemeClr val="accent4"/>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lide with an image and 4 bullets">
  <p:cSld name="CUSTOM_2">
    <p:bg>
      <p:bgPr>
        <a:solidFill>
          <a:schemeClr val="accent3"/>
        </a:solidFill>
        <a:effectLst/>
      </p:bgPr>
    </p:bg>
    <p:spTree>
      <p:nvGrpSpPr>
        <p:cNvPr id="1" name="Shape 223"/>
        <p:cNvGrpSpPr/>
        <p:nvPr/>
      </p:nvGrpSpPr>
      <p:grpSpPr>
        <a:xfrm>
          <a:off x="0" y="0"/>
          <a:ext cx="0" cy="0"/>
          <a:chOff x="0" y="0"/>
          <a:chExt cx="0" cy="0"/>
        </a:xfrm>
      </p:grpSpPr>
      <p:sp>
        <p:nvSpPr>
          <p:cNvPr id="224" name="Google Shape;224;p19"/>
          <p:cNvSpPr/>
          <p:nvPr/>
        </p:nvSpPr>
        <p:spPr>
          <a:xfrm>
            <a:off x="8361079" y="2599772"/>
            <a:ext cx="1588200" cy="1588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225" name="Google Shape;225;p19"/>
          <p:cNvGrpSpPr/>
          <p:nvPr/>
        </p:nvGrpSpPr>
        <p:grpSpPr>
          <a:xfrm>
            <a:off x="2378667" y="-688219"/>
            <a:ext cx="2277538" cy="2277538"/>
            <a:chOff x="987244" y="313753"/>
            <a:chExt cx="555321" cy="555321"/>
          </a:xfrm>
        </p:grpSpPr>
        <p:grpSp>
          <p:nvGrpSpPr>
            <p:cNvPr id="226" name="Google Shape;226;p19"/>
            <p:cNvGrpSpPr/>
            <p:nvPr/>
          </p:nvGrpSpPr>
          <p:grpSpPr>
            <a:xfrm>
              <a:off x="1068575" y="395075"/>
              <a:ext cx="392675" cy="392675"/>
              <a:chOff x="458050" y="265600"/>
              <a:chExt cx="392675" cy="392675"/>
            </a:xfrm>
          </p:grpSpPr>
          <p:sp>
            <p:nvSpPr>
              <p:cNvPr id="227" name="Google Shape;227;p19"/>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28" name="Google Shape;228;p19"/>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29" name="Google Shape;229;p19"/>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30" name="Google Shape;230;p19"/>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231" name="Google Shape;231;p19"/>
            <p:cNvGrpSpPr/>
            <p:nvPr/>
          </p:nvGrpSpPr>
          <p:grpSpPr>
            <a:xfrm rot="-2700000">
              <a:off x="1068569" y="395078"/>
              <a:ext cx="392671" cy="392671"/>
              <a:chOff x="458050" y="265600"/>
              <a:chExt cx="392675" cy="392675"/>
            </a:xfrm>
          </p:grpSpPr>
          <p:sp>
            <p:nvSpPr>
              <p:cNvPr id="232" name="Google Shape;232;p19"/>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33" name="Google Shape;233;p19"/>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34" name="Google Shape;234;p19"/>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35" name="Google Shape;235;p19"/>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sp>
        <p:nvSpPr>
          <p:cNvPr id="236" name="Google Shape;236;p19"/>
          <p:cNvSpPr/>
          <p:nvPr/>
        </p:nvSpPr>
        <p:spPr>
          <a:xfrm>
            <a:off x="-60650" y="2429400"/>
            <a:ext cx="4167600" cy="2761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37" name="Google Shape;237;p19"/>
          <p:cNvSpPr/>
          <p:nvPr/>
        </p:nvSpPr>
        <p:spPr>
          <a:xfrm>
            <a:off x="4651625" y="1951925"/>
            <a:ext cx="4194000" cy="845400"/>
          </a:xfrm>
          <a:prstGeom prst="snip1Rect">
            <a:avLst>
              <a:gd name="adj" fmla="val 277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38" name="Google Shape;238;p19"/>
          <p:cNvSpPr txBox="1">
            <a:spLocks noGrp="1"/>
          </p:cNvSpPr>
          <p:nvPr>
            <p:ph type="title"/>
          </p:nvPr>
        </p:nvSpPr>
        <p:spPr>
          <a:xfrm>
            <a:off x="4664825" y="269950"/>
            <a:ext cx="4167600" cy="458100"/>
          </a:xfrm>
          <a:prstGeom prst="rect">
            <a:avLst/>
          </a:prstGeom>
        </p:spPr>
        <p:txBody>
          <a:bodyPr spcFirstLastPara="1" wrap="square" lIns="0" tIns="0" rIns="0" bIns="0" anchor="b" anchorCtr="0">
            <a:noAutofit/>
          </a:bodyPr>
          <a:lstStyle>
            <a:lvl1pPr lvl="0">
              <a:spcBef>
                <a:spcPts val="0"/>
              </a:spcBef>
              <a:spcAft>
                <a:spcPts val="0"/>
              </a:spcAft>
              <a:buSzPts val="2000"/>
              <a:buNone/>
              <a:defRPr sz="20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239" name="Google Shape;239;p19"/>
          <p:cNvSpPr txBox="1">
            <a:spLocks noGrp="1"/>
          </p:cNvSpPr>
          <p:nvPr>
            <p:ph type="body" idx="1"/>
          </p:nvPr>
        </p:nvSpPr>
        <p:spPr>
          <a:xfrm>
            <a:off x="5203850" y="2064275"/>
            <a:ext cx="3452100" cy="620700"/>
          </a:xfrm>
          <a:prstGeom prst="rect">
            <a:avLst/>
          </a:prstGeom>
        </p:spPr>
        <p:txBody>
          <a:bodyPr spcFirstLastPara="1" wrap="square" lIns="0" tIns="0" rIns="0" bIns="0" anchor="ctr"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240" name="Google Shape;240;p19"/>
          <p:cNvSpPr/>
          <p:nvPr/>
        </p:nvSpPr>
        <p:spPr>
          <a:xfrm>
            <a:off x="4801450" y="2246225"/>
            <a:ext cx="256800" cy="256800"/>
          </a:xfrm>
          <a:prstGeom prst="diamond">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41" name="Google Shape;241;p19"/>
          <p:cNvSpPr/>
          <p:nvPr/>
        </p:nvSpPr>
        <p:spPr>
          <a:xfrm>
            <a:off x="4651625" y="2986563"/>
            <a:ext cx="4194000" cy="845400"/>
          </a:xfrm>
          <a:prstGeom prst="snip1Rect">
            <a:avLst>
              <a:gd name="adj" fmla="val 277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42" name="Google Shape;242;p19"/>
          <p:cNvSpPr txBox="1">
            <a:spLocks noGrp="1"/>
          </p:cNvSpPr>
          <p:nvPr>
            <p:ph type="body" idx="2"/>
          </p:nvPr>
        </p:nvSpPr>
        <p:spPr>
          <a:xfrm>
            <a:off x="5203850" y="3098913"/>
            <a:ext cx="3452100" cy="620700"/>
          </a:xfrm>
          <a:prstGeom prst="rect">
            <a:avLst/>
          </a:prstGeom>
        </p:spPr>
        <p:txBody>
          <a:bodyPr spcFirstLastPara="1" wrap="square" lIns="0" tIns="0" rIns="0" bIns="0" anchor="ctr"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243" name="Google Shape;243;p19"/>
          <p:cNvSpPr/>
          <p:nvPr/>
        </p:nvSpPr>
        <p:spPr>
          <a:xfrm>
            <a:off x="4801450" y="3280863"/>
            <a:ext cx="256800" cy="256800"/>
          </a:xfrm>
          <a:prstGeom prst="diamond">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44" name="Google Shape;244;p19"/>
          <p:cNvSpPr/>
          <p:nvPr/>
        </p:nvSpPr>
        <p:spPr>
          <a:xfrm>
            <a:off x="4664825" y="4021200"/>
            <a:ext cx="4194000" cy="845400"/>
          </a:xfrm>
          <a:prstGeom prst="snip1Rect">
            <a:avLst>
              <a:gd name="adj" fmla="val 277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45" name="Google Shape;245;p19"/>
          <p:cNvSpPr txBox="1">
            <a:spLocks noGrp="1"/>
          </p:cNvSpPr>
          <p:nvPr>
            <p:ph type="body" idx="3"/>
          </p:nvPr>
        </p:nvSpPr>
        <p:spPr>
          <a:xfrm>
            <a:off x="5217050" y="4133550"/>
            <a:ext cx="3452100" cy="620700"/>
          </a:xfrm>
          <a:prstGeom prst="rect">
            <a:avLst/>
          </a:prstGeom>
        </p:spPr>
        <p:txBody>
          <a:bodyPr spcFirstLastPara="1" wrap="square" lIns="0" tIns="0" rIns="0" bIns="0" anchor="ctr"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246" name="Google Shape;246;p19"/>
          <p:cNvSpPr/>
          <p:nvPr/>
        </p:nvSpPr>
        <p:spPr>
          <a:xfrm>
            <a:off x="4814650" y="4315500"/>
            <a:ext cx="256800" cy="256800"/>
          </a:xfrm>
          <a:prstGeom prst="diamond">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47" name="Google Shape;247;p19"/>
          <p:cNvSpPr/>
          <p:nvPr/>
        </p:nvSpPr>
        <p:spPr>
          <a:xfrm>
            <a:off x="-60650" y="-85625"/>
            <a:ext cx="2360700" cy="2515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48" name="Google Shape;248;p19"/>
          <p:cNvSpPr>
            <a:spLocks noGrp="1"/>
          </p:cNvSpPr>
          <p:nvPr>
            <p:ph type="pic" idx="4"/>
          </p:nvPr>
        </p:nvSpPr>
        <p:spPr>
          <a:xfrm>
            <a:off x="281825" y="267550"/>
            <a:ext cx="3476400" cy="4599000"/>
          </a:xfrm>
          <a:prstGeom prst="snip1Rect">
            <a:avLst>
              <a:gd name="adj" fmla="val 16667"/>
            </a:avLst>
          </a:prstGeom>
          <a:noFill/>
          <a:ln>
            <a:noFill/>
          </a:ln>
        </p:spPr>
      </p:sp>
      <p:sp>
        <p:nvSpPr>
          <p:cNvPr id="249" name="Google Shape;249;p19"/>
          <p:cNvSpPr/>
          <p:nvPr/>
        </p:nvSpPr>
        <p:spPr>
          <a:xfrm>
            <a:off x="-60650" y="4869525"/>
            <a:ext cx="342600" cy="3210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50" name="Google Shape;250;p19"/>
          <p:cNvSpPr/>
          <p:nvPr/>
        </p:nvSpPr>
        <p:spPr>
          <a:xfrm>
            <a:off x="4651625" y="917288"/>
            <a:ext cx="4194000" cy="845400"/>
          </a:xfrm>
          <a:prstGeom prst="snip1Rect">
            <a:avLst>
              <a:gd name="adj" fmla="val 277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51" name="Google Shape;251;p19"/>
          <p:cNvSpPr txBox="1">
            <a:spLocks noGrp="1"/>
          </p:cNvSpPr>
          <p:nvPr>
            <p:ph type="body" idx="5"/>
          </p:nvPr>
        </p:nvSpPr>
        <p:spPr>
          <a:xfrm>
            <a:off x="5203850" y="1029638"/>
            <a:ext cx="3452100" cy="620700"/>
          </a:xfrm>
          <a:prstGeom prst="rect">
            <a:avLst/>
          </a:prstGeom>
        </p:spPr>
        <p:txBody>
          <a:bodyPr spcFirstLastPara="1" wrap="square" lIns="0" tIns="0" rIns="0" bIns="0" anchor="ctr"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252" name="Google Shape;252;p19"/>
          <p:cNvSpPr/>
          <p:nvPr/>
        </p:nvSpPr>
        <p:spPr>
          <a:xfrm>
            <a:off x="4801450" y="1211588"/>
            <a:ext cx="256800" cy="256800"/>
          </a:xfrm>
          <a:prstGeom prst="diamond">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lide With Bullet Points v1">
  <p:cSld name="CUSTOM_2_1">
    <p:bg>
      <p:bgPr>
        <a:solidFill>
          <a:schemeClr val="accent3"/>
        </a:solidFill>
        <a:effectLst/>
      </p:bgPr>
    </p:bg>
    <p:spTree>
      <p:nvGrpSpPr>
        <p:cNvPr id="1" name="Shape 253"/>
        <p:cNvGrpSpPr/>
        <p:nvPr/>
      </p:nvGrpSpPr>
      <p:grpSpPr>
        <a:xfrm>
          <a:off x="0" y="0"/>
          <a:ext cx="0" cy="0"/>
          <a:chOff x="0" y="0"/>
          <a:chExt cx="0" cy="0"/>
        </a:xfrm>
      </p:grpSpPr>
      <p:sp>
        <p:nvSpPr>
          <p:cNvPr id="254" name="Google Shape;254;p20"/>
          <p:cNvSpPr/>
          <p:nvPr/>
        </p:nvSpPr>
        <p:spPr>
          <a:xfrm>
            <a:off x="8361079" y="4047572"/>
            <a:ext cx="1588200" cy="1588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255" name="Google Shape;255;p20"/>
          <p:cNvGrpSpPr/>
          <p:nvPr/>
        </p:nvGrpSpPr>
        <p:grpSpPr>
          <a:xfrm>
            <a:off x="2378667" y="-688219"/>
            <a:ext cx="2277538" cy="2277538"/>
            <a:chOff x="987244" y="313753"/>
            <a:chExt cx="555321" cy="555321"/>
          </a:xfrm>
        </p:grpSpPr>
        <p:grpSp>
          <p:nvGrpSpPr>
            <p:cNvPr id="256" name="Google Shape;256;p20"/>
            <p:cNvGrpSpPr/>
            <p:nvPr/>
          </p:nvGrpSpPr>
          <p:grpSpPr>
            <a:xfrm>
              <a:off x="1068575" y="395075"/>
              <a:ext cx="392675" cy="392675"/>
              <a:chOff x="458050" y="265600"/>
              <a:chExt cx="392675" cy="392675"/>
            </a:xfrm>
          </p:grpSpPr>
          <p:sp>
            <p:nvSpPr>
              <p:cNvPr id="257" name="Google Shape;257;p20"/>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58" name="Google Shape;258;p20"/>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59" name="Google Shape;259;p20"/>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60" name="Google Shape;260;p20"/>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261" name="Google Shape;261;p20"/>
            <p:cNvGrpSpPr/>
            <p:nvPr/>
          </p:nvGrpSpPr>
          <p:grpSpPr>
            <a:xfrm rot="-2700000">
              <a:off x="1068569" y="395078"/>
              <a:ext cx="392671" cy="392671"/>
              <a:chOff x="458050" y="265600"/>
              <a:chExt cx="392675" cy="392675"/>
            </a:xfrm>
          </p:grpSpPr>
          <p:sp>
            <p:nvSpPr>
              <p:cNvPr id="262" name="Google Shape;262;p20"/>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63" name="Google Shape;263;p20"/>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64" name="Google Shape;264;p20"/>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65" name="Google Shape;265;p20"/>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sp>
        <p:nvSpPr>
          <p:cNvPr id="266" name="Google Shape;266;p20"/>
          <p:cNvSpPr/>
          <p:nvPr/>
        </p:nvSpPr>
        <p:spPr>
          <a:xfrm>
            <a:off x="-60650" y="2429400"/>
            <a:ext cx="4167600" cy="2761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67" name="Google Shape;267;p20"/>
          <p:cNvSpPr txBox="1">
            <a:spLocks noGrp="1"/>
          </p:cNvSpPr>
          <p:nvPr>
            <p:ph type="title"/>
          </p:nvPr>
        </p:nvSpPr>
        <p:spPr>
          <a:xfrm>
            <a:off x="4664825" y="699100"/>
            <a:ext cx="4167600" cy="4581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268" name="Google Shape;268;p20"/>
          <p:cNvSpPr/>
          <p:nvPr/>
        </p:nvSpPr>
        <p:spPr>
          <a:xfrm>
            <a:off x="-60650" y="-85625"/>
            <a:ext cx="2360700" cy="2515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69" name="Google Shape;269;p20"/>
          <p:cNvSpPr>
            <a:spLocks noGrp="1"/>
          </p:cNvSpPr>
          <p:nvPr>
            <p:ph type="pic" idx="2"/>
          </p:nvPr>
        </p:nvSpPr>
        <p:spPr>
          <a:xfrm>
            <a:off x="281825" y="267550"/>
            <a:ext cx="3476400" cy="4599000"/>
          </a:xfrm>
          <a:prstGeom prst="snip1Rect">
            <a:avLst>
              <a:gd name="adj" fmla="val 16667"/>
            </a:avLst>
          </a:prstGeom>
          <a:noFill/>
          <a:ln>
            <a:noFill/>
          </a:ln>
        </p:spPr>
      </p:sp>
      <p:sp>
        <p:nvSpPr>
          <p:cNvPr id="270" name="Google Shape;270;p20"/>
          <p:cNvSpPr/>
          <p:nvPr/>
        </p:nvSpPr>
        <p:spPr>
          <a:xfrm>
            <a:off x="-60650" y="4869525"/>
            <a:ext cx="342600" cy="3210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71" name="Google Shape;271;p20"/>
          <p:cNvSpPr txBox="1">
            <a:spLocks noGrp="1"/>
          </p:cNvSpPr>
          <p:nvPr>
            <p:ph type="body" idx="1"/>
          </p:nvPr>
        </p:nvSpPr>
        <p:spPr>
          <a:xfrm>
            <a:off x="4734825" y="1458800"/>
            <a:ext cx="4097700" cy="2588700"/>
          </a:xfrm>
          <a:prstGeom prst="rect">
            <a:avLst/>
          </a:prstGeom>
        </p:spPr>
        <p:txBody>
          <a:bodyPr spcFirstLastPara="1" wrap="square" lIns="0" tIns="0" rIns="0" bIns="0" anchor="t"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lide With Bullet Points v2">
  <p:cSld name="CUSTOM_9">
    <p:bg>
      <p:bgPr>
        <a:solidFill>
          <a:schemeClr val="accent1"/>
        </a:solidFill>
        <a:effectLst/>
      </p:bgPr>
    </p:bg>
    <p:spTree>
      <p:nvGrpSpPr>
        <p:cNvPr id="1" name="Shape 272"/>
        <p:cNvGrpSpPr/>
        <p:nvPr/>
      </p:nvGrpSpPr>
      <p:grpSpPr>
        <a:xfrm>
          <a:off x="0" y="0"/>
          <a:ext cx="0" cy="0"/>
          <a:chOff x="0" y="0"/>
          <a:chExt cx="0" cy="0"/>
        </a:xfrm>
      </p:grpSpPr>
      <p:sp>
        <p:nvSpPr>
          <p:cNvPr id="273" name="Google Shape;273;p21"/>
          <p:cNvSpPr txBox="1">
            <a:spLocks noGrp="1"/>
          </p:cNvSpPr>
          <p:nvPr>
            <p:ph type="title"/>
          </p:nvPr>
        </p:nvSpPr>
        <p:spPr>
          <a:xfrm>
            <a:off x="311700" y="269950"/>
            <a:ext cx="4095000" cy="458100"/>
          </a:xfrm>
          <a:prstGeom prst="rect">
            <a:avLst/>
          </a:prstGeom>
        </p:spPr>
        <p:txBody>
          <a:bodyPr spcFirstLastPara="1" wrap="square" lIns="0" tIns="0" rIns="0" bIns="0" anchor="t" anchorCtr="0">
            <a:noAutofit/>
          </a:bodyPr>
          <a:lstStyle>
            <a:lvl1pPr lvl="0">
              <a:spcBef>
                <a:spcPts val="0"/>
              </a:spcBef>
              <a:spcAft>
                <a:spcPts val="0"/>
              </a:spcAft>
              <a:buClr>
                <a:schemeClr val="accent4"/>
              </a:buClr>
              <a:buSzPts val="2000"/>
              <a:buNone/>
              <a:defRPr>
                <a:solidFill>
                  <a:schemeClr val="accent4"/>
                </a:solidFill>
              </a:defRPr>
            </a:lvl1pPr>
            <a:lvl2pPr lvl="1">
              <a:spcBef>
                <a:spcPts val="0"/>
              </a:spcBef>
              <a:spcAft>
                <a:spcPts val="0"/>
              </a:spcAft>
              <a:buClr>
                <a:schemeClr val="accent4"/>
              </a:buClr>
              <a:buSzPts val="2000"/>
              <a:buNone/>
              <a:defRPr>
                <a:solidFill>
                  <a:schemeClr val="accent4"/>
                </a:solidFill>
              </a:defRPr>
            </a:lvl2pPr>
            <a:lvl3pPr lvl="2">
              <a:spcBef>
                <a:spcPts val="0"/>
              </a:spcBef>
              <a:spcAft>
                <a:spcPts val="0"/>
              </a:spcAft>
              <a:buClr>
                <a:schemeClr val="accent4"/>
              </a:buClr>
              <a:buSzPts val="2000"/>
              <a:buNone/>
              <a:defRPr>
                <a:solidFill>
                  <a:schemeClr val="accent4"/>
                </a:solidFill>
              </a:defRPr>
            </a:lvl3pPr>
            <a:lvl4pPr lvl="3">
              <a:spcBef>
                <a:spcPts val="0"/>
              </a:spcBef>
              <a:spcAft>
                <a:spcPts val="0"/>
              </a:spcAft>
              <a:buClr>
                <a:schemeClr val="accent4"/>
              </a:buClr>
              <a:buSzPts val="2000"/>
              <a:buNone/>
              <a:defRPr>
                <a:solidFill>
                  <a:schemeClr val="accent4"/>
                </a:solidFill>
              </a:defRPr>
            </a:lvl4pPr>
            <a:lvl5pPr lvl="4">
              <a:spcBef>
                <a:spcPts val="0"/>
              </a:spcBef>
              <a:spcAft>
                <a:spcPts val="0"/>
              </a:spcAft>
              <a:buClr>
                <a:schemeClr val="accent4"/>
              </a:buClr>
              <a:buSzPts val="2000"/>
              <a:buNone/>
              <a:defRPr>
                <a:solidFill>
                  <a:schemeClr val="accent4"/>
                </a:solidFill>
              </a:defRPr>
            </a:lvl5pPr>
            <a:lvl6pPr lvl="5">
              <a:spcBef>
                <a:spcPts val="0"/>
              </a:spcBef>
              <a:spcAft>
                <a:spcPts val="0"/>
              </a:spcAft>
              <a:buClr>
                <a:schemeClr val="accent4"/>
              </a:buClr>
              <a:buSzPts val="2000"/>
              <a:buNone/>
              <a:defRPr>
                <a:solidFill>
                  <a:schemeClr val="accent4"/>
                </a:solidFill>
              </a:defRPr>
            </a:lvl6pPr>
            <a:lvl7pPr lvl="6">
              <a:spcBef>
                <a:spcPts val="0"/>
              </a:spcBef>
              <a:spcAft>
                <a:spcPts val="0"/>
              </a:spcAft>
              <a:buClr>
                <a:schemeClr val="accent4"/>
              </a:buClr>
              <a:buSzPts val="2000"/>
              <a:buNone/>
              <a:defRPr>
                <a:solidFill>
                  <a:schemeClr val="accent4"/>
                </a:solidFill>
              </a:defRPr>
            </a:lvl7pPr>
            <a:lvl8pPr lvl="7">
              <a:spcBef>
                <a:spcPts val="0"/>
              </a:spcBef>
              <a:spcAft>
                <a:spcPts val="0"/>
              </a:spcAft>
              <a:buClr>
                <a:schemeClr val="accent4"/>
              </a:buClr>
              <a:buSzPts val="2000"/>
              <a:buNone/>
              <a:defRPr>
                <a:solidFill>
                  <a:schemeClr val="accent4"/>
                </a:solidFill>
              </a:defRPr>
            </a:lvl8pPr>
            <a:lvl9pPr lvl="8">
              <a:spcBef>
                <a:spcPts val="0"/>
              </a:spcBef>
              <a:spcAft>
                <a:spcPts val="0"/>
              </a:spcAft>
              <a:buClr>
                <a:schemeClr val="accent4"/>
              </a:buClr>
              <a:buSzPts val="2000"/>
              <a:buNone/>
              <a:defRPr>
                <a:solidFill>
                  <a:schemeClr val="accent4"/>
                </a:solidFill>
              </a:defRPr>
            </a:lvl9pPr>
          </a:lstStyle>
          <a:p>
            <a:endParaRPr/>
          </a:p>
        </p:txBody>
      </p:sp>
      <p:grpSp>
        <p:nvGrpSpPr>
          <p:cNvPr id="274" name="Google Shape;274;p21"/>
          <p:cNvGrpSpPr/>
          <p:nvPr/>
        </p:nvGrpSpPr>
        <p:grpSpPr>
          <a:xfrm>
            <a:off x="-1098745" y="3967456"/>
            <a:ext cx="2277538" cy="2277538"/>
            <a:chOff x="987244" y="313753"/>
            <a:chExt cx="555321" cy="555321"/>
          </a:xfrm>
        </p:grpSpPr>
        <p:grpSp>
          <p:nvGrpSpPr>
            <p:cNvPr id="275" name="Google Shape;275;p21"/>
            <p:cNvGrpSpPr/>
            <p:nvPr/>
          </p:nvGrpSpPr>
          <p:grpSpPr>
            <a:xfrm>
              <a:off x="1068575" y="395075"/>
              <a:ext cx="392675" cy="392675"/>
              <a:chOff x="458050" y="265600"/>
              <a:chExt cx="392675" cy="392675"/>
            </a:xfrm>
          </p:grpSpPr>
          <p:sp>
            <p:nvSpPr>
              <p:cNvPr id="276" name="Google Shape;276;p21"/>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77" name="Google Shape;277;p21"/>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78" name="Google Shape;278;p21"/>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79" name="Google Shape;279;p21"/>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280" name="Google Shape;280;p21"/>
            <p:cNvGrpSpPr/>
            <p:nvPr/>
          </p:nvGrpSpPr>
          <p:grpSpPr>
            <a:xfrm rot="-2700000">
              <a:off x="1068569" y="395078"/>
              <a:ext cx="392671" cy="392671"/>
              <a:chOff x="458050" y="265600"/>
              <a:chExt cx="392675" cy="392675"/>
            </a:xfrm>
          </p:grpSpPr>
          <p:sp>
            <p:nvSpPr>
              <p:cNvPr id="281" name="Google Shape;281;p21"/>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82" name="Google Shape;282;p21"/>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83" name="Google Shape;283;p21"/>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84" name="Google Shape;284;p21"/>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sp>
        <p:nvSpPr>
          <p:cNvPr id="285" name="Google Shape;285;p21"/>
          <p:cNvSpPr/>
          <p:nvPr/>
        </p:nvSpPr>
        <p:spPr>
          <a:xfrm flipH="1">
            <a:off x="5007801" y="2429400"/>
            <a:ext cx="4167600" cy="2761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86" name="Google Shape;286;p21"/>
          <p:cNvSpPr/>
          <p:nvPr/>
        </p:nvSpPr>
        <p:spPr>
          <a:xfrm flipH="1">
            <a:off x="6804234" y="-85625"/>
            <a:ext cx="2360700" cy="25152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87" name="Google Shape;287;p21"/>
          <p:cNvSpPr>
            <a:spLocks noGrp="1"/>
          </p:cNvSpPr>
          <p:nvPr>
            <p:ph type="pic" idx="2"/>
          </p:nvPr>
        </p:nvSpPr>
        <p:spPr>
          <a:xfrm>
            <a:off x="5350276" y="267550"/>
            <a:ext cx="3476400" cy="4599000"/>
          </a:xfrm>
          <a:prstGeom prst="snip1Rect">
            <a:avLst>
              <a:gd name="adj" fmla="val 16667"/>
            </a:avLst>
          </a:prstGeom>
          <a:noFill/>
          <a:ln>
            <a:noFill/>
          </a:ln>
        </p:spPr>
      </p:sp>
      <p:sp>
        <p:nvSpPr>
          <p:cNvPr id="288" name="Google Shape;288;p21"/>
          <p:cNvSpPr/>
          <p:nvPr/>
        </p:nvSpPr>
        <p:spPr>
          <a:xfrm>
            <a:off x="8805742" y="4869525"/>
            <a:ext cx="342600" cy="3210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89" name="Google Shape;289;p21"/>
          <p:cNvSpPr/>
          <p:nvPr/>
        </p:nvSpPr>
        <p:spPr>
          <a:xfrm>
            <a:off x="8158683" y="-707823"/>
            <a:ext cx="1588200" cy="1588200"/>
          </a:xfrm>
          <a:prstGeom prst="donut">
            <a:avLst>
              <a:gd name="adj" fmla="val 17041"/>
            </a:avLst>
          </a:prstGeom>
          <a:noFill/>
          <a:ln w="38100" cap="flat" cmpd="sng">
            <a:solidFill>
              <a:schemeClr val="accent3"/>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90" name="Google Shape;290;p21"/>
          <p:cNvSpPr txBox="1">
            <a:spLocks noGrp="1"/>
          </p:cNvSpPr>
          <p:nvPr>
            <p:ph type="body" idx="1"/>
          </p:nvPr>
        </p:nvSpPr>
        <p:spPr>
          <a:xfrm>
            <a:off x="311700" y="1458800"/>
            <a:ext cx="4095000" cy="25887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lide With Bullet Points v1 No Image">
  <p:cSld name="CUSTOM_9_1">
    <p:bg>
      <p:bgPr>
        <a:solidFill>
          <a:schemeClr val="accent5"/>
        </a:solidFill>
        <a:effectLst/>
      </p:bgPr>
    </p:bg>
    <p:spTree>
      <p:nvGrpSpPr>
        <p:cNvPr id="1" name="Shape 291"/>
        <p:cNvGrpSpPr/>
        <p:nvPr/>
      </p:nvGrpSpPr>
      <p:grpSpPr>
        <a:xfrm>
          <a:off x="0" y="0"/>
          <a:ext cx="0" cy="0"/>
          <a:chOff x="0" y="0"/>
          <a:chExt cx="0" cy="0"/>
        </a:xfrm>
      </p:grpSpPr>
      <p:sp>
        <p:nvSpPr>
          <p:cNvPr id="292" name="Google Shape;292;p22"/>
          <p:cNvSpPr/>
          <p:nvPr/>
        </p:nvSpPr>
        <p:spPr>
          <a:xfrm rot="10800000" flipH="1">
            <a:off x="-1754575" y="-519750"/>
            <a:ext cx="2449800" cy="1093800"/>
          </a:xfrm>
          <a:prstGeom prst="snip1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93" name="Google Shape;293;p22"/>
          <p:cNvSpPr txBox="1">
            <a:spLocks noGrp="1"/>
          </p:cNvSpPr>
          <p:nvPr>
            <p:ph type="title"/>
          </p:nvPr>
        </p:nvSpPr>
        <p:spPr>
          <a:xfrm>
            <a:off x="420600" y="374600"/>
            <a:ext cx="7544700" cy="4581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a:endParaRPr/>
          </a:p>
        </p:txBody>
      </p:sp>
      <p:grpSp>
        <p:nvGrpSpPr>
          <p:cNvPr id="294" name="Google Shape;294;p22"/>
          <p:cNvGrpSpPr/>
          <p:nvPr/>
        </p:nvGrpSpPr>
        <p:grpSpPr>
          <a:xfrm>
            <a:off x="-1098745" y="3967456"/>
            <a:ext cx="2277538" cy="2277538"/>
            <a:chOff x="987244" y="313753"/>
            <a:chExt cx="555321" cy="555321"/>
          </a:xfrm>
        </p:grpSpPr>
        <p:grpSp>
          <p:nvGrpSpPr>
            <p:cNvPr id="295" name="Google Shape;295;p22"/>
            <p:cNvGrpSpPr/>
            <p:nvPr/>
          </p:nvGrpSpPr>
          <p:grpSpPr>
            <a:xfrm>
              <a:off x="1068575" y="395075"/>
              <a:ext cx="392675" cy="392675"/>
              <a:chOff x="458050" y="265600"/>
              <a:chExt cx="392675" cy="392675"/>
            </a:xfrm>
          </p:grpSpPr>
          <p:sp>
            <p:nvSpPr>
              <p:cNvPr id="296" name="Google Shape;296;p22"/>
              <p:cNvSpPr/>
              <p:nvPr/>
            </p:nvSpPr>
            <p:spPr>
              <a:xfrm>
                <a:off x="638050" y="265600"/>
                <a:ext cx="32700" cy="135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97" name="Google Shape;297;p22"/>
              <p:cNvSpPr/>
              <p:nvPr/>
            </p:nvSpPr>
            <p:spPr>
              <a:xfrm>
                <a:off x="638050" y="522975"/>
                <a:ext cx="32700" cy="135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98" name="Google Shape;298;p22"/>
              <p:cNvSpPr/>
              <p:nvPr/>
            </p:nvSpPr>
            <p:spPr>
              <a:xfrm rot="-5400000">
                <a:off x="509350" y="394275"/>
                <a:ext cx="32700" cy="135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299" name="Google Shape;299;p22"/>
              <p:cNvSpPr/>
              <p:nvPr/>
            </p:nvSpPr>
            <p:spPr>
              <a:xfrm rot="-5400000">
                <a:off x="766725" y="394275"/>
                <a:ext cx="32700" cy="135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300" name="Google Shape;300;p22"/>
            <p:cNvGrpSpPr/>
            <p:nvPr/>
          </p:nvGrpSpPr>
          <p:grpSpPr>
            <a:xfrm rot="-2700000">
              <a:off x="1068569" y="395078"/>
              <a:ext cx="392671" cy="392671"/>
              <a:chOff x="458050" y="265600"/>
              <a:chExt cx="392675" cy="392675"/>
            </a:xfrm>
          </p:grpSpPr>
          <p:sp>
            <p:nvSpPr>
              <p:cNvPr id="301" name="Google Shape;301;p22"/>
              <p:cNvSpPr/>
              <p:nvPr/>
            </p:nvSpPr>
            <p:spPr>
              <a:xfrm>
                <a:off x="638050" y="265600"/>
                <a:ext cx="32700" cy="135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02" name="Google Shape;302;p22"/>
              <p:cNvSpPr/>
              <p:nvPr/>
            </p:nvSpPr>
            <p:spPr>
              <a:xfrm>
                <a:off x="638050" y="522975"/>
                <a:ext cx="32700" cy="135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03" name="Google Shape;303;p22"/>
              <p:cNvSpPr/>
              <p:nvPr/>
            </p:nvSpPr>
            <p:spPr>
              <a:xfrm rot="-5400000">
                <a:off x="509350" y="394275"/>
                <a:ext cx="32700" cy="135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04" name="Google Shape;304;p22"/>
              <p:cNvSpPr/>
              <p:nvPr/>
            </p:nvSpPr>
            <p:spPr>
              <a:xfrm rot="-5400000">
                <a:off x="766725" y="394275"/>
                <a:ext cx="32700" cy="135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sp>
        <p:nvSpPr>
          <p:cNvPr id="305" name="Google Shape;305;p22"/>
          <p:cNvSpPr/>
          <p:nvPr/>
        </p:nvSpPr>
        <p:spPr>
          <a:xfrm>
            <a:off x="8158683" y="-707823"/>
            <a:ext cx="1588200" cy="1588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06" name="Google Shape;306;p22"/>
          <p:cNvSpPr txBox="1">
            <a:spLocks noGrp="1"/>
          </p:cNvSpPr>
          <p:nvPr>
            <p:ph type="body" idx="1"/>
          </p:nvPr>
        </p:nvSpPr>
        <p:spPr>
          <a:xfrm>
            <a:off x="420600" y="1458800"/>
            <a:ext cx="8302800" cy="25887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307" name="Google Shape;307;p22"/>
          <p:cNvSpPr/>
          <p:nvPr/>
        </p:nvSpPr>
        <p:spPr>
          <a:xfrm flipH="1">
            <a:off x="7099800" y="4354625"/>
            <a:ext cx="2449800" cy="1093800"/>
          </a:xfrm>
          <a:prstGeom prst="snip1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Image with 6 bullets">
  <p:cSld name="CUSTOM_3">
    <p:bg>
      <p:bgPr>
        <a:solidFill>
          <a:schemeClr val="accent1"/>
        </a:solidFill>
        <a:effectLst/>
      </p:bgPr>
    </p:bg>
    <p:spTree>
      <p:nvGrpSpPr>
        <p:cNvPr id="1" name="Shape 308"/>
        <p:cNvGrpSpPr/>
        <p:nvPr/>
      </p:nvGrpSpPr>
      <p:grpSpPr>
        <a:xfrm>
          <a:off x="0" y="0"/>
          <a:ext cx="0" cy="0"/>
          <a:chOff x="0" y="0"/>
          <a:chExt cx="0" cy="0"/>
        </a:xfrm>
      </p:grpSpPr>
      <p:sp>
        <p:nvSpPr>
          <p:cNvPr id="309" name="Google Shape;309;p23"/>
          <p:cNvSpPr/>
          <p:nvPr/>
        </p:nvSpPr>
        <p:spPr>
          <a:xfrm>
            <a:off x="281825" y="1502750"/>
            <a:ext cx="8588100" cy="9096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10" name="Google Shape;310;p23"/>
          <p:cNvSpPr txBox="1">
            <a:spLocks noGrp="1"/>
          </p:cNvSpPr>
          <p:nvPr>
            <p:ph type="title"/>
          </p:nvPr>
        </p:nvSpPr>
        <p:spPr>
          <a:xfrm>
            <a:off x="311700" y="269946"/>
            <a:ext cx="8520600" cy="458100"/>
          </a:xfrm>
          <a:prstGeom prst="rect">
            <a:avLst/>
          </a:prstGeom>
        </p:spPr>
        <p:txBody>
          <a:bodyPr spcFirstLastPara="1" wrap="square" lIns="0" tIns="0" rIns="0" bIns="0" anchor="t" anchorCtr="0">
            <a:noAutofit/>
          </a:bodyPr>
          <a:lstStyle>
            <a:lvl1pPr lvl="0" algn="ctr">
              <a:spcBef>
                <a:spcPts val="0"/>
              </a:spcBef>
              <a:spcAft>
                <a:spcPts val="0"/>
              </a:spcAft>
              <a:buClr>
                <a:schemeClr val="accent4"/>
              </a:buClr>
              <a:buSzPts val="2000"/>
              <a:buNone/>
              <a:defRPr>
                <a:solidFill>
                  <a:schemeClr val="accent4"/>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311" name="Google Shape;311;p23"/>
          <p:cNvSpPr txBox="1">
            <a:spLocks noGrp="1"/>
          </p:cNvSpPr>
          <p:nvPr>
            <p:ph type="body" idx="1"/>
          </p:nvPr>
        </p:nvSpPr>
        <p:spPr>
          <a:xfrm>
            <a:off x="6671475" y="1663250"/>
            <a:ext cx="1968900" cy="5886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accent1"/>
              </a:buClr>
              <a:buSzPts val="1100"/>
              <a:buChar char="●"/>
              <a:defRPr>
                <a:solidFill>
                  <a:schemeClr val="accent1"/>
                </a:solidFill>
              </a:defRPr>
            </a:lvl1pPr>
            <a:lvl2pPr marL="914400" lvl="1" indent="-298450">
              <a:spcBef>
                <a:spcPts val="0"/>
              </a:spcBef>
              <a:spcAft>
                <a:spcPts val="0"/>
              </a:spcAft>
              <a:buClr>
                <a:schemeClr val="accent1"/>
              </a:buClr>
              <a:buSzPts val="1100"/>
              <a:buChar char="○"/>
              <a:defRPr>
                <a:solidFill>
                  <a:schemeClr val="accent1"/>
                </a:solidFill>
              </a:defRPr>
            </a:lvl2pPr>
            <a:lvl3pPr marL="1371600" lvl="2" indent="-298450">
              <a:spcBef>
                <a:spcPts val="0"/>
              </a:spcBef>
              <a:spcAft>
                <a:spcPts val="0"/>
              </a:spcAft>
              <a:buClr>
                <a:schemeClr val="accent1"/>
              </a:buClr>
              <a:buSzPts val="1100"/>
              <a:buChar char="■"/>
              <a:defRPr>
                <a:solidFill>
                  <a:schemeClr val="accent1"/>
                </a:solidFill>
              </a:defRPr>
            </a:lvl3pPr>
            <a:lvl4pPr marL="1828800" lvl="3" indent="-298450">
              <a:spcBef>
                <a:spcPts val="0"/>
              </a:spcBef>
              <a:spcAft>
                <a:spcPts val="0"/>
              </a:spcAft>
              <a:buClr>
                <a:schemeClr val="accent1"/>
              </a:buClr>
              <a:buSzPts val="1100"/>
              <a:buChar char="●"/>
              <a:defRPr>
                <a:solidFill>
                  <a:schemeClr val="accent1"/>
                </a:solidFill>
              </a:defRPr>
            </a:lvl4pPr>
            <a:lvl5pPr marL="2286000" lvl="4" indent="-298450">
              <a:spcBef>
                <a:spcPts val="0"/>
              </a:spcBef>
              <a:spcAft>
                <a:spcPts val="0"/>
              </a:spcAft>
              <a:buClr>
                <a:schemeClr val="accent1"/>
              </a:buClr>
              <a:buSzPts val="1100"/>
              <a:buChar char="○"/>
              <a:defRPr>
                <a:solidFill>
                  <a:schemeClr val="accent1"/>
                </a:solidFill>
              </a:defRPr>
            </a:lvl5pPr>
            <a:lvl6pPr marL="2743200" lvl="5" indent="-298450">
              <a:spcBef>
                <a:spcPts val="0"/>
              </a:spcBef>
              <a:spcAft>
                <a:spcPts val="0"/>
              </a:spcAft>
              <a:buClr>
                <a:schemeClr val="accent1"/>
              </a:buClr>
              <a:buSzPts val="1100"/>
              <a:buChar char="■"/>
              <a:defRPr>
                <a:solidFill>
                  <a:schemeClr val="accent1"/>
                </a:solidFill>
              </a:defRPr>
            </a:lvl6pPr>
            <a:lvl7pPr marL="3200400" lvl="6" indent="-298450">
              <a:spcBef>
                <a:spcPts val="0"/>
              </a:spcBef>
              <a:spcAft>
                <a:spcPts val="0"/>
              </a:spcAft>
              <a:buClr>
                <a:schemeClr val="accent1"/>
              </a:buClr>
              <a:buSzPts val="1100"/>
              <a:buChar char="●"/>
              <a:defRPr>
                <a:solidFill>
                  <a:schemeClr val="accent1"/>
                </a:solidFill>
              </a:defRPr>
            </a:lvl7pPr>
            <a:lvl8pPr marL="3657600" lvl="7" indent="-298450">
              <a:spcBef>
                <a:spcPts val="0"/>
              </a:spcBef>
              <a:spcAft>
                <a:spcPts val="0"/>
              </a:spcAft>
              <a:buClr>
                <a:schemeClr val="accent1"/>
              </a:buClr>
              <a:buSzPts val="1100"/>
              <a:buChar char="○"/>
              <a:defRPr>
                <a:solidFill>
                  <a:schemeClr val="accent1"/>
                </a:solidFill>
              </a:defRPr>
            </a:lvl8pPr>
            <a:lvl9pPr marL="4114800" lvl="8" indent="-298450">
              <a:spcBef>
                <a:spcPts val="0"/>
              </a:spcBef>
              <a:spcAft>
                <a:spcPts val="0"/>
              </a:spcAft>
              <a:buClr>
                <a:schemeClr val="accent1"/>
              </a:buClr>
              <a:buSzPts val="1100"/>
              <a:buChar char="■"/>
              <a:defRPr>
                <a:solidFill>
                  <a:schemeClr val="accent1"/>
                </a:solidFill>
              </a:defRPr>
            </a:lvl9pPr>
          </a:lstStyle>
          <a:p>
            <a:endParaRPr/>
          </a:p>
        </p:txBody>
      </p:sp>
      <p:sp>
        <p:nvSpPr>
          <p:cNvPr id="312" name="Google Shape;312;p23"/>
          <p:cNvSpPr txBox="1">
            <a:spLocks noGrp="1"/>
          </p:cNvSpPr>
          <p:nvPr>
            <p:ph type="body" idx="2"/>
          </p:nvPr>
        </p:nvSpPr>
        <p:spPr>
          <a:xfrm>
            <a:off x="503625" y="1663250"/>
            <a:ext cx="1968900" cy="588600"/>
          </a:xfrm>
          <a:prstGeom prst="rect">
            <a:avLst/>
          </a:prstGeom>
        </p:spPr>
        <p:txBody>
          <a:bodyPr spcFirstLastPara="1" wrap="square" lIns="0" tIns="0" rIns="0" bIns="0" anchor="ctr" anchorCtr="0">
            <a:noAutofit/>
          </a:bodyPr>
          <a:lstStyle>
            <a:lvl1pPr marL="457200" lvl="0" indent="-298450" algn="r">
              <a:spcBef>
                <a:spcPts val="0"/>
              </a:spcBef>
              <a:spcAft>
                <a:spcPts val="0"/>
              </a:spcAft>
              <a:buClr>
                <a:schemeClr val="accent1"/>
              </a:buClr>
              <a:buSzPts val="1100"/>
              <a:buChar char="●"/>
              <a:defRPr>
                <a:solidFill>
                  <a:schemeClr val="accent1"/>
                </a:solidFill>
              </a:defRPr>
            </a:lvl1pPr>
            <a:lvl2pPr marL="914400" lvl="1" indent="-298450" algn="r">
              <a:spcBef>
                <a:spcPts val="0"/>
              </a:spcBef>
              <a:spcAft>
                <a:spcPts val="0"/>
              </a:spcAft>
              <a:buClr>
                <a:schemeClr val="accent1"/>
              </a:buClr>
              <a:buSzPts val="1100"/>
              <a:buChar char="○"/>
              <a:defRPr>
                <a:solidFill>
                  <a:schemeClr val="accent1"/>
                </a:solidFill>
              </a:defRPr>
            </a:lvl2pPr>
            <a:lvl3pPr marL="1371600" lvl="2" indent="-298450" algn="r">
              <a:spcBef>
                <a:spcPts val="0"/>
              </a:spcBef>
              <a:spcAft>
                <a:spcPts val="0"/>
              </a:spcAft>
              <a:buClr>
                <a:schemeClr val="accent1"/>
              </a:buClr>
              <a:buSzPts val="1100"/>
              <a:buChar char="■"/>
              <a:defRPr>
                <a:solidFill>
                  <a:schemeClr val="accent1"/>
                </a:solidFill>
              </a:defRPr>
            </a:lvl3pPr>
            <a:lvl4pPr marL="1828800" lvl="3" indent="-298450" algn="r">
              <a:spcBef>
                <a:spcPts val="0"/>
              </a:spcBef>
              <a:spcAft>
                <a:spcPts val="0"/>
              </a:spcAft>
              <a:buClr>
                <a:schemeClr val="accent1"/>
              </a:buClr>
              <a:buSzPts val="1100"/>
              <a:buChar char="●"/>
              <a:defRPr>
                <a:solidFill>
                  <a:schemeClr val="accent1"/>
                </a:solidFill>
              </a:defRPr>
            </a:lvl4pPr>
            <a:lvl5pPr marL="2286000" lvl="4" indent="-298450" algn="r">
              <a:spcBef>
                <a:spcPts val="0"/>
              </a:spcBef>
              <a:spcAft>
                <a:spcPts val="0"/>
              </a:spcAft>
              <a:buClr>
                <a:schemeClr val="accent1"/>
              </a:buClr>
              <a:buSzPts val="1100"/>
              <a:buChar char="○"/>
              <a:defRPr>
                <a:solidFill>
                  <a:schemeClr val="accent1"/>
                </a:solidFill>
              </a:defRPr>
            </a:lvl5pPr>
            <a:lvl6pPr marL="2743200" lvl="5" indent="-298450" algn="r">
              <a:spcBef>
                <a:spcPts val="0"/>
              </a:spcBef>
              <a:spcAft>
                <a:spcPts val="0"/>
              </a:spcAft>
              <a:buClr>
                <a:schemeClr val="accent1"/>
              </a:buClr>
              <a:buSzPts val="1100"/>
              <a:buChar char="■"/>
              <a:defRPr>
                <a:solidFill>
                  <a:schemeClr val="accent1"/>
                </a:solidFill>
              </a:defRPr>
            </a:lvl6pPr>
            <a:lvl7pPr marL="3200400" lvl="6" indent="-298450" algn="r">
              <a:spcBef>
                <a:spcPts val="0"/>
              </a:spcBef>
              <a:spcAft>
                <a:spcPts val="0"/>
              </a:spcAft>
              <a:buClr>
                <a:schemeClr val="accent1"/>
              </a:buClr>
              <a:buSzPts val="1100"/>
              <a:buChar char="●"/>
              <a:defRPr>
                <a:solidFill>
                  <a:schemeClr val="accent1"/>
                </a:solidFill>
              </a:defRPr>
            </a:lvl7pPr>
            <a:lvl8pPr marL="3657600" lvl="7" indent="-298450" algn="r">
              <a:spcBef>
                <a:spcPts val="0"/>
              </a:spcBef>
              <a:spcAft>
                <a:spcPts val="0"/>
              </a:spcAft>
              <a:buClr>
                <a:schemeClr val="accent1"/>
              </a:buClr>
              <a:buSzPts val="1100"/>
              <a:buChar char="○"/>
              <a:defRPr>
                <a:solidFill>
                  <a:schemeClr val="accent1"/>
                </a:solidFill>
              </a:defRPr>
            </a:lvl8pPr>
            <a:lvl9pPr marL="4114800" lvl="8" indent="-298450" algn="r">
              <a:spcBef>
                <a:spcPts val="0"/>
              </a:spcBef>
              <a:spcAft>
                <a:spcPts val="0"/>
              </a:spcAft>
              <a:buClr>
                <a:schemeClr val="accent1"/>
              </a:buClr>
              <a:buSzPts val="1100"/>
              <a:buChar char="■"/>
              <a:defRPr>
                <a:solidFill>
                  <a:schemeClr val="accent1"/>
                </a:solidFill>
              </a:defRPr>
            </a:lvl9pPr>
          </a:lstStyle>
          <a:p>
            <a:endParaRPr/>
          </a:p>
        </p:txBody>
      </p:sp>
      <p:sp>
        <p:nvSpPr>
          <p:cNvPr id="313" name="Google Shape;313;p23"/>
          <p:cNvSpPr/>
          <p:nvPr/>
        </p:nvSpPr>
        <p:spPr>
          <a:xfrm>
            <a:off x="281825" y="2412350"/>
            <a:ext cx="8588100" cy="9096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14" name="Google Shape;314;p23"/>
          <p:cNvSpPr txBox="1">
            <a:spLocks noGrp="1"/>
          </p:cNvSpPr>
          <p:nvPr>
            <p:ph type="body" idx="3"/>
          </p:nvPr>
        </p:nvSpPr>
        <p:spPr>
          <a:xfrm>
            <a:off x="6671475" y="2572850"/>
            <a:ext cx="1968900" cy="5886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accent1"/>
              </a:buClr>
              <a:buSzPts val="1100"/>
              <a:buChar char="●"/>
              <a:defRPr>
                <a:solidFill>
                  <a:schemeClr val="accent1"/>
                </a:solidFill>
              </a:defRPr>
            </a:lvl1pPr>
            <a:lvl2pPr marL="914400" lvl="1" indent="-298450">
              <a:spcBef>
                <a:spcPts val="0"/>
              </a:spcBef>
              <a:spcAft>
                <a:spcPts val="0"/>
              </a:spcAft>
              <a:buClr>
                <a:schemeClr val="accent1"/>
              </a:buClr>
              <a:buSzPts val="1100"/>
              <a:buChar char="○"/>
              <a:defRPr>
                <a:solidFill>
                  <a:schemeClr val="accent1"/>
                </a:solidFill>
              </a:defRPr>
            </a:lvl2pPr>
            <a:lvl3pPr marL="1371600" lvl="2" indent="-298450">
              <a:spcBef>
                <a:spcPts val="0"/>
              </a:spcBef>
              <a:spcAft>
                <a:spcPts val="0"/>
              </a:spcAft>
              <a:buClr>
                <a:schemeClr val="accent1"/>
              </a:buClr>
              <a:buSzPts val="1100"/>
              <a:buChar char="■"/>
              <a:defRPr>
                <a:solidFill>
                  <a:schemeClr val="accent1"/>
                </a:solidFill>
              </a:defRPr>
            </a:lvl3pPr>
            <a:lvl4pPr marL="1828800" lvl="3" indent="-298450">
              <a:spcBef>
                <a:spcPts val="0"/>
              </a:spcBef>
              <a:spcAft>
                <a:spcPts val="0"/>
              </a:spcAft>
              <a:buClr>
                <a:schemeClr val="accent1"/>
              </a:buClr>
              <a:buSzPts val="1100"/>
              <a:buChar char="●"/>
              <a:defRPr>
                <a:solidFill>
                  <a:schemeClr val="accent1"/>
                </a:solidFill>
              </a:defRPr>
            </a:lvl4pPr>
            <a:lvl5pPr marL="2286000" lvl="4" indent="-298450">
              <a:spcBef>
                <a:spcPts val="0"/>
              </a:spcBef>
              <a:spcAft>
                <a:spcPts val="0"/>
              </a:spcAft>
              <a:buClr>
                <a:schemeClr val="accent1"/>
              </a:buClr>
              <a:buSzPts val="1100"/>
              <a:buChar char="○"/>
              <a:defRPr>
                <a:solidFill>
                  <a:schemeClr val="accent1"/>
                </a:solidFill>
              </a:defRPr>
            </a:lvl5pPr>
            <a:lvl6pPr marL="2743200" lvl="5" indent="-298450">
              <a:spcBef>
                <a:spcPts val="0"/>
              </a:spcBef>
              <a:spcAft>
                <a:spcPts val="0"/>
              </a:spcAft>
              <a:buClr>
                <a:schemeClr val="accent1"/>
              </a:buClr>
              <a:buSzPts val="1100"/>
              <a:buChar char="■"/>
              <a:defRPr>
                <a:solidFill>
                  <a:schemeClr val="accent1"/>
                </a:solidFill>
              </a:defRPr>
            </a:lvl6pPr>
            <a:lvl7pPr marL="3200400" lvl="6" indent="-298450">
              <a:spcBef>
                <a:spcPts val="0"/>
              </a:spcBef>
              <a:spcAft>
                <a:spcPts val="0"/>
              </a:spcAft>
              <a:buClr>
                <a:schemeClr val="accent1"/>
              </a:buClr>
              <a:buSzPts val="1100"/>
              <a:buChar char="●"/>
              <a:defRPr>
                <a:solidFill>
                  <a:schemeClr val="accent1"/>
                </a:solidFill>
              </a:defRPr>
            </a:lvl7pPr>
            <a:lvl8pPr marL="3657600" lvl="7" indent="-298450">
              <a:spcBef>
                <a:spcPts val="0"/>
              </a:spcBef>
              <a:spcAft>
                <a:spcPts val="0"/>
              </a:spcAft>
              <a:buClr>
                <a:schemeClr val="accent1"/>
              </a:buClr>
              <a:buSzPts val="1100"/>
              <a:buChar char="○"/>
              <a:defRPr>
                <a:solidFill>
                  <a:schemeClr val="accent1"/>
                </a:solidFill>
              </a:defRPr>
            </a:lvl8pPr>
            <a:lvl9pPr marL="4114800" lvl="8" indent="-298450">
              <a:spcBef>
                <a:spcPts val="0"/>
              </a:spcBef>
              <a:spcAft>
                <a:spcPts val="0"/>
              </a:spcAft>
              <a:buClr>
                <a:schemeClr val="accent1"/>
              </a:buClr>
              <a:buSzPts val="1100"/>
              <a:buChar char="■"/>
              <a:defRPr>
                <a:solidFill>
                  <a:schemeClr val="accent1"/>
                </a:solidFill>
              </a:defRPr>
            </a:lvl9pPr>
          </a:lstStyle>
          <a:p>
            <a:endParaRPr/>
          </a:p>
        </p:txBody>
      </p:sp>
      <p:sp>
        <p:nvSpPr>
          <p:cNvPr id="315" name="Google Shape;315;p23"/>
          <p:cNvSpPr txBox="1">
            <a:spLocks noGrp="1"/>
          </p:cNvSpPr>
          <p:nvPr>
            <p:ph type="body" idx="4"/>
          </p:nvPr>
        </p:nvSpPr>
        <p:spPr>
          <a:xfrm>
            <a:off x="503625" y="2572850"/>
            <a:ext cx="1968900" cy="588600"/>
          </a:xfrm>
          <a:prstGeom prst="rect">
            <a:avLst/>
          </a:prstGeom>
        </p:spPr>
        <p:txBody>
          <a:bodyPr spcFirstLastPara="1" wrap="square" lIns="0" tIns="0" rIns="0" bIns="0" anchor="ctr" anchorCtr="0">
            <a:noAutofit/>
          </a:bodyPr>
          <a:lstStyle>
            <a:lvl1pPr marL="457200" lvl="0" indent="-298450" algn="r">
              <a:spcBef>
                <a:spcPts val="0"/>
              </a:spcBef>
              <a:spcAft>
                <a:spcPts val="0"/>
              </a:spcAft>
              <a:buClr>
                <a:schemeClr val="accent1"/>
              </a:buClr>
              <a:buSzPts val="1100"/>
              <a:buChar char="●"/>
              <a:defRPr>
                <a:solidFill>
                  <a:schemeClr val="accent1"/>
                </a:solidFill>
              </a:defRPr>
            </a:lvl1pPr>
            <a:lvl2pPr marL="914400" lvl="1" indent="-298450" algn="r">
              <a:spcBef>
                <a:spcPts val="0"/>
              </a:spcBef>
              <a:spcAft>
                <a:spcPts val="0"/>
              </a:spcAft>
              <a:buClr>
                <a:schemeClr val="accent1"/>
              </a:buClr>
              <a:buSzPts val="1100"/>
              <a:buChar char="○"/>
              <a:defRPr>
                <a:solidFill>
                  <a:schemeClr val="accent1"/>
                </a:solidFill>
              </a:defRPr>
            </a:lvl2pPr>
            <a:lvl3pPr marL="1371600" lvl="2" indent="-298450" algn="r">
              <a:spcBef>
                <a:spcPts val="0"/>
              </a:spcBef>
              <a:spcAft>
                <a:spcPts val="0"/>
              </a:spcAft>
              <a:buClr>
                <a:schemeClr val="accent1"/>
              </a:buClr>
              <a:buSzPts val="1100"/>
              <a:buChar char="■"/>
              <a:defRPr>
                <a:solidFill>
                  <a:schemeClr val="accent1"/>
                </a:solidFill>
              </a:defRPr>
            </a:lvl3pPr>
            <a:lvl4pPr marL="1828800" lvl="3" indent="-298450" algn="r">
              <a:spcBef>
                <a:spcPts val="0"/>
              </a:spcBef>
              <a:spcAft>
                <a:spcPts val="0"/>
              </a:spcAft>
              <a:buClr>
                <a:schemeClr val="accent1"/>
              </a:buClr>
              <a:buSzPts val="1100"/>
              <a:buChar char="●"/>
              <a:defRPr>
                <a:solidFill>
                  <a:schemeClr val="accent1"/>
                </a:solidFill>
              </a:defRPr>
            </a:lvl4pPr>
            <a:lvl5pPr marL="2286000" lvl="4" indent="-298450" algn="r">
              <a:spcBef>
                <a:spcPts val="0"/>
              </a:spcBef>
              <a:spcAft>
                <a:spcPts val="0"/>
              </a:spcAft>
              <a:buClr>
                <a:schemeClr val="accent1"/>
              </a:buClr>
              <a:buSzPts val="1100"/>
              <a:buChar char="○"/>
              <a:defRPr>
                <a:solidFill>
                  <a:schemeClr val="accent1"/>
                </a:solidFill>
              </a:defRPr>
            </a:lvl5pPr>
            <a:lvl6pPr marL="2743200" lvl="5" indent="-298450" algn="r">
              <a:spcBef>
                <a:spcPts val="0"/>
              </a:spcBef>
              <a:spcAft>
                <a:spcPts val="0"/>
              </a:spcAft>
              <a:buClr>
                <a:schemeClr val="accent1"/>
              </a:buClr>
              <a:buSzPts val="1100"/>
              <a:buChar char="■"/>
              <a:defRPr>
                <a:solidFill>
                  <a:schemeClr val="accent1"/>
                </a:solidFill>
              </a:defRPr>
            </a:lvl6pPr>
            <a:lvl7pPr marL="3200400" lvl="6" indent="-298450" algn="r">
              <a:spcBef>
                <a:spcPts val="0"/>
              </a:spcBef>
              <a:spcAft>
                <a:spcPts val="0"/>
              </a:spcAft>
              <a:buClr>
                <a:schemeClr val="accent1"/>
              </a:buClr>
              <a:buSzPts val="1100"/>
              <a:buChar char="●"/>
              <a:defRPr>
                <a:solidFill>
                  <a:schemeClr val="accent1"/>
                </a:solidFill>
              </a:defRPr>
            </a:lvl7pPr>
            <a:lvl8pPr marL="3657600" lvl="7" indent="-298450" algn="r">
              <a:spcBef>
                <a:spcPts val="0"/>
              </a:spcBef>
              <a:spcAft>
                <a:spcPts val="0"/>
              </a:spcAft>
              <a:buClr>
                <a:schemeClr val="accent1"/>
              </a:buClr>
              <a:buSzPts val="1100"/>
              <a:buChar char="○"/>
              <a:defRPr>
                <a:solidFill>
                  <a:schemeClr val="accent1"/>
                </a:solidFill>
              </a:defRPr>
            </a:lvl8pPr>
            <a:lvl9pPr marL="4114800" lvl="8" indent="-298450" algn="r">
              <a:spcBef>
                <a:spcPts val="0"/>
              </a:spcBef>
              <a:spcAft>
                <a:spcPts val="0"/>
              </a:spcAft>
              <a:buClr>
                <a:schemeClr val="accent1"/>
              </a:buClr>
              <a:buSzPts val="1100"/>
              <a:buChar char="■"/>
              <a:defRPr>
                <a:solidFill>
                  <a:schemeClr val="accent1"/>
                </a:solidFill>
              </a:defRPr>
            </a:lvl9pPr>
          </a:lstStyle>
          <a:p>
            <a:endParaRPr/>
          </a:p>
        </p:txBody>
      </p:sp>
      <p:sp>
        <p:nvSpPr>
          <p:cNvPr id="316" name="Google Shape;316;p23"/>
          <p:cNvSpPr/>
          <p:nvPr/>
        </p:nvSpPr>
        <p:spPr>
          <a:xfrm>
            <a:off x="281825" y="3321950"/>
            <a:ext cx="8588100" cy="909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17" name="Google Shape;317;p23"/>
          <p:cNvSpPr txBox="1">
            <a:spLocks noGrp="1"/>
          </p:cNvSpPr>
          <p:nvPr>
            <p:ph type="body" idx="5"/>
          </p:nvPr>
        </p:nvSpPr>
        <p:spPr>
          <a:xfrm>
            <a:off x="6671475" y="3482450"/>
            <a:ext cx="1968900" cy="5886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accent1"/>
              </a:buClr>
              <a:buSzPts val="1100"/>
              <a:buChar char="●"/>
              <a:defRPr>
                <a:solidFill>
                  <a:schemeClr val="accent1"/>
                </a:solidFill>
              </a:defRPr>
            </a:lvl1pPr>
            <a:lvl2pPr marL="914400" lvl="1" indent="-298450">
              <a:spcBef>
                <a:spcPts val="0"/>
              </a:spcBef>
              <a:spcAft>
                <a:spcPts val="0"/>
              </a:spcAft>
              <a:buClr>
                <a:schemeClr val="accent1"/>
              </a:buClr>
              <a:buSzPts val="1100"/>
              <a:buChar char="○"/>
              <a:defRPr>
                <a:solidFill>
                  <a:schemeClr val="accent1"/>
                </a:solidFill>
              </a:defRPr>
            </a:lvl2pPr>
            <a:lvl3pPr marL="1371600" lvl="2" indent="-298450">
              <a:spcBef>
                <a:spcPts val="0"/>
              </a:spcBef>
              <a:spcAft>
                <a:spcPts val="0"/>
              </a:spcAft>
              <a:buClr>
                <a:schemeClr val="accent1"/>
              </a:buClr>
              <a:buSzPts val="1100"/>
              <a:buChar char="■"/>
              <a:defRPr>
                <a:solidFill>
                  <a:schemeClr val="accent1"/>
                </a:solidFill>
              </a:defRPr>
            </a:lvl3pPr>
            <a:lvl4pPr marL="1828800" lvl="3" indent="-298450">
              <a:spcBef>
                <a:spcPts val="0"/>
              </a:spcBef>
              <a:spcAft>
                <a:spcPts val="0"/>
              </a:spcAft>
              <a:buClr>
                <a:schemeClr val="accent1"/>
              </a:buClr>
              <a:buSzPts val="1100"/>
              <a:buChar char="●"/>
              <a:defRPr>
                <a:solidFill>
                  <a:schemeClr val="accent1"/>
                </a:solidFill>
              </a:defRPr>
            </a:lvl4pPr>
            <a:lvl5pPr marL="2286000" lvl="4" indent="-298450">
              <a:spcBef>
                <a:spcPts val="0"/>
              </a:spcBef>
              <a:spcAft>
                <a:spcPts val="0"/>
              </a:spcAft>
              <a:buClr>
                <a:schemeClr val="accent1"/>
              </a:buClr>
              <a:buSzPts val="1100"/>
              <a:buChar char="○"/>
              <a:defRPr>
                <a:solidFill>
                  <a:schemeClr val="accent1"/>
                </a:solidFill>
              </a:defRPr>
            </a:lvl5pPr>
            <a:lvl6pPr marL="2743200" lvl="5" indent="-298450">
              <a:spcBef>
                <a:spcPts val="0"/>
              </a:spcBef>
              <a:spcAft>
                <a:spcPts val="0"/>
              </a:spcAft>
              <a:buClr>
                <a:schemeClr val="accent1"/>
              </a:buClr>
              <a:buSzPts val="1100"/>
              <a:buChar char="■"/>
              <a:defRPr>
                <a:solidFill>
                  <a:schemeClr val="accent1"/>
                </a:solidFill>
              </a:defRPr>
            </a:lvl6pPr>
            <a:lvl7pPr marL="3200400" lvl="6" indent="-298450">
              <a:spcBef>
                <a:spcPts val="0"/>
              </a:spcBef>
              <a:spcAft>
                <a:spcPts val="0"/>
              </a:spcAft>
              <a:buClr>
                <a:schemeClr val="accent1"/>
              </a:buClr>
              <a:buSzPts val="1100"/>
              <a:buChar char="●"/>
              <a:defRPr>
                <a:solidFill>
                  <a:schemeClr val="accent1"/>
                </a:solidFill>
              </a:defRPr>
            </a:lvl7pPr>
            <a:lvl8pPr marL="3657600" lvl="7" indent="-298450">
              <a:spcBef>
                <a:spcPts val="0"/>
              </a:spcBef>
              <a:spcAft>
                <a:spcPts val="0"/>
              </a:spcAft>
              <a:buClr>
                <a:schemeClr val="accent1"/>
              </a:buClr>
              <a:buSzPts val="1100"/>
              <a:buChar char="○"/>
              <a:defRPr>
                <a:solidFill>
                  <a:schemeClr val="accent1"/>
                </a:solidFill>
              </a:defRPr>
            </a:lvl8pPr>
            <a:lvl9pPr marL="4114800" lvl="8" indent="-298450">
              <a:spcBef>
                <a:spcPts val="0"/>
              </a:spcBef>
              <a:spcAft>
                <a:spcPts val="0"/>
              </a:spcAft>
              <a:buClr>
                <a:schemeClr val="accent1"/>
              </a:buClr>
              <a:buSzPts val="1100"/>
              <a:buChar char="■"/>
              <a:defRPr>
                <a:solidFill>
                  <a:schemeClr val="accent1"/>
                </a:solidFill>
              </a:defRPr>
            </a:lvl9pPr>
          </a:lstStyle>
          <a:p>
            <a:endParaRPr/>
          </a:p>
        </p:txBody>
      </p:sp>
      <p:sp>
        <p:nvSpPr>
          <p:cNvPr id="318" name="Google Shape;318;p23"/>
          <p:cNvSpPr txBox="1">
            <a:spLocks noGrp="1"/>
          </p:cNvSpPr>
          <p:nvPr>
            <p:ph type="body" idx="6"/>
          </p:nvPr>
        </p:nvSpPr>
        <p:spPr>
          <a:xfrm>
            <a:off x="503625" y="3482450"/>
            <a:ext cx="1968900" cy="588600"/>
          </a:xfrm>
          <a:prstGeom prst="rect">
            <a:avLst/>
          </a:prstGeom>
        </p:spPr>
        <p:txBody>
          <a:bodyPr spcFirstLastPara="1" wrap="square" lIns="0" tIns="0" rIns="0" bIns="0" anchor="ctr" anchorCtr="0">
            <a:noAutofit/>
          </a:bodyPr>
          <a:lstStyle>
            <a:lvl1pPr marL="457200" lvl="0" indent="-298450" algn="r">
              <a:spcBef>
                <a:spcPts val="0"/>
              </a:spcBef>
              <a:spcAft>
                <a:spcPts val="0"/>
              </a:spcAft>
              <a:buClr>
                <a:schemeClr val="accent1"/>
              </a:buClr>
              <a:buSzPts val="1100"/>
              <a:buChar char="●"/>
              <a:defRPr>
                <a:solidFill>
                  <a:schemeClr val="accent1"/>
                </a:solidFill>
              </a:defRPr>
            </a:lvl1pPr>
            <a:lvl2pPr marL="914400" lvl="1" indent="-298450" algn="r">
              <a:spcBef>
                <a:spcPts val="0"/>
              </a:spcBef>
              <a:spcAft>
                <a:spcPts val="0"/>
              </a:spcAft>
              <a:buClr>
                <a:schemeClr val="accent1"/>
              </a:buClr>
              <a:buSzPts val="1100"/>
              <a:buChar char="○"/>
              <a:defRPr>
                <a:solidFill>
                  <a:schemeClr val="accent1"/>
                </a:solidFill>
              </a:defRPr>
            </a:lvl2pPr>
            <a:lvl3pPr marL="1371600" lvl="2" indent="-298450" algn="r">
              <a:spcBef>
                <a:spcPts val="0"/>
              </a:spcBef>
              <a:spcAft>
                <a:spcPts val="0"/>
              </a:spcAft>
              <a:buClr>
                <a:schemeClr val="accent1"/>
              </a:buClr>
              <a:buSzPts val="1100"/>
              <a:buChar char="■"/>
              <a:defRPr>
                <a:solidFill>
                  <a:schemeClr val="accent1"/>
                </a:solidFill>
              </a:defRPr>
            </a:lvl3pPr>
            <a:lvl4pPr marL="1828800" lvl="3" indent="-298450" algn="r">
              <a:spcBef>
                <a:spcPts val="0"/>
              </a:spcBef>
              <a:spcAft>
                <a:spcPts val="0"/>
              </a:spcAft>
              <a:buClr>
                <a:schemeClr val="accent1"/>
              </a:buClr>
              <a:buSzPts val="1100"/>
              <a:buChar char="●"/>
              <a:defRPr>
                <a:solidFill>
                  <a:schemeClr val="accent1"/>
                </a:solidFill>
              </a:defRPr>
            </a:lvl4pPr>
            <a:lvl5pPr marL="2286000" lvl="4" indent="-298450" algn="r">
              <a:spcBef>
                <a:spcPts val="0"/>
              </a:spcBef>
              <a:spcAft>
                <a:spcPts val="0"/>
              </a:spcAft>
              <a:buClr>
                <a:schemeClr val="accent1"/>
              </a:buClr>
              <a:buSzPts val="1100"/>
              <a:buChar char="○"/>
              <a:defRPr>
                <a:solidFill>
                  <a:schemeClr val="accent1"/>
                </a:solidFill>
              </a:defRPr>
            </a:lvl5pPr>
            <a:lvl6pPr marL="2743200" lvl="5" indent="-298450" algn="r">
              <a:spcBef>
                <a:spcPts val="0"/>
              </a:spcBef>
              <a:spcAft>
                <a:spcPts val="0"/>
              </a:spcAft>
              <a:buClr>
                <a:schemeClr val="accent1"/>
              </a:buClr>
              <a:buSzPts val="1100"/>
              <a:buChar char="■"/>
              <a:defRPr>
                <a:solidFill>
                  <a:schemeClr val="accent1"/>
                </a:solidFill>
              </a:defRPr>
            </a:lvl6pPr>
            <a:lvl7pPr marL="3200400" lvl="6" indent="-298450" algn="r">
              <a:spcBef>
                <a:spcPts val="0"/>
              </a:spcBef>
              <a:spcAft>
                <a:spcPts val="0"/>
              </a:spcAft>
              <a:buClr>
                <a:schemeClr val="accent1"/>
              </a:buClr>
              <a:buSzPts val="1100"/>
              <a:buChar char="●"/>
              <a:defRPr>
                <a:solidFill>
                  <a:schemeClr val="accent1"/>
                </a:solidFill>
              </a:defRPr>
            </a:lvl7pPr>
            <a:lvl8pPr marL="3657600" lvl="7" indent="-298450" algn="r">
              <a:spcBef>
                <a:spcPts val="0"/>
              </a:spcBef>
              <a:spcAft>
                <a:spcPts val="0"/>
              </a:spcAft>
              <a:buClr>
                <a:schemeClr val="accent1"/>
              </a:buClr>
              <a:buSzPts val="1100"/>
              <a:buChar char="○"/>
              <a:defRPr>
                <a:solidFill>
                  <a:schemeClr val="accent1"/>
                </a:solidFill>
              </a:defRPr>
            </a:lvl8pPr>
            <a:lvl9pPr marL="4114800" lvl="8" indent="-298450" algn="r">
              <a:spcBef>
                <a:spcPts val="0"/>
              </a:spcBef>
              <a:spcAft>
                <a:spcPts val="0"/>
              </a:spcAft>
              <a:buClr>
                <a:schemeClr val="accent1"/>
              </a:buClr>
              <a:buSzPts val="1100"/>
              <a:buChar char="■"/>
              <a:defRPr>
                <a:solidFill>
                  <a:schemeClr val="accent1"/>
                </a:solidFill>
              </a:defRPr>
            </a:lvl9pPr>
          </a:lstStyle>
          <a:p>
            <a:endParaRPr/>
          </a:p>
        </p:txBody>
      </p:sp>
      <p:sp>
        <p:nvSpPr>
          <p:cNvPr id="319" name="Google Shape;319;p23"/>
          <p:cNvSpPr/>
          <p:nvPr/>
        </p:nvSpPr>
        <p:spPr>
          <a:xfrm flipH="1">
            <a:off x="3030900" y="1078800"/>
            <a:ext cx="3082200" cy="3576600"/>
          </a:xfrm>
          <a:prstGeom prst="snip2DiagRect">
            <a:avLst>
              <a:gd name="adj1" fmla="val 0"/>
              <a:gd name="adj2" fmla="val 24373"/>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20" name="Google Shape;320;p23"/>
          <p:cNvSpPr>
            <a:spLocks noGrp="1"/>
          </p:cNvSpPr>
          <p:nvPr>
            <p:ph type="pic" idx="7"/>
          </p:nvPr>
        </p:nvSpPr>
        <p:spPr>
          <a:xfrm>
            <a:off x="3211500" y="1232599"/>
            <a:ext cx="2721000" cy="3269100"/>
          </a:xfrm>
          <a:prstGeom prst="snip2DiagRect">
            <a:avLst>
              <a:gd name="adj1" fmla="val 0"/>
              <a:gd name="adj2" fmla="val 16667"/>
            </a:avLst>
          </a:prstGeom>
          <a:noFill/>
          <a:ln>
            <a:noFill/>
          </a:ln>
        </p:spPr>
      </p:sp>
      <p:sp>
        <p:nvSpPr>
          <p:cNvPr id="321" name="Google Shape;321;p23"/>
          <p:cNvSpPr/>
          <p:nvPr/>
        </p:nvSpPr>
        <p:spPr>
          <a:xfrm>
            <a:off x="6269584" y="1833050"/>
            <a:ext cx="245400" cy="238500"/>
          </a:xfrm>
          <a:prstGeom prst="plus">
            <a:avLst>
              <a:gd name="adj" fmla="val 3802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22" name="Google Shape;322;p23"/>
          <p:cNvSpPr/>
          <p:nvPr/>
        </p:nvSpPr>
        <p:spPr>
          <a:xfrm>
            <a:off x="6269597" y="2747900"/>
            <a:ext cx="245400" cy="238500"/>
          </a:xfrm>
          <a:prstGeom prst="plus">
            <a:avLst>
              <a:gd name="adj" fmla="val 3802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23" name="Google Shape;323;p23"/>
          <p:cNvSpPr/>
          <p:nvPr/>
        </p:nvSpPr>
        <p:spPr>
          <a:xfrm>
            <a:off x="6269597" y="3657500"/>
            <a:ext cx="245400" cy="238500"/>
          </a:xfrm>
          <a:prstGeom prst="plus">
            <a:avLst>
              <a:gd name="adj" fmla="val 3802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24" name="Google Shape;324;p23"/>
          <p:cNvSpPr/>
          <p:nvPr/>
        </p:nvSpPr>
        <p:spPr>
          <a:xfrm>
            <a:off x="2629009" y="1835675"/>
            <a:ext cx="245400" cy="238500"/>
          </a:xfrm>
          <a:prstGeom prst="plus">
            <a:avLst>
              <a:gd name="adj" fmla="val 3802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25" name="Google Shape;325;p23"/>
          <p:cNvSpPr/>
          <p:nvPr/>
        </p:nvSpPr>
        <p:spPr>
          <a:xfrm>
            <a:off x="2629022" y="2750525"/>
            <a:ext cx="245400" cy="238500"/>
          </a:xfrm>
          <a:prstGeom prst="plus">
            <a:avLst>
              <a:gd name="adj" fmla="val 3802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26" name="Google Shape;326;p23"/>
          <p:cNvSpPr/>
          <p:nvPr/>
        </p:nvSpPr>
        <p:spPr>
          <a:xfrm>
            <a:off x="2629022" y="3660125"/>
            <a:ext cx="245400" cy="238500"/>
          </a:xfrm>
          <a:prstGeom prst="plus">
            <a:avLst>
              <a:gd name="adj" fmla="val 3802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lide with 3 items on timeline v2">
  <p:cSld name="CUSTOM_4">
    <p:bg>
      <p:bgPr>
        <a:solidFill>
          <a:schemeClr val="accent1"/>
        </a:solidFill>
        <a:effectLst/>
      </p:bgPr>
    </p:bg>
    <p:spTree>
      <p:nvGrpSpPr>
        <p:cNvPr id="1" name="Shape 327"/>
        <p:cNvGrpSpPr/>
        <p:nvPr/>
      </p:nvGrpSpPr>
      <p:grpSpPr>
        <a:xfrm>
          <a:off x="0" y="0"/>
          <a:ext cx="0" cy="0"/>
          <a:chOff x="0" y="0"/>
          <a:chExt cx="0" cy="0"/>
        </a:xfrm>
      </p:grpSpPr>
      <p:sp>
        <p:nvSpPr>
          <p:cNvPr id="328" name="Google Shape;328;p24"/>
          <p:cNvSpPr txBox="1">
            <a:spLocks noGrp="1"/>
          </p:cNvSpPr>
          <p:nvPr>
            <p:ph type="title"/>
          </p:nvPr>
        </p:nvSpPr>
        <p:spPr>
          <a:xfrm>
            <a:off x="311700" y="269951"/>
            <a:ext cx="8520600" cy="556500"/>
          </a:xfrm>
          <a:prstGeom prst="rect">
            <a:avLst/>
          </a:prstGeom>
        </p:spPr>
        <p:txBody>
          <a:bodyPr spcFirstLastPara="1" wrap="square" lIns="0" tIns="0" rIns="0" bIns="0" anchor="t" anchorCtr="0">
            <a:noAutofit/>
          </a:bodyPr>
          <a:lstStyle>
            <a:lvl1pPr lvl="0" algn="ctr">
              <a:spcBef>
                <a:spcPts val="0"/>
              </a:spcBef>
              <a:spcAft>
                <a:spcPts val="0"/>
              </a:spcAft>
              <a:buClr>
                <a:schemeClr val="accent4"/>
              </a:buClr>
              <a:buSzPts val="2000"/>
              <a:buNone/>
              <a:defRPr>
                <a:solidFill>
                  <a:schemeClr val="accent4"/>
                </a:solidFill>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a:endParaRPr/>
          </a:p>
        </p:txBody>
      </p:sp>
      <p:grpSp>
        <p:nvGrpSpPr>
          <p:cNvPr id="329" name="Google Shape;329;p24"/>
          <p:cNvGrpSpPr/>
          <p:nvPr/>
        </p:nvGrpSpPr>
        <p:grpSpPr>
          <a:xfrm>
            <a:off x="266400" y="2663100"/>
            <a:ext cx="2835600" cy="378533"/>
            <a:chOff x="266400" y="2262650"/>
            <a:chExt cx="2835600" cy="378533"/>
          </a:xfrm>
        </p:grpSpPr>
        <p:sp>
          <p:nvSpPr>
            <p:cNvPr id="330" name="Google Shape;330;p24"/>
            <p:cNvSpPr/>
            <p:nvPr/>
          </p:nvSpPr>
          <p:spPr>
            <a:xfrm>
              <a:off x="266400" y="2262650"/>
              <a:ext cx="2835600" cy="1899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31" name="Google Shape;331;p24"/>
            <p:cNvSpPr/>
            <p:nvPr/>
          </p:nvSpPr>
          <p:spPr>
            <a:xfrm rot="10800000" flipH="1">
              <a:off x="1566600" y="2451283"/>
              <a:ext cx="235200" cy="189900"/>
            </a:xfrm>
            <a:prstGeom prst="triangle">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332" name="Google Shape;332;p24"/>
          <p:cNvGrpSpPr/>
          <p:nvPr/>
        </p:nvGrpSpPr>
        <p:grpSpPr>
          <a:xfrm>
            <a:off x="6034350" y="2663100"/>
            <a:ext cx="2835600" cy="377782"/>
            <a:chOff x="266400" y="2262650"/>
            <a:chExt cx="2835600" cy="377782"/>
          </a:xfrm>
        </p:grpSpPr>
        <p:sp>
          <p:nvSpPr>
            <p:cNvPr id="333" name="Google Shape;333;p24"/>
            <p:cNvSpPr/>
            <p:nvPr/>
          </p:nvSpPr>
          <p:spPr>
            <a:xfrm>
              <a:off x="266400" y="2262650"/>
              <a:ext cx="2835600" cy="1899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34" name="Google Shape;334;p24"/>
            <p:cNvSpPr/>
            <p:nvPr/>
          </p:nvSpPr>
          <p:spPr>
            <a:xfrm rot="10800000" flipH="1">
              <a:off x="1566600" y="2450532"/>
              <a:ext cx="235200" cy="189900"/>
            </a:xfrm>
            <a:prstGeom prst="triangl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335" name="Google Shape;335;p24"/>
          <p:cNvGrpSpPr/>
          <p:nvPr/>
        </p:nvGrpSpPr>
        <p:grpSpPr>
          <a:xfrm rot="10800000" flipH="1">
            <a:off x="3102250" y="2475168"/>
            <a:ext cx="2936700" cy="377832"/>
            <a:chOff x="218275" y="2223950"/>
            <a:chExt cx="2936700" cy="377832"/>
          </a:xfrm>
        </p:grpSpPr>
        <p:sp>
          <p:nvSpPr>
            <p:cNvPr id="336" name="Google Shape;336;p24"/>
            <p:cNvSpPr/>
            <p:nvPr/>
          </p:nvSpPr>
          <p:spPr>
            <a:xfrm>
              <a:off x="218275" y="2223950"/>
              <a:ext cx="2936700" cy="1899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37" name="Google Shape;337;p24"/>
            <p:cNvSpPr/>
            <p:nvPr/>
          </p:nvSpPr>
          <p:spPr>
            <a:xfrm rot="10800000" flipH="1">
              <a:off x="1566600" y="2411882"/>
              <a:ext cx="235200" cy="189900"/>
            </a:xfrm>
            <a:prstGeom prst="triangle">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cxnSp>
        <p:nvCxnSpPr>
          <p:cNvPr id="338" name="Google Shape;338;p24"/>
          <p:cNvCxnSpPr/>
          <p:nvPr/>
        </p:nvCxnSpPr>
        <p:spPr>
          <a:xfrm>
            <a:off x="3099875" y="2264000"/>
            <a:ext cx="0" cy="909000"/>
          </a:xfrm>
          <a:prstGeom prst="straightConnector1">
            <a:avLst/>
          </a:prstGeom>
          <a:noFill/>
          <a:ln w="19050" cap="flat" cmpd="sng">
            <a:solidFill>
              <a:schemeClr val="lt1"/>
            </a:solidFill>
            <a:prstDash val="lgDash"/>
            <a:round/>
            <a:headEnd type="none" w="med" len="med"/>
            <a:tailEnd type="none" w="med" len="med"/>
          </a:ln>
        </p:spPr>
      </p:cxnSp>
      <p:cxnSp>
        <p:nvCxnSpPr>
          <p:cNvPr id="339" name="Google Shape;339;p24"/>
          <p:cNvCxnSpPr/>
          <p:nvPr/>
        </p:nvCxnSpPr>
        <p:spPr>
          <a:xfrm>
            <a:off x="6038950" y="2264000"/>
            <a:ext cx="0" cy="909000"/>
          </a:xfrm>
          <a:prstGeom prst="straightConnector1">
            <a:avLst/>
          </a:prstGeom>
          <a:noFill/>
          <a:ln w="19050" cap="flat" cmpd="sng">
            <a:solidFill>
              <a:schemeClr val="lt1"/>
            </a:solidFill>
            <a:prstDash val="lgDash"/>
            <a:round/>
            <a:headEnd type="none" w="med" len="med"/>
            <a:tailEnd type="none" w="med" len="med"/>
          </a:ln>
        </p:spPr>
      </p:cxnSp>
      <p:sp>
        <p:nvSpPr>
          <p:cNvPr id="340" name="Google Shape;340;p24"/>
          <p:cNvSpPr txBox="1">
            <a:spLocks noGrp="1"/>
          </p:cNvSpPr>
          <p:nvPr>
            <p:ph type="subTitle" idx="1"/>
          </p:nvPr>
        </p:nvSpPr>
        <p:spPr>
          <a:xfrm>
            <a:off x="1037788" y="3173000"/>
            <a:ext cx="1283400" cy="297600"/>
          </a:xfrm>
          <a:prstGeom prst="rect">
            <a:avLst/>
          </a:prstGeom>
        </p:spPr>
        <p:txBody>
          <a:bodyPr spcFirstLastPara="1" wrap="square" lIns="0" tIns="0" rIns="0" bIns="0" anchor="t" anchorCtr="0">
            <a:noAutofit/>
          </a:bodyPr>
          <a:lstStyle>
            <a:lvl1pPr lvl="0" algn="ctr">
              <a:spcBef>
                <a:spcPts val="0"/>
              </a:spcBef>
              <a:spcAft>
                <a:spcPts val="0"/>
              </a:spcAft>
              <a:buClr>
                <a:schemeClr val="accent2"/>
              </a:buClr>
              <a:buSzPts val="1400"/>
              <a:buFont typeface="DM Sans SemiBold"/>
              <a:buNone/>
              <a:defRPr sz="1400">
                <a:solidFill>
                  <a:schemeClr val="accent2"/>
                </a:solidFill>
                <a:latin typeface="DM Sans SemiBold"/>
                <a:ea typeface="DM Sans SemiBold"/>
                <a:cs typeface="DM Sans SemiBold"/>
                <a:sym typeface="DM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41" name="Google Shape;341;p24"/>
          <p:cNvSpPr txBox="1">
            <a:spLocks noGrp="1"/>
          </p:cNvSpPr>
          <p:nvPr>
            <p:ph type="body" idx="2"/>
          </p:nvPr>
        </p:nvSpPr>
        <p:spPr>
          <a:xfrm>
            <a:off x="1020050" y="1886300"/>
            <a:ext cx="1283400" cy="377700"/>
          </a:xfrm>
          <a:prstGeom prst="rect">
            <a:avLst/>
          </a:prstGeom>
        </p:spPr>
        <p:txBody>
          <a:bodyPr spcFirstLastPara="1" wrap="square" lIns="0" tIns="0" rIns="0" bIns="0" anchor="b"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342" name="Google Shape;342;p24"/>
          <p:cNvSpPr txBox="1">
            <a:spLocks noGrp="1"/>
          </p:cNvSpPr>
          <p:nvPr>
            <p:ph type="subTitle" idx="3"/>
          </p:nvPr>
        </p:nvSpPr>
        <p:spPr>
          <a:xfrm>
            <a:off x="3926050" y="1966400"/>
            <a:ext cx="1283400" cy="297600"/>
          </a:xfrm>
          <a:prstGeom prst="rect">
            <a:avLst/>
          </a:prstGeom>
        </p:spPr>
        <p:txBody>
          <a:bodyPr spcFirstLastPara="1" wrap="square" lIns="0" tIns="0" rIns="0" bIns="0" anchor="b" anchorCtr="0">
            <a:noAutofit/>
          </a:bodyPr>
          <a:lstStyle>
            <a:lvl1pPr lvl="0" algn="ctr">
              <a:spcBef>
                <a:spcPts val="0"/>
              </a:spcBef>
              <a:spcAft>
                <a:spcPts val="0"/>
              </a:spcAft>
              <a:buClr>
                <a:schemeClr val="accent6"/>
              </a:buClr>
              <a:buSzPts val="1400"/>
              <a:buFont typeface="DM Sans SemiBold"/>
              <a:buNone/>
              <a:defRPr sz="1400">
                <a:solidFill>
                  <a:schemeClr val="accent6"/>
                </a:solidFill>
                <a:latin typeface="DM Sans SemiBold"/>
                <a:ea typeface="DM Sans SemiBold"/>
                <a:cs typeface="DM Sans SemiBold"/>
                <a:sym typeface="DM Sans SemiBo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43" name="Google Shape;343;p24"/>
          <p:cNvSpPr txBox="1">
            <a:spLocks noGrp="1"/>
          </p:cNvSpPr>
          <p:nvPr>
            <p:ph type="body" idx="4"/>
          </p:nvPr>
        </p:nvSpPr>
        <p:spPr>
          <a:xfrm>
            <a:off x="3929375" y="3064175"/>
            <a:ext cx="1283400" cy="377700"/>
          </a:xfrm>
          <a:prstGeom prst="rect">
            <a:avLst/>
          </a:prstGeom>
        </p:spPr>
        <p:txBody>
          <a:bodyPr spcFirstLastPara="1" wrap="square" lIns="0" tIns="0" rIns="0" bIns="0" anchor="t"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sp>
        <p:nvSpPr>
          <p:cNvPr id="344" name="Google Shape;344;p24"/>
          <p:cNvSpPr txBox="1">
            <a:spLocks noGrp="1"/>
          </p:cNvSpPr>
          <p:nvPr>
            <p:ph type="subTitle" idx="5"/>
          </p:nvPr>
        </p:nvSpPr>
        <p:spPr>
          <a:xfrm>
            <a:off x="6810456" y="3173000"/>
            <a:ext cx="1283400" cy="2976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400"/>
              <a:buFont typeface="DM Sans SemiBold"/>
              <a:buNone/>
              <a:defRPr sz="1400">
                <a:solidFill>
                  <a:schemeClr val="accent3"/>
                </a:solidFill>
                <a:latin typeface="DM Sans SemiBold"/>
                <a:ea typeface="DM Sans SemiBold"/>
                <a:cs typeface="DM Sans SemiBold"/>
                <a:sym typeface="DM Sans SemiBold"/>
              </a:defRPr>
            </a:lvl1pPr>
            <a:lvl2pPr lvl="1">
              <a:spcBef>
                <a:spcPts val="0"/>
              </a:spcBef>
              <a:spcAft>
                <a:spcPts val="0"/>
              </a:spcAft>
              <a:buClr>
                <a:schemeClr val="accent3"/>
              </a:buClr>
              <a:buSzPts val="1100"/>
              <a:buNone/>
              <a:defRPr>
                <a:solidFill>
                  <a:schemeClr val="accent3"/>
                </a:solidFill>
              </a:defRPr>
            </a:lvl2pPr>
            <a:lvl3pPr lvl="2">
              <a:spcBef>
                <a:spcPts val="0"/>
              </a:spcBef>
              <a:spcAft>
                <a:spcPts val="0"/>
              </a:spcAft>
              <a:buClr>
                <a:schemeClr val="accent3"/>
              </a:buClr>
              <a:buSzPts val="1100"/>
              <a:buNone/>
              <a:defRPr>
                <a:solidFill>
                  <a:schemeClr val="accent3"/>
                </a:solidFill>
              </a:defRPr>
            </a:lvl3pPr>
            <a:lvl4pPr lvl="3">
              <a:spcBef>
                <a:spcPts val="0"/>
              </a:spcBef>
              <a:spcAft>
                <a:spcPts val="0"/>
              </a:spcAft>
              <a:buClr>
                <a:schemeClr val="accent3"/>
              </a:buClr>
              <a:buSzPts val="1100"/>
              <a:buNone/>
              <a:defRPr>
                <a:solidFill>
                  <a:schemeClr val="accent3"/>
                </a:solidFill>
              </a:defRPr>
            </a:lvl4pPr>
            <a:lvl5pPr lvl="4">
              <a:spcBef>
                <a:spcPts val="0"/>
              </a:spcBef>
              <a:spcAft>
                <a:spcPts val="0"/>
              </a:spcAft>
              <a:buClr>
                <a:schemeClr val="accent3"/>
              </a:buClr>
              <a:buSzPts val="1100"/>
              <a:buNone/>
              <a:defRPr>
                <a:solidFill>
                  <a:schemeClr val="accent3"/>
                </a:solidFill>
              </a:defRPr>
            </a:lvl5pPr>
            <a:lvl6pPr lvl="5">
              <a:spcBef>
                <a:spcPts val="0"/>
              </a:spcBef>
              <a:spcAft>
                <a:spcPts val="0"/>
              </a:spcAft>
              <a:buClr>
                <a:schemeClr val="accent3"/>
              </a:buClr>
              <a:buSzPts val="1100"/>
              <a:buNone/>
              <a:defRPr>
                <a:solidFill>
                  <a:schemeClr val="accent3"/>
                </a:solidFill>
              </a:defRPr>
            </a:lvl6pPr>
            <a:lvl7pPr lvl="6">
              <a:spcBef>
                <a:spcPts val="0"/>
              </a:spcBef>
              <a:spcAft>
                <a:spcPts val="0"/>
              </a:spcAft>
              <a:buClr>
                <a:schemeClr val="accent3"/>
              </a:buClr>
              <a:buSzPts val="1100"/>
              <a:buNone/>
              <a:defRPr>
                <a:solidFill>
                  <a:schemeClr val="accent3"/>
                </a:solidFill>
              </a:defRPr>
            </a:lvl7pPr>
            <a:lvl8pPr lvl="7">
              <a:spcBef>
                <a:spcPts val="0"/>
              </a:spcBef>
              <a:spcAft>
                <a:spcPts val="0"/>
              </a:spcAft>
              <a:buClr>
                <a:schemeClr val="accent3"/>
              </a:buClr>
              <a:buSzPts val="1100"/>
              <a:buNone/>
              <a:defRPr>
                <a:solidFill>
                  <a:schemeClr val="accent3"/>
                </a:solidFill>
              </a:defRPr>
            </a:lvl8pPr>
            <a:lvl9pPr lvl="8">
              <a:spcBef>
                <a:spcPts val="0"/>
              </a:spcBef>
              <a:spcAft>
                <a:spcPts val="0"/>
              </a:spcAft>
              <a:buClr>
                <a:schemeClr val="accent3"/>
              </a:buClr>
              <a:buSzPts val="1100"/>
              <a:buNone/>
              <a:defRPr>
                <a:solidFill>
                  <a:schemeClr val="accent3"/>
                </a:solidFill>
              </a:defRPr>
            </a:lvl9pPr>
          </a:lstStyle>
          <a:p>
            <a:endParaRPr/>
          </a:p>
        </p:txBody>
      </p:sp>
      <p:sp>
        <p:nvSpPr>
          <p:cNvPr id="345" name="Google Shape;345;p24"/>
          <p:cNvSpPr txBox="1">
            <a:spLocks noGrp="1"/>
          </p:cNvSpPr>
          <p:nvPr>
            <p:ph type="body" idx="6"/>
          </p:nvPr>
        </p:nvSpPr>
        <p:spPr>
          <a:xfrm>
            <a:off x="6769313" y="1886300"/>
            <a:ext cx="1283400" cy="377700"/>
          </a:xfrm>
          <a:prstGeom prst="rect">
            <a:avLst/>
          </a:prstGeom>
        </p:spPr>
        <p:txBody>
          <a:bodyPr spcFirstLastPara="1" wrap="square" lIns="0" tIns="0" rIns="0" bIns="0" anchor="b" anchorCtr="0">
            <a:noAutofit/>
          </a:bodyPr>
          <a:lstStyle>
            <a:lvl1pPr marL="457200" lvl="0" indent="-298450" algn="ctr">
              <a:spcBef>
                <a:spcPts val="0"/>
              </a:spcBef>
              <a:spcAft>
                <a:spcPts val="0"/>
              </a:spcAft>
              <a:buClr>
                <a:schemeClr val="lt2"/>
              </a:buClr>
              <a:buSzPts val="1100"/>
              <a:buChar char="●"/>
              <a:defRPr>
                <a:solidFill>
                  <a:schemeClr val="lt2"/>
                </a:solidFill>
              </a:defRPr>
            </a:lvl1pPr>
            <a:lvl2pPr marL="914400" lvl="1" indent="-298450" algn="ctr">
              <a:spcBef>
                <a:spcPts val="0"/>
              </a:spcBef>
              <a:spcAft>
                <a:spcPts val="0"/>
              </a:spcAft>
              <a:buClr>
                <a:schemeClr val="lt2"/>
              </a:buClr>
              <a:buSzPts val="1100"/>
              <a:buChar char="○"/>
              <a:defRPr>
                <a:solidFill>
                  <a:schemeClr val="lt2"/>
                </a:solidFill>
              </a:defRPr>
            </a:lvl2pPr>
            <a:lvl3pPr marL="1371600" lvl="2" indent="-298450" algn="ctr">
              <a:spcBef>
                <a:spcPts val="0"/>
              </a:spcBef>
              <a:spcAft>
                <a:spcPts val="0"/>
              </a:spcAft>
              <a:buClr>
                <a:schemeClr val="lt2"/>
              </a:buClr>
              <a:buSzPts val="1100"/>
              <a:buChar char="■"/>
              <a:defRPr>
                <a:solidFill>
                  <a:schemeClr val="lt2"/>
                </a:solidFill>
              </a:defRPr>
            </a:lvl3pPr>
            <a:lvl4pPr marL="1828800" lvl="3" indent="-298450" algn="ctr">
              <a:spcBef>
                <a:spcPts val="0"/>
              </a:spcBef>
              <a:spcAft>
                <a:spcPts val="0"/>
              </a:spcAft>
              <a:buClr>
                <a:schemeClr val="lt2"/>
              </a:buClr>
              <a:buSzPts val="1100"/>
              <a:buChar char="●"/>
              <a:defRPr>
                <a:solidFill>
                  <a:schemeClr val="lt2"/>
                </a:solidFill>
              </a:defRPr>
            </a:lvl4pPr>
            <a:lvl5pPr marL="2286000" lvl="4" indent="-298450" algn="ctr">
              <a:spcBef>
                <a:spcPts val="0"/>
              </a:spcBef>
              <a:spcAft>
                <a:spcPts val="0"/>
              </a:spcAft>
              <a:buClr>
                <a:schemeClr val="lt2"/>
              </a:buClr>
              <a:buSzPts val="1100"/>
              <a:buChar char="○"/>
              <a:defRPr>
                <a:solidFill>
                  <a:schemeClr val="lt2"/>
                </a:solidFill>
              </a:defRPr>
            </a:lvl5pPr>
            <a:lvl6pPr marL="2743200" lvl="5" indent="-298450" algn="ctr">
              <a:spcBef>
                <a:spcPts val="0"/>
              </a:spcBef>
              <a:spcAft>
                <a:spcPts val="0"/>
              </a:spcAft>
              <a:buClr>
                <a:schemeClr val="lt2"/>
              </a:buClr>
              <a:buSzPts val="1100"/>
              <a:buChar char="■"/>
              <a:defRPr>
                <a:solidFill>
                  <a:schemeClr val="lt2"/>
                </a:solidFill>
              </a:defRPr>
            </a:lvl6pPr>
            <a:lvl7pPr marL="3200400" lvl="6" indent="-298450" algn="ctr">
              <a:spcBef>
                <a:spcPts val="0"/>
              </a:spcBef>
              <a:spcAft>
                <a:spcPts val="0"/>
              </a:spcAft>
              <a:buClr>
                <a:schemeClr val="lt2"/>
              </a:buClr>
              <a:buSzPts val="1100"/>
              <a:buChar char="●"/>
              <a:defRPr>
                <a:solidFill>
                  <a:schemeClr val="lt2"/>
                </a:solidFill>
              </a:defRPr>
            </a:lvl7pPr>
            <a:lvl8pPr marL="3657600" lvl="7" indent="-298450" algn="ctr">
              <a:spcBef>
                <a:spcPts val="0"/>
              </a:spcBef>
              <a:spcAft>
                <a:spcPts val="0"/>
              </a:spcAft>
              <a:buClr>
                <a:schemeClr val="lt2"/>
              </a:buClr>
              <a:buSzPts val="1100"/>
              <a:buChar char="○"/>
              <a:defRPr>
                <a:solidFill>
                  <a:schemeClr val="lt2"/>
                </a:solidFill>
              </a:defRPr>
            </a:lvl8pPr>
            <a:lvl9pPr marL="4114800" lvl="8" indent="-298450" algn="ctr">
              <a:spcBef>
                <a:spcPts val="0"/>
              </a:spcBef>
              <a:spcAft>
                <a:spcPts val="0"/>
              </a:spcAft>
              <a:buClr>
                <a:schemeClr val="lt2"/>
              </a:buClr>
              <a:buSzPts val="1100"/>
              <a:buChar char="■"/>
              <a:defRPr>
                <a:solidFill>
                  <a:schemeClr val="lt2"/>
                </a:solidFill>
              </a:defRPr>
            </a:lvl9pPr>
          </a:lstStyle>
          <a:p>
            <a:endParaRPr/>
          </a:p>
        </p:txBody>
      </p:sp>
      <p:grpSp>
        <p:nvGrpSpPr>
          <p:cNvPr id="346" name="Google Shape;346;p24"/>
          <p:cNvGrpSpPr/>
          <p:nvPr/>
        </p:nvGrpSpPr>
        <p:grpSpPr>
          <a:xfrm>
            <a:off x="-824158" y="3670122"/>
            <a:ext cx="2277538" cy="2277538"/>
            <a:chOff x="987244" y="313753"/>
            <a:chExt cx="555321" cy="555321"/>
          </a:xfrm>
        </p:grpSpPr>
        <p:grpSp>
          <p:nvGrpSpPr>
            <p:cNvPr id="347" name="Google Shape;347;p24"/>
            <p:cNvGrpSpPr/>
            <p:nvPr/>
          </p:nvGrpSpPr>
          <p:grpSpPr>
            <a:xfrm>
              <a:off x="1068575" y="395075"/>
              <a:ext cx="392675" cy="392675"/>
              <a:chOff x="458050" y="265600"/>
              <a:chExt cx="392675" cy="392675"/>
            </a:xfrm>
          </p:grpSpPr>
          <p:sp>
            <p:nvSpPr>
              <p:cNvPr id="348" name="Google Shape;348;p24"/>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49" name="Google Shape;349;p24"/>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50" name="Google Shape;350;p24"/>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51" name="Google Shape;351;p24"/>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352" name="Google Shape;352;p24"/>
            <p:cNvGrpSpPr/>
            <p:nvPr/>
          </p:nvGrpSpPr>
          <p:grpSpPr>
            <a:xfrm rot="-2700000">
              <a:off x="1068569" y="395078"/>
              <a:ext cx="392671" cy="392671"/>
              <a:chOff x="458050" y="265600"/>
              <a:chExt cx="392675" cy="392675"/>
            </a:xfrm>
          </p:grpSpPr>
          <p:sp>
            <p:nvSpPr>
              <p:cNvPr id="353" name="Google Shape;353;p24"/>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54" name="Google Shape;354;p24"/>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55" name="Google Shape;355;p24"/>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56" name="Google Shape;356;p24"/>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grpSp>
        <p:nvGrpSpPr>
          <p:cNvPr id="357" name="Google Shape;357;p24"/>
          <p:cNvGrpSpPr/>
          <p:nvPr/>
        </p:nvGrpSpPr>
        <p:grpSpPr>
          <a:xfrm>
            <a:off x="8303263" y="28963"/>
            <a:ext cx="392675" cy="392675"/>
            <a:chOff x="458050" y="265600"/>
            <a:chExt cx="392675" cy="392675"/>
          </a:xfrm>
        </p:grpSpPr>
        <p:sp>
          <p:nvSpPr>
            <p:cNvPr id="358" name="Google Shape;358;p24"/>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59" name="Google Shape;359;p24"/>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60" name="Google Shape;360;p24"/>
            <p:cNvSpPr/>
            <p:nvPr/>
          </p:nvSpPr>
          <p:spPr>
            <a:xfrm rot="-5400000">
              <a:off x="509350"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61" name="Google Shape;361;p24"/>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362" name="Google Shape;362;p24"/>
          <p:cNvGrpSpPr/>
          <p:nvPr/>
        </p:nvGrpSpPr>
        <p:grpSpPr>
          <a:xfrm>
            <a:off x="8843163" y="28950"/>
            <a:ext cx="392675" cy="392675"/>
            <a:chOff x="458050" y="265600"/>
            <a:chExt cx="392675" cy="392675"/>
          </a:xfrm>
        </p:grpSpPr>
        <p:sp>
          <p:nvSpPr>
            <p:cNvPr id="363" name="Google Shape;363;p24"/>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64" name="Google Shape;364;p24"/>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65" name="Google Shape;365;p24"/>
            <p:cNvSpPr/>
            <p:nvPr/>
          </p:nvSpPr>
          <p:spPr>
            <a:xfrm rot="-5400000">
              <a:off x="509350"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66" name="Google Shape;366;p24"/>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367" name="Google Shape;367;p24"/>
          <p:cNvGrpSpPr/>
          <p:nvPr/>
        </p:nvGrpSpPr>
        <p:grpSpPr>
          <a:xfrm>
            <a:off x="8567531" y="465897"/>
            <a:ext cx="392675" cy="392675"/>
            <a:chOff x="458050" y="265600"/>
            <a:chExt cx="392675" cy="392675"/>
          </a:xfrm>
        </p:grpSpPr>
        <p:sp>
          <p:nvSpPr>
            <p:cNvPr id="368" name="Google Shape;368;p24"/>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69" name="Google Shape;369;p24"/>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70" name="Google Shape;370;p24"/>
            <p:cNvSpPr/>
            <p:nvPr/>
          </p:nvSpPr>
          <p:spPr>
            <a:xfrm rot="-5400000">
              <a:off x="509350"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71" name="Google Shape;371;p24"/>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372" name="Google Shape;372;p24"/>
          <p:cNvGrpSpPr/>
          <p:nvPr/>
        </p:nvGrpSpPr>
        <p:grpSpPr>
          <a:xfrm>
            <a:off x="9107431" y="465884"/>
            <a:ext cx="392675" cy="392675"/>
            <a:chOff x="458050" y="265600"/>
            <a:chExt cx="392675" cy="392675"/>
          </a:xfrm>
        </p:grpSpPr>
        <p:sp>
          <p:nvSpPr>
            <p:cNvPr id="373" name="Google Shape;373;p24"/>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74" name="Google Shape;374;p24"/>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75" name="Google Shape;375;p24"/>
            <p:cNvSpPr/>
            <p:nvPr/>
          </p:nvSpPr>
          <p:spPr>
            <a:xfrm rot="-5400000">
              <a:off x="509350"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76" name="Google Shape;376;p24"/>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lide with 3 items on timeline">
  <p:cSld name="CUSTOM_4_1">
    <p:bg>
      <p:bgPr>
        <a:solidFill>
          <a:schemeClr val="accent1"/>
        </a:solidFill>
        <a:effectLst/>
      </p:bgPr>
    </p:bg>
    <p:spTree>
      <p:nvGrpSpPr>
        <p:cNvPr id="1" name="Shape 377"/>
        <p:cNvGrpSpPr/>
        <p:nvPr/>
      </p:nvGrpSpPr>
      <p:grpSpPr>
        <a:xfrm>
          <a:off x="0" y="0"/>
          <a:ext cx="0" cy="0"/>
          <a:chOff x="0" y="0"/>
          <a:chExt cx="0" cy="0"/>
        </a:xfrm>
      </p:grpSpPr>
      <p:sp>
        <p:nvSpPr>
          <p:cNvPr id="378" name="Google Shape;378;p25"/>
          <p:cNvSpPr txBox="1">
            <a:spLocks noGrp="1"/>
          </p:cNvSpPr>
          <p:nvPr>
            <p:ph type="title"/>
          </p:nvPr>
        </p:nvSpPr>
        <p:spPr>
          <a:xfrm>
            <a:off x="311700" y="269951"/>
            <a:ext cx="8520600" cy="556500"/>
          </a:xfrm>
          <a:prstGeom prst="rect">
            <a:avLst/>
          </a:prstGeom>
        </p:spPr>
        <p:txBody>
          <a:bodyPr spcFirstLastPara="1" wrap="square" lIns="0" tIns="0" rIns="0" bIns="0" anchor="t" anchorCtr="0">
            <a:noAutofit/>
          </a:bodyPr>
          <a:lstStyle>
            <a:lvl1pPr lvl="0" algn="ctr">
              <a:spcBef>
                <a:spcPts val="0"/>
              </a:spcBef>
              <a:spcAft>
                <a:spcPts val="0"/>
              </a:spcAft>
              <a:buClr>
                <a:schemeClr val="accent4"/>
              </a:buClr>
              <a:buSzPts val="2000"/>
              <a:buNone/>
              <a:defRPr>
                <a:solidFill>
                  <a:schemeClr val="accent4"/>
                </a:solidFill>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a:endParaRPr/>
          </a:p>
        </p:txBody>
      </p:sp>
      <p:grpSp>
        <p:nvGrpSpPr>
          <p:cNvPr id="379" name="Google Shape;379;p25"/>
          <p:cNvGrpSpPr/>
          <p:nvPr/>
        </p:nvGrpSpPr>
        <p:grpSpPr>
          <a:xfrm rot="-5400000">
            <a:off x="1877868" y="1797262"/>
            <a:ext cx="927868" cy="202603"/>
            <a:chOff x="1082850" y="2340833"/>
            <a:chExt cx="2019300" cy="195299"/>
          </a:xfrm>
        </p:grpSpPr>
        <p:sp>
          <p:nvSpPr>
            <p:cNvPr id="380" name="Google Shape;380;p25"/>
            <p:cNvSpPr/>
            <p:nvPr/>
          </p:nvSpPr>
          <p:spPr>
            <a:xfrm>
              <a:off x="1082850" y="2340833"/>
              <a:ext cx="2019300" cy="1116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81" name="Google Shape;381;p25"/>
            <p:cNvSpPr/>
            <p:nvPr/>
          </p:nvSpPr>
          <p:spPr>
            <a:xfrm rot="10800000" flipH="1">
              <a:off x="1974902" y="2451232"/>
              <a:ext cx="235200" cy="84900"/>
            </a:xfrm>
            <a:prstGeom prst="triangle">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382" name="Google Shape;382;p25"/>
          <p:cNvSpPr txBox="1">
            <a:spLocks noGrp="1"/>
          </p:cNvSpPr>
          <p:nvPr>
            <p:ph type="subTitle" idx="1"/>
          </p:nvPr>
        </p:nvSpPr>
        <p:spPr>
          <a:xfrm>
            <a:off x="749913" y="1749763"/>
            <a:ext cx="1283400" cy="297600"/>
          </a:xfrm>
          <a:prstGeom prst="rect">
            <a:avLst/>
          </a:prstGeom>
        </p:spPr>
        <p:txBody>
          <a:bodyPr spcFirstLastPara="1" wrap="square" lIns="0" tIns="0" rIns="0" bIns="0" anchor="ctr" anchorCtr="0">
            <a:noAutofit/>
          </a:bodyPr>
          <a:lstStyle>
            <a:lvl1pPr lvl="0" algn="r">
              <a:spcBef>
                <a:spcPts val="0"/>
              </a:spcBef>
              <a:spcAft>
                <a:spcPts val="0"/>
              </a:spcAft>
              <a:buClr>
                <a:schemeClr val="accent2"/>
              </a:buClr>
              <a:buSzPts val="1200"/>
              <a:buFont typeface="DM Sans SemiBold"/>
              <a:buNone/>
              <a:defRPr sz="1200">
                <a:solidFill>
                  <a:schemeClr val="accent2"/>
                </a:solidFill>
                <a:latin typeface="DM Sans SemiBold"/>
                <a:ea typeface="DM Sans SemiBold"/>
                <a:cs typeface="DM Sans SemiBold"/>
                <a:sym typeface="DM Sans SemiBold"/>
              </a:defRPr>
            </a:lvl1pPr>
            <a:lvl2pPr lvl="1" algn="r">
              <a:spcBef>
                <a:spcPts val="0"/>
              </a:spcBef>
              <a:spcAft>
                <a:spcPts val="0"/>
              </a:spcAft>
              <a:buSzPts val="1200"/>
              <a:buNone/>
              <a:defRPr sz="1200"/>
            </a:lvl2pPr>
            <a:lvl3pPr lvl="2" algn="r">
              <a:spcBef>
                <a:spcPts val="0"/>
              </a:spcBef>
              <a:spcAft>
                <a:spcPts val="0"/>
              </a:spcAft>
              <a:buSzPts val="1200"/>
              <a:buNone/>
              <a:defRPr sz="1200"/>
            </a:lvl3pPr>
            <a:lvl4pPr lvl="3" algn="r">
              <a:spcBef>
                <a:spcPts val="0"/>
              </a:spcBef>
              <a:spcAft>
                <a:spcPts val="0"/>
              </a:spcAft>
              <a:buSzPts val="1200"/>
              <a:buNone/>
              <a:defRPr sz="1200"/>
            </a:lvl4pPr>
            <a:lvl5pPr lvl="4" algn="r">
              <a:spcBef>
                <a:spcPts val="0"/>
              </a:spcBef>
              <a:spcAft>
                <a:spcPts val="0"/>
              </a:spcAft>
              <a:buSzPts val="1200"/>
              <a:buNone/>
              <a:defRPr sz="1200"/>
            </a:lvl5pPr>
            <a:lvl6pPr lvl="5" algn="r">
              <a:spcBef>
                <a:spcPts val="0"/>
              </a:spcBef>
              <a:spcAft>
                <a:spcPts val="0"/>
              </a:spcAft>
              <a:buSzPts val="1200"/>
              <a:buNone/>
              <a:defRPr sz="1200"/>
            </a:lvl6pPr>
            <a:lvl7pPr lvl="6" algn="r">
              <a:spcBef>
                <a:spcPts val="0"/>
              </a:spcBef>
              <a:spcAft>
                <a:spcPts val="0"/>
              </a:spcAft>
              <a:buSzPts val="1200"/>
              <a:buNone/>
              <a:defRPr sz="1200"/>
            </a:lvl7pPr>
            <a:lvl8pPr lvl="7" algn="r">
              <a:spcBef>
                <a:spcPts val="0"/>
              </a:spcBef>
              <a:spcAft>
                <a:spcPts val="0"/>
              </a:spcAft>
              <a:buSzPts val="1200"/>
              <a:buNone/>
              <a:defRPr sz="1200"/>
            </a:lvl8pPr>
            <a:lvl9pPr lvl="8" algn="r">
              <a:spcBef>
                <a:spcPts val="0"/>
              </a:spcBef>
              <a:spcAft>
                <a:spcPts val="0"/>
              </a:spcAft>
              <a:buSzPts val="1200"/>
              <a:buNone/>
              <a:defRPr sz="1200"/>
            </a:lvl9pPr>
          </a:lstStyle>
          <a:p>
            <a:endParaRPr/>
          </a:p>
        </p:txBody>
      </p:sp>
      <p:sp>
        <p:nvSpPr>
          <p:cNvPr id="383" name="Google Shape;383;p25"/>
          <p:cNvSpPr txBox="1">
            <a:spLocks noGrp="1"/>
          </p:cNvSpPr>
          <p:nvPr>
            <p:ph type="body" idx="2"/>
          </p:nvPr>
        </p:nvSpPr>
        <p:spPr>
          <a:xfrm>
            <a:off x="2650275" y="1709725"/>
            <a:ext cx="5743800" cy="377700"/>
          </a:xfrm>
          <a:prstGeom prst="rect">
            <a:avLst/>
          </a:prstGeom>
        </p:spPr>
        <p:txBody>
          <a:bodyPr spcFirstLastPara="1" wrap="square" lIns="0" tIns="0" rIns="0" bIns="0" anchor="ctr" anchorCtr="0">
            <a:noAutofit/>
          </a:bodyPr>
          <a:lstStyle>
            <a:lvl1pPr marL="457200" lvl="0" indent="-292100">
              <a:spcBef>
                <a:spcPts val="0"/>
              </a:spcBef>
              <a:spcAft>
                <a:spcPts val="0"/>
              </a:spcAft>
              <a:buClr>
                <a:schemeClr val="lt2"/>
              </a:buClr>
              <a:buSzPts val="1000"/>
              <a:buChar char="●"/>
              <a:defRPr sz="1000">
                <a:solidFill>
                  <a:schemeClr val="lt2"/>
                </a:solidFill>
              </a:defRPr>
            </a:lvl1pPr>
            <a:lvl2pPr marL="914400" lvl="1" indent="-292100">
              <a:spcBef>
                <a:spcPts val="0"/>
              </a:spcBef>
              <a:spcAft>
                <a:spcPts val="0"/>
              </a:spcAft>
              <a:buClr>
                <a:schemeClr val="lt2"/>
              </a:buClr>
              <a:buSzPts val="1000"/>
              <a:buChar char="○"/>
              <a:defRPr sz="1000">
                <a:solidFill>
                  <a:schemeClr val="lt2"/>
                </a:solidFill>
              </a:defRPr>
            </a:lvl2pPr>
            <a:lvl3pPr marL="1371600" lvl="2" indent="-292100">
              <a:spcBef>
                <a:spcPts val="0"/>
              </a:spcBef>
              <a:spcAft>
                <a:spcPts val="0"/>
              </a:spcAft>
              <a:buClr>
                <a:schemeClr val="lt2"/>
              </a:buClr>
              <a:buSzPts val="1000"/>
              <a:buChar char="■"/>
              <a:defRPr sz="1000">
                <a:solidFill>
                  <a:schemeClr val="lt2"/>
                </a:solidFill>
              </a:defRPr>
            </a:lvl3pPr>
            <a:lvl4pPr marL="1828800" lvl="3" indent="-292100">
              <a:spcBef>
                <a:spcPts val="0"/>
              </a:spcBef>
              <a:spcAft>
                <a:spcPts val="0"/>
              </a:spcAft>
              <a:buClr>
                <a:schemeClr val="lt2"/>
              </a:buClr>
              <a:buSzPts val="1000"/>
              <a:buChar char="●"/>
              <a:defRPr sz="1000">
                <a:solidFill>
                  <a:schemeClr val="lt2"/>
                </a:solidFill>
              </a:defRPr>
            </a:lvl4pPr>
            <a:lvl5pPr marL="2286000" lvl="4" indent="-292100">
              <a:spcBef>
                <a:spcPts val="0"/>
              </a:spcBef>
              <a:spcAft>
                <a:spcPts val="0"/>
              </a:spcAft>
              <a:buClr>
                <a:schemeClr val="lt2"/>
              </a:buClr>
              <a:buSzPts val="1000"/>
              <a:buChar char="○"/>
              <a:defRPr sz="1000">
                <a:solidFill>
                  <a:schemeClr val="lt2"/>
                </a:solidFill>
              </a:defRPr>
            </a:lvl5pPr>
            <a:lvl6pPr marL="2743200" lvl="5" indent="-292100">
              <a:spcBef>
                <a:spcPts val="0"/>
              </a:spcBef>
              <a:spcAft>
                <a:spcPts val="0"/>
              </a:spcAft>
              <a:buClr>
                <a:schemeClr val="lt2"/>
              </a:buClr>
              <a:buSzPts val="1000"/>
              <a:buChar char="■"/>
              <a:defRPr sz="1000">
                <a:solidFill>
                  <a:schemeClr val="lt2"/>
                </a:solidFill>
              </a:defRPr>
            </a:lvl6pPr>
            <a:lvl7pPr marL="3200400" lvl="6" indent="-292100">
              <a:spcBef>
                <a:spcPts val="0"/>
              </a:spcBef>
              <a:spcAft>
                <a:spcPts val="0"/>
              </a:spcAft>
              <a:buClr>
                <a:schemeClr val="lt2"/>
              </a:buClr>
              <a:buSzPts val="1000"/>
              <a:buChar char="●"/>
              <a:defRPr sz="1000">
                <a:solidFill>
                  <a:schemeClr val="lt2"/>
                </a:solidFill>
              </a:defRPr>
            </a:lvl7pPr>
            <a:lvl8pPr marL="3657600" lvl="7" indent="-292100">
              <a:spcBef>
                <a:spcPts val="0"/>
              </a:spcBef>
              <a:spcAft>
                <a:spcPts val="0"/>
              </a:spcAft>
              <a:buClr>
                <a:schemeClr val="lt2"/>
              </a:buClr>
              <a:buSzPts val="1000"/>
              <a:buChar char="○"/>
              <a:defRPr sz="1000">
                <a:solidFill>
                  <a:schemeClr val="lt2"/>
                </a:solidFill>
              </a:defRPr>
            </a:lvl8pPr>
            <a:lvl9pPr marL="4114800" lvl="8" indent="-292100">
              <a:spcBef>
                <a:spcPts val="0"/>
              </a:spcBef>
              <a:spcAft>
                <a:spcPts val="0"/>
              </a:spcAft>
              <a:buClr>
                <a:schemeClr val="lt2"/>
              </a:buClr>
              <a:buSzPts val="1000"/>
              <a:buChar char="■"/>
              <a:defRPr sz="1000">
                <a:solidFill>
                  <a:schemeClr val="lt2"/>
                </a:solidFill>
              </a:defRPr>
            </a:lvl9pPr>
          </a:lstStyle>
          <a:p>
            <a:endParaRPr/>
          </a:p>
        </p:txBody>
      </p:sp>
      <p:grpSp>
        <p:nvGrpSpPr>
          <p:cNvPr id="384" name="Google Shape;384;p25"/>
          <p:cNvGrpSpPr/>
          <p:nvPr/>
        </p:nvGrpSpPr>
        <p:grpSpPr>
          <a:xfrm>
            <a:off x="7701292" y="3734734"/>
            <a:ext cx="2277538" cy="2277538"/>
            <a:chOff x="987244" y="313753"/>
            <a:chExt cx="555321" cy="555321"/>
          </a:xfrm>
        </p:grpSpPr>
        <p:grpSp>
          <p:nvGrpSpPr>
            <p:cNvPr id="385" name="Google Shape;385;p25"/>
            <p:cNvGrpSpPr/>
            <p:nvPr/>
          </p:nvGrpSpPr>
          <p:grpSpPr>
            <a:xfrm>
              <a:off x="1068575" y="395075"/>
              <a:ext cx="392675" cy="392675"/>
              <a:chOff x="458050" y="265600"/>
              <a:chExt cx="392675" cy="392675"/>
            </a:xfrm>
          </p:grpSpPr>
          <p:sp>
            <p:nvSpPr>
              <p:cNvPr id="386" name="Google Shape;386;p25"/>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87" name="Google Shape;387;p25"/>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88" name="Google Shape;388;p25"/>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89" name="Google Shape;389;p25"/>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390" name="Google Shape;390;p25"/>
            <p:cNvGrpSpPr/>
            <p:nvPr/>
          </p:nvGrpSpPr>
          <p:grpSpPr>
            <a:xfrm rot="-2700000">
              <a:off x="1068569" y="395078"/>
              <a:ext cx="392671" cy="392671"/>
              <a:chOff x="458050" y="265600"/>
              <a:chExt cx="392675" cy="392675"/>
            </a:xfrm>
          </p:grpSpPr>
          <p:sp>
            <p:nvSpPr>
              <p:cNvPr id="391" name="Google Shape;391;p25"/>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92" name="Google Shape;392;p25"/>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93" name="Google Shape;393;p25"/>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94" name="Google Shape;394;p25"/>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grpSp>
        <p:nvGrpSpPr>
          <p:cNvPr id="395" name="Google Shape;395;p25"/>
          <p:cNvGrpSpPr/>
          <p:nvPr/>
        </p:nvGrpSpPr>
        <p:grpSpPr>
          <a:xfrm>
            <a:off x="-459737" y="28963"/>
            <a:ext cx="392675" cy="392675"/>
            <a:chOff x="458050" y="265600"/>
            <a:chExt cx="392675" cy="392675"/>
          </a:xfrm>
        </p:grpSpPr>
        <p:sp>
          <p:nvSpPr>
            <p:cNvPr id="396" name="Google Shape;396;p25"/>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97" name="Google Shape;397;p25"/>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98" name="Google Shape;398;p25"/>
            <p:cNvSpPr/>
            <p:nvPr/>
          </p:nvSpPr>
          <p:spPr>
            <a:xfrm rot="-5400000">
              <a:off x="509350"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399" name="Google Shape;399;p25"/>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400" name="Google Shape;400;p25"/>
          <p:cNvGrpSpPr/>
          <p:nvPr/>
        </p:nvGrpSpPr>
        <p:grpSpPr>
          <a:xfrm>
            <a:off x="80163" y="28950"/>
            <a:ext cx="392675" cy="392675"/>
            <a:chOff x="458050" y="265600"/>
            <a:chExt cx="392675" cy="392675"/>
          </a:xfrm>
        </p:grpSpPr>
        <p:sp>
          <p:nvSpPr>
            <p:cNvPr id="401" name="Google Shape;401;p25"/>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02" name="Google Shape;402;p25"/>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03" name="Google Shape;403;p25"/>
            <p:cNvSpPr/>
            <p:nvPr/>
          </p:nvSpPr>
          <p:spPr>
            <a:xfrm rot="-5400000">
              <a:off x="509350"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04" name="Google Shape;404;p25"/>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405" name="Google Shape;405;p25"/>
          <p:cNvGrpSpPr/>
          <p:nvPr/>
        </p:nvGrpSpPr>
        <p:grpSpPr>
          <a:xfrm>
            <a:off x="-195469" y="465897"/>
            <a:ext cx="392675" cy="392675"/>
            <a:chOff x="458050" y="265600"/>
            <a:chExt cx="392675" cy="392675"/>
          </a:xfrm>
        </p:grpSpPr>
        <p:sp>
          <p:nvSpPr>
            <p:cNvPr id="406" name="Google Shape;406;p25"/>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07" name="Google Shape;407;p25"/>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08" name="Google Shape;408;p25"/>
            <p:cNvSpPr/>
            <p:nvPr/>
          </p:nvSpPr>
          <p:spPr>
            <a:xfrm rot="-5400000">
              <a:off x="509350"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09" name="Google Shape;409;p25"/>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410" name="Google Shape;410;p25"/>
          <p:cNvGrpSpPr/>
          <p:nvPr/>
        </p:nvGrpSpPr>
        <p:grpSpPr>
          <a:xfrm>
            <a:off x="344431" y="465884"/>
            <a:ext cx="392675" cy="392675"/>
            <a:chOff x="458050" y="265600"/>
            <a:chExt cx="392675" cy="392675"/>
          </a:xfrm>
        </p:grpSpPr>
        <p:sp>
          <p:nvSpPr>
            <p:cNvPr id="411" name="Google Shape;411;p25"/>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12" name="Google Shape;412;p25"/>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13" name="Google Shape;413;p25"/>
            <p:cNvSpPr/>
            <p:nvPr/>
          </p:nvSpPr>
          <p:spPr>
            <a:xfrm rot="-5400000">
              <a:off x="509350"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14" name="Google Shape;414;p25"/>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415" name="Google Shape;415;p25"/>
          <p:cNvGrpSpPr/>
          <p:nvPr/>
        </p:nvGrpSpPr>
        <p:grpSpPr>
          <a:xfrm rot="-5400000">
            <a:off x="1877749" y="2729577"/>
            <a:ext cx="927868" cy="202603"/>
            <a:chOff x="1082850" y="2340833"/>
            <a:chExt cx="2019300" cy="195299"/>
          </a:xfrm>
        </p:grpSpPr>
        <p:sp>
          <p:nvSpPr>
            <p:cNvPr id="416" name="Google Shape;416;p25"/>
            <p:cNvSpPr/>
            <p:nvPr/>
          </p:nvSpPr>
          <p:spPr>
            <a:xfrm>
              <a:off x="1082850" y="2340833"/>
              <a:ext cx="2019300" cy="111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17" name="Google Shape;417;p25"/>
            <p:cNvSpPr/>
            <p:nvPr/>
          </p:nvSpPr>
          <p:spPr>
            <a:xfrm rot="10800000" flipH="1">
              <a:off x="1974902" y="2451232"/>
              <a:ext cx="235200" cy="84900"/>
            </a:xfrm>
            <a:prstGeom prst="triangle">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418" name="Google Shape;418;p25"/>
          <p:cNvSpPr txBox="1">
            <a:spLocks noGrp="1"/>
          </p:cNvSpPr>
          <p:nvPr>
            <p:ph type="subTitle" idx="3"/>
          </p:nvPr>
        </p:nvSpPr>
        <p:spPr>
          <a:xfrm>
            <a:off x="749794" y="2682078"/>
            <a:ext cx="1283400" cy="297600"/>
          </a:xfrm>
          <a:prstGeom prst="rect">
            <a:avLst/>
          </a:prstGeom>
        </p:spPr>
        <p:txBody>
          <a:bodyPr spcFirstLastPara="1" wrap="square" lIns="0" tIns="0" rIns="0" bIns="0" anchor="ctr" anchorCtr="0">
            <a:noAutofit/>
          </a:bodyPr>
          <a:lstStyle>
            <a:lvl1pPr lvl="0" algn="r">
              <a:spcBef>
                <a:spcPts val="0"/>
              </a:spcBef>
              <a:spcAft>
                <a:spcPts val="0"/>
              </a:spcAft>
              <a:buClr>
                <a:schemeClr val="accent6"/>
              </a:buClr>
              <a:buSzPts val="1200"/>
              <a:buFont typeface="DM Sans SemiBold"/>
              <a:buNone/>
              <a:defRPr sz="1200">
                <a:solidFill>
                  <a:schemeClr val="accent6"/>
                </a:solidFill>
                <a:latin typeface="DM Sans SemiBold"/>
                <a:ea typeface="DM Sans SemiBold"/>
                <a:cs typeface="DM Sans SemiBold"/>
                <a:sym typeface="DM Sans SemiBold"/>
              </a:defRPr>
            </a:lvl1pPr>
            <a:lvl2pPr lvl="1" algn="r">
              <a:spcBef>
                <a:spcPts val="0"/>
              </a:spcBef>
              <a:spcAft>
                <a:spcPts val="0"/>
              </a:spcAft>
              <a:buSzPts val="1200"/>
              <a:buNone/>
              <a:defRPr sz="1200"/>
            </a:lvl2pPr>
            <a:lvl3pPr lvl="2" algn="r">
              <a:spcBef>
                <a:spcPts val="0"/>
              </a:spcBef>
              <a:spcAft>
                <a:spcPts val="0"/>
              </a:spcAft>
              <a:buSzPts val="1200"/>
              <a:buNone/>
              <a:defRPr sz="1200"/>
            </a:lvl3pPr>
            <a:lvl4pPr lvl="3" algn="r">
              <a:spcBef>
                <a:spcPts val="0"/>
              </a:spcBef>
              <a:spcAft>
                <a:spcPts val="0"/>
              </a:spcAft>
              <a:buSzPts val="1200"/>
              <a:buNone/>
              <a:defRPr sz="1200"/>
            </a:lvl4pPr>
            <a:lvl5pPr lvl="4" algn="r">
              <a:spcBef>
                <a:spcPts val="0"/>
              </a:spcBef>
              <a:spcAft>
                <a:spcPts val="0"/>
              </a:spcAft>
              <a:buSzPts val="1200"/>
              <a:buNone/>
              <a:defRPr sz="1200"/>
            </a:lvl5pPr>
            <a:lvl6pPr lvl="5" algn="r">
              <a:spcBef>
                <a:spcPts val="0"/>
              </a:spcBef>
              <a:spcAft>
                <a:spcPts val="0"/>
              </a:spcAft>
              <a:buSzPts val="1200"/>
              <a:buNone/>
              <a:defRPr sz="1200"/>
            </a:lvl6pPr>
            <a:lvl7pPr lvl="6" algn="r">
              <a:spcBef>
                <a:spcPts val="0"/>
              </a:spcBef>
              <a:spcAft>
                <a:spcPts val="0"/>
              </a:spcAft>
              <a:buSzPts val="1200"/>
              <a:buNone/>
              <a:defRPr sz="1200"/>
            </a:lvl7pPr>
            <a:lvl8pPr lvl="7" algn="r">
              <a:spcBef>
                <a:spcPts val="0"/>
              </a:spcBef>
              <a:spcAft>
                <a:spcPts val="0"/>
              </a:spcAft>
              <a:buSzPts val="1200"/>
              <a:buNone/>
              <a:defRPr sz="1200"/>
            </a:lvl8pPr>
            <a:lvl9pPr lvl="8" algn="r">
              <a:spcBef>
                <a:spcPts val="0"/>
              </a:spcBef>
              <a:spcAft>
                <a:spcPts val="0"/>
              </a:spcAft>
              <a:buSzPts val="1200"/>
              <a:buNone/>
              <a:defRPr sz="1200"/>
            </a:lvl9pPr>
          </a:lstStyle>
          <a:p>
            <a:endParaRPr/>
          </a:p>
        </p:txBody>
      </p:sp>
      <p:sp>
        <p:nvSpPr>
          <p:cNvPr id="419" name="Google Shape;419;p25"/>
          <p:cNvSpPr txBox="1">
            <a:spLocks noGrp="1"/>
          </p:cNvSpPr>
          <p:nvPr>
            <p:ph type="body" idx="4"/>
          </p:nvPr>
        </p:nvSpPr>
        <p:spPr>
          <a:xfrm>
            <a:off x="2650156" y="2642040"/>
            <a:ext cx="5743800" cy="377700"/>
          </a:xfrm>
          <a:prstGeom prst="rect">
            <a:avLst/>
          </a:prstGeom>
        </p:spPr>
        <p:txBody>
          <a:bodyPr spcFirstLastPara="1" wrap="square" lIns="0" tIns="0" rIns="0" bIns="0" anchor="ctr" anchorCtr="0">
            <a:noAutofit/>
          </a:bodyPr>
          <a:lstStyle>
            <a:lvl1pPr marL="457200" lvl="0" indent="-292100">
              <a:spcBef>
                <a:spcPts val="0"/>
              </a:spcBef>
              <a:spcAft>
                <a:spcPts val="0"/>
              </a:spcAft>
              <a:buClr>
                <a:schemeClr val="lt2"/>
              </a:buClr>
              <a:buSzPts val="1000"/>
              <a:buChar char="●"/>
              <a:defRPr sz="1000">
                <a:solidFill>
                  <a:schemeClr val="lt2"/>
                </a:solidFill>
              </a:defRPr>
            </a:lvl1pPr>
            <a:lvl2pPr marL="914400" lvl="1" indent="-292100">
              <a:spcBef>
                <a:spcPts val="0"/>
              </a:spcBef>
              <a:spcAft>
                <a:spcPts val="0"/>
              </a:spcAft>
              <a:buClr>
                <a:schemeClr val="lt2"/>
              </a:buClr>
              <a:buSzPts val="1000"/>
              <a:buChar char="○"/>
              <a:defRPr sz="1000">
                <a:solidFill>
                  <a:schemeClr val="lt2"/>
                </a:solidFill>
              </a:defRPr>
            </a:lvl2pPr>
            <a:lvl3pPr marL="1371600" lvl="2" indent="-292100">
              <a:spcBef>
                <a:spcPts val="0"/>
              </a:spcBef>
              <a:spcAft>
                <a:spcPts val="0"/>
              </a:spcAft>
              <a:buClr>
                <a:schemeClr val="lt2"/>
              </a:buClr>
              <a:buSzPts val="1000"/>
              <a:buChar char="■"/>
              <a:defRPr sz="1000">
                <a:solidFill>
                  <a:schemeClr val="lt2"/>
                </a:solidFill>
              </a:defRPr>
            </a:lvl3pPr>
            <a:lvl4pPr marL="1828800" lvl="3" indent="-292100">
              <a:spcBef>
                <a:spcPts val="0"/>
              </a:spcBef>
              <a:spcAft>
                <a:spcPts val="0"/>
              </a:spcAft>
              <a:buClr>
                <a:schemeClr val="lt2"/>
              </a:buClr>
              <a:buSzPts val="1000"/>
              <a:buChar char="●"/>
              <a:defRPr sz="1000">
                <a:solidFill>
                  <a:schemeClr val="lt2"/>
                </a:solidFill>
              </a:defRPr>
            </a:lvl4pPr>
            <a:lvl5pPr marL="2286000" lvl="4" indent="-292100">
              <a:spcBef>
                <a:spcPts val="0"/>
              </a:spcBef>
              <a:spcAft>
                <a:spcPts val="0"/>
              </a:spcAft>
              <a:buClr>
                <a:schemeClr val="lt2"/>
              </a:buClr>
              <a:buSzPts val="1000"/>
              <a:buChar char="○"/>
              <a:defRPr sz="1000">
                <a:solidFill>
                  <a:schemeClr val="lt2"/>
                </a:solidFill>
              </a:defRPr>
            </a:lvl5pPr>
            <a:lvl6pPr marL="2743200" lvl="5" indent="-292100">
              <a:spcBef>
                <a:spcPts val="0"/>
              </a:spcBef>
              <a:spcAft>
                <a:spcPts val="0"/>
              </a:spcAft>
              <a:buClr>
                <a:schemeClr val="lt2"/>
              </a:buClr>
              <a:buSzPts val="1000"/>
              <a:buChar char="■"/>
              <a:defRPr sz="1000">
                <a:solidFill>
                  <a:schemeClr val="lt2"/>
                </a:solidFill>
              </a:defRPr>
            </a:lvl6pPr>
            <a:lvl7pPr marL="3200400" lvl="6" indent="-292100">
              <a:spcBef>
                <a:spcPts val="0"/>
              </a:spcBef>
              <a:spcAft>
                <a:spcPts val="0"/>
              </a:spcAft>
              <a:buClr>
                <a:schemeClr val="lt2"/>
              </a:buClr>
              <a:buSzPts val="1000"/>
              <a:buChar char="●"/>
              <a:defRPr sz="1000">
                <a:solidFill>
                  <a:schemeClr val="lt2"/>
                </a:solidFill>
              </a:defRPr>
            </a:lvl7pPr>
            <a:lvl8pPr marL="3657600" lvl="7" indent="-292100">
              <a:spcBef>
                <a:spcPts val="0"/>
              </a:spcBef>
              <a:spcAft>
                <a:spcPts val="0"/>
              </a:spcAft>
              <a:buClr>
                <a:schemeClr val="lt2"/>
              </a:buClr>
              <a:buSzPts val="1000"/>
              <a:buChar char="○"/>
              <a:defRPr sz="1000">
                <a:solidFill>
                  <a:schemeClr val="lt2"/>
                </a:solidFill>
              </a:defRPr>
            </a:lvl8pPr>
            <a:lvl9pPr marL="4114800" lvl="8" indent="-292100">
              <a:spcBef>
                <a:spcPts val="0"/>
              </a:spcBef>
              <a:spcAft>
                <a:spcPts val="0"/>
              </a:spcAft>
              <a:buClr>
                <a:schemeClr val="lt2"/>
              </a:buClr>
              <a:buSzPts val="1000"/>
              <a:buChar char="■"/>
              <a:defRPr sz="1000">
                <a:solidFill>
                  <a:schemeClr val="lt2"/>
                </a:solidFill>
              </a:defRPr>
            </a:lvl9pPr>
          </a:lstStyle>
          <a:p>
            <a:endParaRPr/>
          </a:p>
        </p:txBody>
      </p:sp>
      <p:grpSp>
        <p:nvGrpSpPr>
          <p:cNvPr id="420" name="Google Shape;420;p25"/>
          <p:cNvGrpSpPr/>
          <p:nvPr/>
        </p:nvGrpSpPr>
        <p:grpSpPr>
          <a:xfrm rot="-5400000">
            <a:off x="1877874" y="3657452"/>
            <a:ext cx="927868" cy="202603"/>
            <a:chOff x="1082850" y="2340833"/>
            <a:chExt cx="2019300" cy="195299"/>
          </a:xfrm>
        </p:grpSpPr>
        <p:sp>
          <p:nvSpPr>
            <p:cNvPr id="421" name="Google Shape;421;p25"/>
            <p:cNvSpPr/>
            <p:nvPr/>
          </p:nvSpPr>
          <p:spPr>
            <a:xfrm>
              <a:off x="1082850" y="2340833"/>
              <a:ext cx="2019300" cy="1116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22" name="Google Shape;422;p25"/>
            <p:cNvSpPr/>
            <p:nvPr/>
          </p:nvSpPr>
          <p:spPr>
            <a:xfrm rot="10800000" flipH="1">
              <a:off x="1974902" y="2451232"/>
              <a:ext cx="235200" cy="84900"/>
            </a:xfrm>
            <a:prstGeom prst="triangl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423" name="Google Shape;423;p25"/>
          <p:cNvSpPr txBox="1">
            <a:spLocks noGrp="1"/>
          </p:cNvSpPr>
          <p:nvPr>
            <p:ph type="subTitle" idx="5"/>
          </p:nvPr>
        </p:nvSpPr>
        <p:spPr>
          <a:xfrm>
            <a:off x="749919" y="3609953"/>
            <a:ext cx="1283400" cy="297600"/>
          </a:xfrm>
          <a:prstGeom prst="rect">
            <a:avLst/>
          </a:prstGeom>
        </p:spPr>
        <p:txBody>
          <a:bodyPr spcFirstLastPara="1" wrap="square" lIns="0" tIns="0" rIns="0" bIns="0" anchor="ctr" anchorCtr="0">
            <a:noAutofit/>
          </a:bodyPr>
          <a:lstStyle>
            <a:lvl1pPr lvl="0" algn="r">
              <a:spcBef>
                <a:spcPts val="0"/>
              </a:spcBef>
              <a:spcAft>
                <a:spcPts val="0"/>
              </a:spcAft>
              <a:buClr>
                <a:schemeClr val="accent3"/>
              </a:buClr>
              <a:buSzPts val="1200"/>
              <a:buFont typeface="DM Sans SemiBold"/>
              <a:buNone/>
              <a:defRPr sz="1200">
                <a:solidFill>
                  <a:schemeClr val="accent3"/>
                </a:solidFill>
                <a:latin typeface="DM Sans SemiBold"/>
                <a:ea typeface="DM Sans SemiBold"/>
                <a:cs typeface="DM Sans SemiBold"/>
                <a:sym typeface="DM Sans SemiBold"/>
              </a:defRPr>
            </a:lvl1pPr>
            <a:lvl2pPr lvl="1" algn="r">
              <a:spcBef>
                <a:spcPts val="0"/>
              </a:spcBef>
              <a:spcAft>
                <a:spcPts val="0"/>
              </a:spcAft>
              <a:buSzPts val="1200"/>
              <a:buNone/>
              <a:defRPr sz="1200"/>
            </a:lvl2pPr>
            <a:lvl3pPr lvl="2" algn="r">
              <a:spcBef>
                <a:spcPts val="0"/>
              </a:spcBef>
              <a:spcAft>
                <a:spcPts val="0"/>
              </a:spcAft>
              <a:buSzPts val="1200"/>
              <a:buNone/>
              <a:defRPr sz="1200"/>
            </a:lvl3pPr>
            <a:lvl4pPr lvl="3" algn="r">
              <a:spcBef>
                <a:spcPts val="0"/>
              </a:spcBef>
              <a:spcAft>
                <a:spcPts val="0"/>
              </a:spcAft>
              <a:buSzPts val="1200"/>
              <a:buNone/>
              <a:defRPr sz="1200"/>
            </a:lvl4pPr>
            <a:lvl5pPr lvl="4" algn="r">
              <a:spcBef>
                <a:spcPts val="0"/>
              </a:spcBef>
              <a:spcAft>
                <a:spcPts val="0"/>
              </a:spcAft>
              <a:buSzPts val="1200"/>
              <a:buNone/>
              <a:defRPr sz="1200"/>
            </a:lvl5pPr>
            <a:lvl6pPr lvl="5" algn="r">
              <a:spcBef>
                <a:spcPts val="0"/>
              </a:spcBef>
              <a:spcAft>
                <a:spcPts val="0"/>
              </a:spcAft>
              <a:buSzPts val="1200"/>
              <a:buNone/>
              <a:defRPr sz="1200"/>
            </a:lvl6pPr>
            <a:lvl7pPr lvl="6" algn="r">
              <a:spcBef>
                <a:spcPts val="0"/>
              </a:spcBef>
              <a:spcAft>
                <a:spcPts val="0"/>
              </a:spcAft>
              <a:buSzPts val="1200"/>
              <a:buNone/>
              <a:defRPr sz="1200"/>
            </a:lvl7pPr>
            <a:lvl8pPr lvl="7" algn="r">
              <a:spcBef>
                <a:spcPts val="0"/>
              </a:spcBef>
              <a:spcAft>
                <a:spcPts val="0"/>
              </a:spcAft>
              <a:buSzPts val="1200"/>
              <a:buNone/>
              <a:defRPr sz="1200"/>
            </a:lvl8pPr>
            <a:lvl9pPr lvl="8" algn="r">
              <a:spcBef>
                <a:spcPts val="0"/>
              </a:spcBef>
              <a:spcAft>
                <a:spcPts val="0"/>
              </a:spcAft>
              <a:buSzPts val="1200"/>
              <a:buNone/>
              <a:defRPr sz="1200"/>
            </a:lvl9pPr>
          </a:lstStyle>
          <a:p>
            <a:endParaRPr/>
          </a:p>
        </p:txBody>
      </p:sp>
      <p:sp>
        <p:nvSpPr>
          <p:cNvPr id="424" name="Google Shape;424;p25"/>
          <p:cNvSpPr txBox="1">
            <a:spLocks noGrp="1"/>
          </p:cNvSpPr>
          <p:nvPr>
            <p:ph type="body" idx="6"/>
          </p:nvPr>
        </p:nvSpPr>
        <p:spPr>
          <a:xfrm>
            <a:off x="2650281" y="3569915"/>
            <a:ext cx="5743800" cy="377700"/>
          </a:xfrm>
          <a:prstGeom prst="rect">
            <a:avLst/>
          </a:prstGeom>
        </p:spPr>
        <p:txBody>
          <a:bodyPr spcFirstLastPara="1" wrap="square" lIns="0" tIns="0" rIns="0" bIns="0" anchor="ctr" anchorCtr="0">
            <a:noAutofit/>
          </a:bodyPr>
          <a:lstStyle>
            <a:lvl1pPr marL="457200" lvl="0" indent="-292100">
              <a:spcBef>
                <a:spcPts val="0"/>
              </a:spcBef>
              <a:spcAft>
                <a:spcPts val="0"/>
              </a:spcAft>
              <a:buClr>
                <a:schemeClr val="lt2"/>
              </a:buClr>
              <a:buSzPts val="1000"/>
              <a:buChar char="●"/>
              <a:defRPr sz="1000">
                <a:solidFill>
                  <a:schemeClr val="lt2"/>
                </a:solidFill>
              </a:defRPr>
            </a:lvl1pPr>
            <a:lvl2pPr marL="914400" lvl="1" indent="-292100">
              <a:spcBef>
                <a:spcPts val="0"/>
              </a:spcBef>
              <a:spcAft>
                <a:spcPts val="0"/>
              </a:spcAft>
              <a:buClr>
                <a:schemeClr val="lt2"/>
              </a:buClr>
              <a:buSzPts val="1000"/>
              <a:buChar char="○"/>
              <a:defRPr sz="1000">
                <a:solidFill>
                  <a:schemeClr val="lt2"/>
                </a:solidFill>
              </a:defRPr>
            </a:lvl2pPr>
            <a:lvl3pPr marL="1371600" lvl="2" indent="-292100">
              <a:spcBef>
                <a:spcPts val="0"/>
              </a:spcBef>
              <a:spcAft>
                <a:spcPts val="0"/>
              </a:spcAft>
              <a:buClr>
                <a:schemeClr val="lt2"/>
              </a:buClr>
              <a:buSzPts val="1000"/>
              <a:buChar char="■"/>
              <a:defRPr sz="1000">
                <a:solidFill>
                  <a:schemeClr val="lt2"/>
                </a:solidFill>
              </a:defRPr>
            </a:lvl3pPr>
            <a:lvl4pPr marL="1828800" lvl="3" indent="-292100">
              <a:spcBef>
                <a:spcPts val="0"/>
              </a:spcBef>
              <a:spcAft>
                <a:spcPts val="0"/>
              </a:spcAft>
              <a:buClr>
                <a:schemeClr val="lt2"/>
              </a:buClr>
              <a:buSzPts val="1000"/>
              <a:buChar char="●"/>
              <a:defRPr sz="1000">
                <a:solidFill>
                  <a:schemeClr val="lt2"/>
                </a:solidFill>
              </a:defRPr>
            </a:lvl4pPr>
            <a:lvl5pPr marL="2286000" lvl="4" indent="-292100">
              <a:spcBef>
                <a:spcPts val="0"/>
              </a:spcBef>
              <a:spcAft>
                <a:spcPts val="0"/>
              </a:spcAft>
              <a:buClr>
                <a:schemeClr val="lt2"/>
              </a:buClr>
              <a:buSzPts val="1000"/>
              <a:buChar char="○"/>
              <a:defRPr sz="1000">
                <a:solidFill>
                  <a:schemeClr val="lt2"/>
                </a:solidFill>
              </a:defRPr>
            </a:lvl5pPr>
            <a:lvl6pPr marL="2743200" lvl="5" indent="-292100">
              <a:spcBef>
                <a:spcPts val="0"/>
              </a:spcBef>
              <a:spcAft>
                <a:spcPts val="0"/>
              </a:spcAft>
              <a:buClr>
                <a:schemeClr val="lt2"/>
              </a:buClr>
              <a:buSzPts val="1000"/>
              <a:buChar char="■"/>
              <a:defRPr sz="1000">
                <a:solidFill>
                  <a:schemeClr val="lt2"/>
                </a:solidFill>
              </a:defRPr>
            </a:lvl6pPr>
            <a:lvl7pPr marL="3200400" lvl="6" indent="-292100">
              <a:spcBef>
                <a:spcPts val="0"/>
              </a:spcBef>
              <a:spcAft>
                <a:spcPts val="0"/>
              </a:spcAft>
              <a:buClr>
                <a:schemeClr val="lt2"/>
              </a:buClr>
              <a:buSzPts val="1000"/>
              <a:buChar char="●"/>
              <a:defRPr sz="1000">
                <a:solidFill>
                  <a:schemeClr val="lt2"/>
                </a:solidFill>
              </a:defRPr>
            </a:lvl7pPr>
            <a:lvl8pPr marL="3657600" lvl="7" indent="-292100">
              <a:spcBef>
                <a:spcPts val="0"/>
              </a:spcBef>
              <a:spcAft>
                <a:spcPts val="0"/>
              </a:spcAft>
              <a:buClr>
                <a:schemeClr val="lt2"/>
              </a:buClr>
              <a:buSzPts val="1000"/>
              <a:buChar char="○"/>
              <a:defRPr sz="1000">
                <a:solidFill>
                  <a:schemeClr val="lt2"/>
                </a:solidFill>
              </a:defRPr>
            </a:lvl8pPr>
            <a:lvl9pPr marL="4114800" lvl="8" indent="-292100">
              <a:spcBef>
                <a:spcPts val="0"/>
              </a:spcBef>
              <a:spcAft>
                <a:spcPts val="0"/>
              </a:spcAft>
              <a:buClr>
                <a:schemeClr val="lt2"/>
              </a:buClr>
              <a:buSzPts val="1000"/>
              <a:buChar char="■"/>
              <a:defRPr sz="1000">
                <a:solidFill>
                  <a:schemeClr val="lt2"/>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lide with 4 items on timeline 1">
  <p:cSld name="CUSTOM_4_1_1">
    <p:bg>
      <p:bgPr>
        <a:solidFill>
          <a:schemeClr val="accent1"/>
        </a:solidFill>
        <a:effectLst/>
      </p:bgPr>
    </p:bg>
    <p:spTree>
      <p:nvGrpSpPr>
        <p:cNvPr id="1" name="Shape 425"/>
        <p:cNvGrpSpPr/>
        <p:nvPr/>
      </p:nvGrpSpPr>
      <p:grpSpPr>
        <a:xfrm>
          <a:off x="0" y="0"/>
          <a:ext cx="0" cy="0"/>
          <a:chOff x="0" y="0"/>
          <a:chExt cx="0" cy="0"/>
        </a:xfrm>
      </p:grpSpPr>
      <p:grpSp>
        <p:nvGrpSpPr>
          <p:cNvPr id="426" name="Google Shape;426;p26"/>
          <p:cNvGrpSpPr/>
          <p:nvPr/>
        </p:nvGrpSpPr>
        <p:grpSpPr>
          <a:xfrm rot="-5400000">
            <a:off x="1732654" y="2389064"/>
            <a:ext cx="808326" cy="176511"/>
            <a:chOff x="1082850" y="2340833"/>
            <a:chExt cx="2019300" cy="195299"/>
          </a:xfrm>
        </p:grpSpPr>
        <p:sp>
          <p:nvSpPr>
            <p:cNvPr id="427" name="Google Shape;427;p26"/>
            <p:cNvSpPr/>
            <p:nvPr/>
          </p:nvSpPr>
          <p:spPr>
            <a:xfrm>
              <a:off x="1082850" y="2340833"/>
              <a:ext cx="2019300" cy="1116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28" name="Google Shape;428;p26"/>
            <p:cNvSpPr/>
            <p:nvPr/>
          </p:nvSpPr>
          <p:spPr>
            <a:xfrm rot="10800000" flipH="1">
              <a:off x="1974902" y="2451232"/>
              <a:ext cx="235200" cy="84900"/>
            </a:xfrm>
            <a:prstGeom prst="triangle">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429" name="Google Shape;429;p26"/>
          <p:cNvSpPr txBox="1">
            <a:spLocks noGrp="1"/>
          </p:cNvSpPr>
          <p:nvPr>
            <p:ph type="subTitle" idx="1"/>
          </p:nvPr>
        </p:nvSpPr>
        <p:spPr>
          <a:xfrm>
            <a:off x="749903" y="2347665"/>
            <a:ext cx="1118100" cy="259200"/>
          </a:xfrm>
          <a:prstGeom prst="rect">
            <a:avLst/>
          </a:prstGeom>
        </p:spPr>
        <p:txBody>
          <a:bodyPr spcFirstLastPara="1" wrap="square" lIns="0" tIns="0" rIns="0" bIns="0" anchor="ctr" anchorCtr="0">
            <a:noAutofit/>
          </a:bodyPr>
          <a:lstStyle>
            <a:lvl1pPr lvl="0" algn="r">
              <a:spcBef>
                <a:spcPts val="0"/>
              </a:spcBef>
              <a:spcAft>
                <a:spcPts val="0"/>
              </a:spcAft>
              <a:buClr>
                <a:schemeClr val="accent2"/>
              </a:buClr>
              <a:buSzPts val="1200"/>
              <a:buFont typeface="DM Sans SemiBold"/>
              <a:buNone/>
              <a:defRPr sz="1200">
                <a:solidFill>
                  <a:schemeClr val="accent2"/>
                </a:solidFill>
                <a:latin typeface="DM Sans SemiBold"/>
                <a:ea typeface="DM Sans SemiBold"/>
                <a:cs typeface="DM Sans SemiBold"/>
                <a:sym typeface="DM Sans SemiBold"/>
              </a:defRPr>
            </a:lvl1pPr>
            <a:lvl2pPr lvl="1" algn="r">
              <a:spcBef>
                <a:spcPts val="0"/>
              </a:spcBef>
              <a:spcAft>
                <a:spcPts val="0"/>
              </a:spcAft>
              <a:buSzPts val="1200"/>
              <a:buNone/>
              <a:defRPr sz="1200"/>
            </a:lvl2pPr>
            <a:lvl3pPr lvl="2" algn="r">
              <a:spcBef>
                <a:spcPts val="0"/>
              </a:spcBef>
              <a:spcAft>
                <a:spcPts val="0"/>
              </a:spcAft>
              <a:buSzPts val="1200"/>
              <a:buNone/>
              <a:defRPr sz="1200"/>
            </a:lvl3pPr>
            <a:lvl4pPr lvl="3" algn="r">
              <a:spcBef>
                <a:spcPts val="0"/>
              </a:spcBef>
              <a:spcAft>
                <a:spcPts val="0"/>
              </a:spcAft>
              <a:buSzPts val="1200"/>
              <a:buNone/>
              <a:defRPr sz="1200"/>
            </a:lvl4pPr>
            <a:lvl5pPr lvl="4" algn="r">
              <a:spcBef>
                <a:spcPts val="0"/>
              </a:spcBef>
              <a:spcAft>
                <a:spcPts val="0"/>
              </a:spcAft>
              <a:buSzPts val="1200"/>
              <a:buNone/>
              <a:defRPr sz="1200"/>
            </a:lvl5pPr>
            <a:lvl6pPr lvl="5" algn="r">
              <a:spcBef>
                <a:spcPts val="0"/>
              </a:spcBef>
              <a:spcAft>
                <a:spcPts val="0"/>
              </a:spcAft>
              <a:buSzPts val="1200"/>
              <a:buNone/>
              <a:defRPr sz="1200"/>
            </a:lvl6pPr>
            <a:lvl7pPr lvl="6" algn="r">
              <a:spcBef>
                <a:spcPts val="0"/>
              </a:spcBef>
              <a:spcAft>
                <a:spcPts val="0"/>
              </a:spcAft>
              <a:buSzPts val="1200"/>
              <a:buNone/>
              <a:defRPr sz="1200"/>
            </a:lvl7pPr>
            <a:lvl8pPr lvl="7" algn="r">
              <a:spcBef>
                <a:spcPts val="0"/>
              </a:spcBef>
              <a:spcAft>
                <a:spcPts val="0"/>
              </a:spcAft>
              <a:buSzPts val="1200"/>
              <a:buNone/>
              <a:defRPr sz="1200"/>
            </a:lvl8pPr>
            <a:lvl9pPr lvl="8" algn="r">
              <a:spcBef>
                <a:spcPts val="0"/>
              </a:spcBef>
              <a:spcAft>
                <a:spcPts val="0"/>
              </a:spcAft>
              <a:buSzPts val="1200"/>
              <a:buNone/>
              <a:defRPr sz="1200"/>
            </a:lvl9pPr>
          </a:lstStyle>
          <a:p>
            <a:endParaRPr/>
          </a:p>
        </p:txBody>
      </p:sp>
      <p:sp>
        <p:nvSpPr>
          <p:cNvPr id="430" name="Google Shape;430;p26"/>
          <p:cNvSpPr txBox="1">
            <a:spLocks noGrp="1"/>
          </p:cNvSpPr>
          <p:nvPr>
            <p:ph type="body" idx="2"/>
          </p:nvPr>
        </p:nvSpPr>
        <p:spPr>
          <a:xfrm>
            <a:off x="2405472" y="2312775"/>
            <a:ext cx="5974800" cy="329100"/>
          </a:xfrm>
          <a:prstGeom prst="rect">
            <a:avLst/>
          </a:prstGeom>
        </p:spPr>
        <p:txBody>
          <a:bodyPr spcFirstLastPara="1" wrap="square" lIns="0" tIns="0" rIns="0" bIns="0" anchor="ctr" anchorCtr="0">
            <a:noAutofit/>
          </a:bodyPr>
          <a:lstStyle>
            <a:lvl1pPr marL="457200" lvl="0" indent="-292100">
              <a:spcBef>
                <a:spcPts val="0"/>
              </a:spcBef>
              <a:spcAft>
                <a:spcPts val="0"/>
              </a:spcAft>
              <a:buClr>
                <a:schemeClr val="lt2"/>
              </a:buClr>
              <a:buSzPts val="1000"/>
              <a:buChar char="●"/>
              <a:defRPr sz="1000">
                <a:solidFill>
                  <a:schemeClr val="lt2"/>
                </a:solidFill>
              </a:defRPr>
            </a:lvl1pPr>
            <a:lvl2pPr marL="914400" lvl="1" indent="-292100">
              <a:spcBef>
                <a:spcPts val="0"/>
              </a:spcBef>
              <a:spcAft>
                <a:spcPts val="0"/>
              </a:spcAft>
              <a:buClr>
                <a:schemeClr val="lt2"/>
              </a:buClr>
              <a:buSzPts val="1000"/>
              <a:buChar char="○"/>
              <a:defRPr sz="1000">
                <a:solidFill>
                  <a:schemeClr val="lt2"/>
                </a:solidFill>
              </a:defRPr>
            </a:lvl2pPr>
            <a:lvl3pPr marL="1371600" lvl="2" indent="-292100">
              <a:spcBef>
                <a:spcPts val="0"/>
              </a:spcBef>
              <a:spcAft>
                <a:spcPts val="0"/>
              </a:spcAft>
              <a:buClr>
                <a:schemeClr val="lt2"/>
              </a:buClr>
              <a:buSzPts val="1000"/>
              <a:buChar char="■"/>
              <a:defRPr sz="1000">
                <a:solidFill>
                  <a:schemeClr val="lt2"/>
                </a:solidFill>
              </a:defRPr>
            </a:lvl3pPr>
            <a:lvl4pPr marL="1828800" lvl="3" indent="-292100">
              <a:spcBef>
                <a:spcPts val="0"/>
              </a:spcBef>
              <a:spcAft>
                <a:spcPts val="0"/>
              </a:spcAft>
              <a:buClr>
                <a:schemeClr val="lt2"/>
              </a:buClr>
              <a:buSzPts val="1000"/>
              <a:buChar char="●"/>
              <a:defRPr sz="1000">
                <a:solidFill>
                  <a:schemeClr val="lt2"/>
                </a:solidFill>
              </a:defRPr>
            </a:lvl4pPr>
            <a:lvl5pPr marL="2286000" lvl="4" indent="-292100">
              <a:spcBef>
                <a:spcPts val="0"/>
              </a:spcBef>
              <a:spcAft>
                <a:spcPts val="0"/>
              </a:spcAft>
              <a:buClr>
                <a:schemeClr val="lt2"/>
              </a:buClr>
              <a:buSzPts val="1000"/>
              <a:buChar char="○"/>
              <a:defRPr sz="1000">
                <a:solidFill>
                  <a:schemeClr val="lt2"/>
                </a:solidFill>
              </a:defRPr>
            </a:lvl5pPr>
            <a:lvl6pPr marL="2743200" lvl="5" indent="-292100">
              <a:spcBef>
                <a:spcPts val="0"/>
              </a:spcBef>
              <a:spcAft>
                <a:spcPts val="0"/>
              </a:spcAft>
              <a:buClr>
                <a:schemeClr val="lt2"/>
              </a:buClr>
              <a:buSzPts val="1000"/>
              <a:buChar char="■"/>
              <a:defRPr sz="1000">
                <a:solidFill>
                  <a:schemeClr val="lt2"/>
                </a:solidFill>
              </a:defRPr>
            </a:lvl6pPr>
            <a:lvl7pPr marL="3200400" lvl="6" indent="-292100">
              <a:spcBef>
                <a:spcPts val="0"/>
              </a:spcBef>
              <a:spcAft>
                <a:spcPts val="0"/>
              </a:spcAft>
              <a:buClr>
                <a:schemeClr val="lt2"/>
              </a:buClr>
              <a:buSzPts val="1000"/>
              <a:buChar char="●"/>
              <a:defRPr sz="1000">
                <a:solidFill>
                  <a:schemeClr val="lt2"/>
                </a:solidFill>
              </a:defRPr>
            </a:lvl7pPr>
            <a:lvl8pPr marL="3657600" lvl="7" indent="-292100">
              <a:spcBef>
                <a:spcPts val="0"/>
              </a:spcBef>
              <a:spcAft>
                <a:spcPts val="0"/>
              </a:spcAft>
              <a:buClr>
                <a:schemeClr val="lt2"/>
              </a:buClr>
              <a:buSzPts val="1000"/>
              <a:buChar char="○"/>
              <a:defRPr sz="1000">
                <a:solidFill>
                  <a:schemeClr val="lt2"/>
                </a:solidFill>
              </a:defRPr>
            </a:lvl8pPr>
            <a:lvl9pPr marL="4114800" lvl="8" indent="-292100">
              <a:spcBef>
                <a:spcPts val="0"/>
              </a:spcBef>
              <a:spcAft>
                <a:spcPts val="0"/>
              </a:spcAft>
              <a:buClr>
                <a:schemeClr val="lt2"/>
              </a:buClr>
              <a:buSzPts val="1000"/>
              <a:buChar char="■"/>
              <a:defRPr sz="1000">
                <a:solidFill>
                  <a:schemeClr val="lt2"/>
                </a:solidFill>
              </a:defRPr>
            </a:lvl9pPr>
          </a:lstStyle>
          <a:p>
            <a:endParaRPr/>
          </a:p>
        </p:txBody>
      </p:sp>
      <p:grpSp>
        <p:nvGrpSpPr>
          <p:cNvPr id="431" name="Google Shape;431;p26"/>
          <p:cNvGrpSpPr/>
          <p:nvPr/>
        </p:nvGrpSpPr>
        <p:grpSpPr>
          <a:xfrm rot="-5400000">
            <a:off x="1732550" y="3201285"/>
            <a:ext cx="808326" cy="176511"/>
            <a:chOff x="1082850" y="2340833"/>
            <a:chExt cx="2019300" cy="195299"/>
          </a:xfrm>
        </p:grpSpPr>
        <p:sp>
          <p:nvSpPr>
            <p:cNvPr id="432" name="Google Shape;432;p26"/>
            <p:cNvSpPr/>
            <p:nvPr/>
          </p:nvSpPr>
          <p:spPr>
            <a:xfrm>
              <a:off x="1082850" y="2340833"/>
              <a:ext cx="2019300" cy="111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33" name="Google Shape;433;p26"/>
            <p:cNvSpPr/>
            <p:nvPr/>
          </p:nvSpPr>
          <p:spPr>
            <a:xfrm rot="10800000" flipH="1">
              <a:off x="1974902" y="2451232"/>
              <a:ext cx="235200" cy="84900"/>
            </a:xfrm>
            <a:prstGeom prst="triangle">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434" name="Google Shape;434;p26"/>
          <p:cNvSpPr txBox="1">
            <a:spLocks noGrp="1"/>
          </p:cNvSpPr>
          <p:nvPr>
            <p:ph type="subTitle" idx="3"/>
          </p:nvPr>
        </p:nvSpPr>
        <p:spPr>
          <a:xfrm>
            <a:off x="749799" y="3159886"/>
            <a:ext cx="1118100" cy="259200"/>
          </a:xfrm>
          <a:prstGeom prst="rect">
            <a:avLst/>
          </a:prstGeom>
        </p:spPr>
        <p:txBody>
          <a:bodyPr spcFirstLastPara="1" wrap="square" lIns="0" tIns="0" rIns="0" bIns="0" anchor="ctr" anchorCtr="0">
            <a:noAutofit/>
          </a:bodyPr>
          <a:lstStyle>
            <a:lvl1pPr lvl="0" algn="r">
              <a:spcBef>
                <a:spcPts val="0"/>
              </a:spcBef>
              <a:spcAft>
                <a:spcPts val="0"/>
              </a:spcAft>
              <a:buClr>
                <a:schemeClr val="accent6"/>
              </a:buClr>
              <a:buSzPts val="1200"/>
              <a:buFont typeface="DM Sans SemiBold"/>
              <a:buNone/>
              <a:defRPr sz="1200">
                <a:solidFill>
                  <a:schemeClr val="accent6"/>
                </a:solidFill>
                <a:latin typeface="DM Sans SemiBold"/>
                <a:ea typeface="DM Sans SemiBold"/>
                <a:cs typeface="DM Sans SemiBold"/>
                <a:sym typeface="DM Sans SemiBold"/>
              </a:defRPr>
            </a:lvl1pPr>
            <a:lvl2pPr lvl="1" algn="r">
              <a:spcBef>
                <a:spcPts val="0"/>
              </a:spcBef>
              <a:spcAft>
                <a:spcPts val="0"/>
              </a:spcAft>
              <a:buSzPts val="1200"/>
              <a:buNone/>
              <a:defRPr sz="1200"/>
            </a:lvl2pPr>
            <a:lvl3pPr lvl="2" algn="r">
              <a:spcBef>
                <a:spcPts val="0"/>
              </a:spcBef>
              <a:spcAft>
                <a:spcPts val="0"/>
              </a:spcAft>
              <a:buSzPts val="1200"/>
              <a:buNone/>
              <a:defRPr sz="1200"/>
            </a:lvl3pPr>
            <a:lvl4pPr lvl="3" algn="r">
              <a:spcBef>
                <a:spcPts val="0"/>
              </a:spcBef>
              <a:spcAft>
                <a:spcPts val="0"/>
              </a:spcAft>
              <a:buSzPts val="1200"/>
              <a:buNone/>
              <a:defRPr sz="1200"/>
            </a:lvl4pPr>
            <a:lvl5pPr lvl="4" algn="r">
              <a:spcBef>
                <a:spcPts val="0"/>
              </a:spcBef>
              <a:spcAft>
                <a:spcPts val="0"/>
              </a:spcAft>
              <a:buSzPts val="1200"/>
              <a:buNone/>
              <a:defRPr sz="1200"/>
            </a:lvl5pPr>
            <a:lvl6pPr lvl="5" algn="r">
              <a:spcBef>
                <a:spcPts val="0"/>
              </a:spcBef>
              <a:spcAft>
                <a:spcPts val="0"/>
              </a:spcAft>
              <a:buSzPts val="1200"/>
              <a:buNone/>
              <a:defRPr sz="1200"/>
            </a:lvl6pPr>
            <a:lvl7pPr lvl="6" algn="r">
              <a:spcBef>
                <a:spcPts val="0"/>
              </a:spcBef>
              <a:spcAft>
                <a:spcPts val="0"/>
              </a:spcAft>
              <a:buSzPts val="1200"/>
              <a:buNone/>
              <a:defRPr sz="1200"/>
            </a:lvl7pPr>
            <a:lvl8pPr lvl="7" algn="r">
              <a:spcBef>
                <a:spcPts val="0"/>
              </a:spcBef>
              <a:spcAft>
                <a:spcPts val="0"/>
              </a:spcAft>
              <a:buSzPts val="1200"/>
              <a:buNone/>
              <a:defRPr sz="1200"/>
            </a:lvl8pPr>
            <a:lvl9pPr lvl="8" algn="r">
              <a:spcBef>
                <a:spcPts val="0"/>
              </a:spcBef>
              <a:spcAft>
                <a:spcPts val="0"/>
              </a:spcAft>
              <a:buSzPts val="1200"/>
              <a:buNone/>
              <a:defRPr sz="1200"/>
            </a:lvl9pPr>
          </a:lstStyle>
          <a:p>
            <a:endParaRPr/>
          </a:p>
        </p:txBody>
      </p:sp>
      <p:sp>
        <p:nvSpPr>
          <p:cNvPr id="435" name="Google Shape;435;p26"/>
          <p:cNvSpPr txBox="1">
            <a:spLocks noGrp="1"/>
          </p:cNvSpPr>
          <p:nvPr>
            <p:ph type="body" idx="4"/>
          </p:nvPr>
        </p:nvSpPr>
        <p:spPr>
          <a:xfrm>
            <a:off x="2405349" y="3124996"/>
            <a:ext cx="5974800" cy="329100"/>
          </a:xfrm>
          <a:prstGeom prst="rect">
            <a:avLst/>
          </a:prstGeom>
        </p:spPr>
        <p:txBody>
          <a:bodyPr spcFirstLastPara="1" wrap="square" lIns="0" tIns="0" rIns="0" bIns="0" anchor="ctr" anchorCtr="0">
            <a:noAutofit/>
          </a:bodyPr>
          <a:lstStyle>
            <a:lvl1pPr marL="457200" lvl="0" indent="-292100">
              <a:spcBef>
                <a:spcPts val="0"/>
              </a:spcBef>
              <a:spcAft>
                <a:spcPts val="0"/>
              </a:spcAft>
              <a:buClr>
                <a:schemeClr val="lt2"/>
              </a:buClr>
              <a:buSzPts val="1000"/>
              <a:buChar char="●"/>
              <a:defRPr sz="1000">
                <a:solidFill>
                  <a:schemeClr val="lt2"/>
                </a:solidFill>
              </a:defRPr>
            </a:lvl1pPr>
            <a:lvl2pPr marL="914400" lvl="1" indent="-292100">
              <a:spcBef>
                <a:spcPts val="0"/>
              </a:spcBef>
              <a:spcAft>
                <a:spcPts val="0"/>
              </a:spcAft>
              <a:buClr>
                <a:schemeClr val="lt2"/>
              </a:buClr>
              <a:buSzPts val="1000"/>
              <a:buChar char="○"/>
              <a:defRPr sz="1000">
                <a:solidFill>
                  <a:schemeClr val="lt2"/>
                </a:solidFill>
              </a:defRPr>
            </a:lvl2pPr>
            <a:lvl3pPr marL="1371600" lvl="2" indent="-292100">
              <a:spcBef>
                <a:spcPts val="0"/>
              </a:spcBef>
              <a:spcAft>
                <a:spcPts val="0"/>
              </a:spcAft>
              <a:buClr>
                <a:schemeClr val="lt2"/>
              </a:buClr>
              <a:buSzPts val="1000"/>
              <a:buChar char="■"/>
              <a:defRPr sz="1000">
                <a:solidFill>
                  <a:schemeClr val="lt2"/>
                </a:solidFill>
              </a:defRPr>
            </a:lvl3pPr>
            <a:lvl4pPr marL="1828800" lvl="3" indent="-292100">
              <a:spcBef>
                <a:spcPts val="0"/>
              </a:spcBef>
              <a:spcAft>
                <a:spcPts val="0"/>
              </a:spcAft>
              <a:buClr>
                <a:schemeClr val="lt2"/>
              </a:buClr>
              <a:buSzPts val="1000"/>
              <a:buChar char="●"/>
              <a:defRPr sz="1000">
                <a:solidFill>
                  <a:schemeClr val="lt2"/>
                </a:solidFill>
              </a:defRPr>
            </a:lvl4pPr>
            <a:lvl5pPr marL="2286000" lvl="4" indent="-292100">
              <a:spcBef>
                <a:spcPts val="0"/>
              </a:spcBef>
              <a:spcAft>
                <a:spcPts val="0"/>
              </a:spcAft>
              <a:buClr>
                <a:schemeClr val="lt2"/>
              </a:buClr>
              <a:buSzPts val="1000"/>
              <a:buChar char="○"/>
              <a:defRPr sz="1000">
                <a:solidFill>
                  <a:schemeClr val="lt2"/>
                </a:solidFill>
              </a:defRPr>
            </a:lvl5pPr>
            <a:lvl6pPr marL="2743200" lvl="5" indent="-292100">
              <a:spcBef>
                <a:spcPts val="0"/>
              </a:spcBef>
              <a:spcAft>
                <a:spcPts val="0"/>
              </a:spcAft>
              <a:buClr>
                <a:schemeClr val="lt2"/>
              </a:buClr>
              <a:buSzPts val="1000"/>
              <a:buChar char="■"/>
              <a:defRPr sz="1000">
                <a:solidFill>
                  <a:schemeClr val="lt2"/>
                </a:solidFill>
              </a:defRPr>
            </a:lvl6pPr>
            <a:lvl7pPr marL="3200400" lvl="6" indent="-292100">
              <a:spcBef>
                <a:spcPts val="0"/>
              </a:spcBef>
              <a:spcAft>
                <a:spcPts val="0"/>
              </a:spcAft>
              <a:buClr>
                <a:schemeClr val="lt2"/>
              </a:buClr>
              <a:buSzPts val="1000"/>
              <a:buChar char="●"/>
              <a:defRPr sz="1000">
                <a:solidFill>
                  <a:schemeClr val="lt2"/>
                </a:solidFill>
              </a:defRPr>
            </a:lvl7pPr>
            <a:lvl8pPr marL="3657600" lvl="7" indent="-292100">
              <a:spcBef>
                <a:spcPts val="0"/>
              </a:spcBef>
              <a:spcAft>
                <a:spcPts val="0"/>
              </a:spcAft>
              <a:buClr>
                <a:schemeClr val="lt2"/>
              </a:buClr>
              <a:buSzPts val="1000"/>
              <a:buChar char="○"/>
              <a:defRPr sz="1000">
                <a:solidFill>
                  <a:schemeClr val="lt2"/>
                </a:solidFill>
              </a:defRPr>
            </a:lvl8pPr>
            <a:lvl9pPr marL="4114800" lvl="8" indent="-292100">
              <a:spcBef>
                <a:spcPts val="0"/>
              </a:spcBef>
              <a:spcAft>
                <a:spcPts val="0"/>
              </a:spcAft>
              <a:buClr>
                <a:schemeClr val="lt2"/>
              </a:buClr>
              <a:buSzPts val="1000"/>
              <a:buChar char="■"/>
              <a:defRPr sz="1000">
                <a:solidFill>
                  <a:schemeClr val="lt2"/>
                </a:solidFill>
              </a:defRPr>
            </a:lvl9pPr>
          </a:lstStyle>
          <a:p>
            <a:endParaRPr/>
          </a:p>
        </p:txBody>
      </p:sp>
      <p:grpSp>
        <p:nvGrpSpPr>
          <p:cNvPr id="436" name="Google Shape;436;p26"/>
          <p:cNvGrpSpPr/>
          <p:nvPr/>
        </p:nvGrpSpPr>
        <p:grpSpPr>
          <a:xfrm rot="-5400000">
            <a:off x="1732659" y="4009637"/>
            <a:ext cx="808326" cy="176511"/>
            <a:chOff x="1082850" y="2340833"/>
            <a:chExt cx="2019300" cy="195299"/>
          </a:xfrm>
        </p:grpSpPr>
        <p:sp>
          <p:nvSpPr>
            <p:cNvPr id="437" name="Google Shape;437;p26"/>
            <p:cNvSpPr/>
            <p:nvPr/>
          </p:nvSpPr>
          <p:spPr>
            <a:xfrm>
              <a:off x="1082850" y="2340833"/>
              <a:ext cx="2019300" cy="1116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38" name="Google Shape;438;p26"/>
            <p:cNvSpPr/>
            <p:nvPr/>
          </p:nvSpPr>
          <p:spPr>
            <a:xfrm rot="10800000" flipH="1">
              <a:off x="1974902" y="2451232"/>
              <a:ext cx="235200" cy="84900"/>
            </a:xfrm>
            <a:prstGeom prst="triangl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439" name="Google Shape;439;p26"/>
          <p:cNvSpPr txBox="1">
            <a:spLocks noGrp="1"/>
          </p:cNvSpPr>
          <p:nvPr>
            <p:ph type="subTitle" idx="5"/>
          </p:nvPr>
        </p:nvSpPr>
        <p:spPr>
          <a:xfrm>
            <a:off x="749908" y="3968238"/>
            <a:ext cx="1118100" cy="259200"/>
          </a:xfrm>
          <a:prstGeom prst="rect">
            <a:avLst/>
          </a:prstGeom>
        </p:spPr>
        <p:txBody>
          <a:bodyPr spcFirstLastPara="1" wrap="square" lIns="0" tIns="0" rIns="0" bIns="0" anchor="ctr" anchorCtr="0">
            <a:noAutofit/>
          </a:bodyPr>
          <a:lstStyle>
            <a:lvl1pPr lvl="0" algn="r">
              <a:spcBef>
                <a:spcPts val="0"/>
              </a:spcBef>
              <a:spcAft>
                <a:spcPts val="0"/>
              </a:spcAft>
              <a:buClr>
                <a:schemeClr val="accent3"/>
              </a:buClr>
              <a:buSzPts val="1200"/>
              <a:buFont typeface="DM Sans SemiBold"/>
              <a:buNone/>
              <a:defRPr sz="1200">
                <a:solidFill>
                  <a:schemeClr val="accent3"/>
                </a:solidFill>
                <a:latin typeface="DM Sans SemiBold"/>
                <a:ea typeface="DM Sans SemiBold"/>
                <a:cs typeface="DM Sans SemiBold"/>
                <a:sym typeface="DM Sans SemiBold"/>
              </a:defRPr>
            </a:lvl1pPr>
            <a:lvl2pPr lvl="1" algn="r">
              <a:spcBef>
                <a:spcPts val="0"/>
              </a:spcBef>
              <a:spcAft>
                <a:spcPts val="0"/>
              </a:spcAft>
              <a:buSzPts val="1200"/>
              <a:buNone/>
              <a:defRPr sz="1200"/>
            </a:lvl2pPr>
            <a:lvl3pPr lvl="2" algn="r">
              <a:spcBef>
                <a:spcPts val="0"/>
              </a:spcBef>
              <a:spcAft>
                <a:spcPts val="0"/>
              </a:spcAft>
              <a:buSzPts val="1200"/>
              <a:buNone/>
              <a:defRPr sz="1200"/>
            </a:lvl3pPr>
            <a:lvl4pPr lvl="3" algn="r">
              <a:spcBef>
                <a:spcPts val="0"/>
              </a:spcBef>
              <a:spcAft>
                <a:spcPts val="0"/>
              </a:spcAft>
              <a:buSzPts val="1200"/>
              <a:buNone/>
              <a:defRPr sz="1200"/>
            </a:lvl4pPr>
            <a:lvl5pPr lvl="4" algn="r">
              <a:spcBef>
                <a:spcPts val="0"/>
              </a:spcBef>
              <a:spcAft>
                <a:spcPts val="0"/>
              </a:spcAft>
              <a:buSzPts val="1200"/>
              <a:buNone/>
              <a:defRPr sz="1200"/>
            </a:lvl5pPr>
            <a:lvl6pPr lvl="5" algn="r">
              <a:spcBef>
                <a:spcPts val="0"/>
              </a:spcBef>
              <a:spcAft>
                <a:spcPts val="0"/>
              </a:spcAft>
              <a:buSzPts val="1200"/>
              <a:buNone/>
              <a:defRPr sz="1200"/>
            </a:lvl6pPr>
            <a:lvl7pPr lvl="6" algn="r">
              <a:spcBef>
                <a:spcPts val="0"/>
              </a:spcBef>
              <a:spcAft>
                <a:spcPts val="0"/>
              </a:spcAft>
              <a:buSzPts val="1200"/>
              <a:buNone/>
              <a:defRPr sz="1200"/>
            </a:lvl7pPr>
            <a:lvl8pPr lvl="7" algn="r">
              <a:spcBef>
                <a:spcPts val="0"/>
              </a:spcBef>
              <a:spcAft>
                <a:spcPts val="0"/>
              </a:spcAft>
              <a:buSzPts val="1200"/>
              <a:buNone/>
              <a:defRPr sz="1200"/>
            </a:lvl8pPr>
            <a:lvl9pPr lvl="8" algn="r">
              <a:spcBef>
                <a:spcPts val="0"/>
              </a:spcBef>
              <a:spcAft>
                <a:spcPts val="0"/>
              </a:spcAft>
              <a:buSzPts val="1200"/>
              <a:buNone/>
              <a:defRPr sz="1200"/>
            </a:lvl9pPr>
          </a:lstStyle>
          <a:p>
            <a:endParaRPr/>
          </a:p>
        </p:txBody>
      </p:sp>
      <p:sp>
        <p:nvSpPr>
          <p:cNvPr id="440" name="Google Shape;440;p26"/>
          <p:cNvSpPr txBox="1">
            <a:spLocks noGrp="1"/>
          </p:cNvSpPr>
          <p:nvPr>
            <p:ph type="body" idx="6"/>
          </p:nvPr>
        </p:nvSpPr>
        <p:spPr>
          <a:xfrm>
            <a:off x="2405479" y="3933350"/>
            <a:ext cx="5974800" cy="329100"/>
          </a:xfrm>
          <a:prstGeom prst="rect">
            <a:avLst/>
          </a:prstGeom>
        </p:spPr>
        <p:txBody>
          <a:bodyPr spcFirstLastPara="1" wrap="square" lIns="0" tIns="0" rIns="0" bIns="0" anchor="ctr" anchorCtr="0">
            <a:noAutofit/>
          </a:bodyPr>
          <a:lstStyle>
            <a:lvl1pPr marL="457200" lvl="0" indent="-292100">
              <a:spcBef>
                <a:spcPts val="0"/>
              </a:spcBef>
              <a:spcAft>
                <a:spcPts val="0"/>
              </a:spcAft>
              <a:buClr>
                <a:schemeClr val="lt2"/>
              </a:buClr>
              <a:buSzPts val="1000"/>
              <a:buChar char="●"/>
              <a:defRPr sz="1000">
                <a:solidFill>
                  <a:schemeClr val="lt2"/>
                </a:solidFill>
              </a:defRPr>
            </a:lvl1pPr>
            <a:lvl2pPr marL="914400" lvl="1" indent="-292100">
              <a:spcBef>
                <a:spcPts val="0"/>
              </a:spcBef>
              <a:spcAft>
                <a:spcPts val="0"/>
              </a:spcAft>
              <a:buClr>
                <a:schemeClr val="lt2"/>
              </a:buClr>
              <a:buSzPts val="1000"/>
              <a:buChar char="○"/>
              <a:defRPr sz="1000">
                <a:solidFill>
                  <a:schemeClr val="lt2"/>
                </a:solidFill>
              </a:defRPr>
            </a:lvl2pPr>
            <a:lvl3pPr marL="1371600" lvl="2" indent="-292100">
              <a:spcBef>
                <a:spcPts val="0"/>
              </a:spcBef>
              <a:spcAft>
                <a:spcPts val="0"/>
              </a:spcAft>
              <a:buClr>
                <a:schemeClr val="lt2"/>
              </a:buClr>
              <a:buSzPts val="1000"/>
              <a:buChar char="■"/>
              <a:defRPr sz="1000">
                <a:solidFill>
                  <a:schemeClr val="lt2"/>
                </a:solidFill>
              </a:defRPr>
            </a:lvl3pPr>
            <a:lvl4pPr marL="1828800" lvl="3" indent="-292100">
              <a:spcBef>
                <a:spcPts val="0"/>
              </a:spcBef>
              <a:spcAft>
                <a:spcPts val="0"/>
              </a:spcAft>
              <a:buClr>
                <a:schemeClr val="lt2"/>
              </a:buClr>
              <a:buSzPts val="1000"/>
              <a:buChar char="●"/>
              <a:defRPr sz="1000">
                <a:solidFill>
                  <a:schemeClr val="lt2"/>
                </a:solidFill>
              </a:defRPr>
            </a:lvl4pPr>
            <a:lvl5pPr marL="2286000" lvl="4" indent="-292100">
              <a:spcBef>
                <a:spcPts val="0"/>
              </a:spcBef>
              <a:spcAft>
                <a:spcPts val="0"/>
              </a:spcAft>
              <a:buClr>
                <a:schemeClr val="lt2"/>
              </a:buClr>
              <a:buSzPts val="1000"/>
              <a:buChar char="○"/>
              <a:defRPr sz="1000">
                <a:solidFill>
                  <a:schemeClr val="lt2"/>
                </a:solidFill>
              </a:defRPr>
            </a:lvl5pPr>
            <a:lvl6pPr marL="2743200" lvl="5" indent="-292100">
              <a:spcBef>
                <a:spcPts val="0"/>
              </a:spcBef>
              <a:spcAft>
                <a:spcPts val="0"/>
              </a:spcAft>
              <a:buClr>
                <a:schemeClr val="lt2"/>
              </a:buClr>
              <a:buSzPts val="1000"/>
              <a:buChar char="■"/>
              <a:defRPr sz="1000">
                <a:solidFill>
                  <a:schemeClr val="lt2"/>
                </a:solidFill>
              </a:defRPr>
            </a:lvl6pPr>
            <a:lvl7pPr marL="3200400" lvl="6" indent="-292100">
              <a:spcBef>
                <a:spcPts val="0"/>
              </a:spcBef>
              <a:spcAft>
                <a:spcPts val="0"/>
              </a:spcAft>
              <a:buClr>
                <a:schemeClr val="lt2"/>
              </a:buClr>
              <a:buSzPts val="1000"/>
              <a:buChar char="●"/>
              <a:defRPr sz="1000">
                <a:solidFill>
                  <a:schemeClr val="lt2"/>
                </a:solidFill>
              </a:defRPr>
            </a:lvl7pPr>
            <a:lvl8pPr marL="3657600" lvl="7" indent="-292100">
              <a:spcBef>
                <a:spcPts val="0"/>
              </a:spcBef>
              <a:spcAft>
                <a:spcPts val="0"/>
              </a:spcAft>
              <a:buClr>
                <a:schemeClr val="lt2"/>
              </a:buClr>
              <a:buSzPts val="1000"/>
              <a:buChar char="○"/>
              <a:defRPr sz="1000">
                <a:solidFill>
                  <a:schemeClr val="lt2"/>
                </a:solidFill>
              </a:defRPr>
            </a:lvl8pPr>
            <a:lvl9pPr marL="4114800" lvl="8" indent="-292100">
              <a:spcBef>
                <a:spcPts val="0"/>
              </a:spcBef>
              <a:spcAft>
                <a:spcPts val="0"/>
              </a:spcAft>
              <a:buClr>
                <a:schemeClr val="lt2"/>
              </a:buClr>
              <a:buSzPts val="1000"/>
              <a:buChar char="■"/>
              <a:defRPr sz="1000">
                <a:solidFill>
                  <a:schemeClr val="lt2"/>
                </a:solidFill>
              </a:defRPr>
            </a:lvl9pPr>
          </a:lstStyle>
          <a:p>
            <a:endParaRPr/>
          </a:p>
        </p:txBody>
      </p:sp>
      <p:grpSp>
        <p:nvGrpSpPr>
          <p:cNvPr id="441" name="Google Shape;441;p26"/>
          <p:cNvGrpSpPr/>
          <p:nvPr/>
        </p:nvGrpSpPr>
        <p:grpSpPr>
          <a:xfrm rot="-5400000">
            <a:off x="1733987" y="1580739"/>
            <a:ext cx="808326" cy="176511"/>
            <a:chOff x="1082850" y="2340833"/>
            <a:chExt cx="2019300" cy="195299"/>
          </a:xfrm>
        </p:grpSpPr>
        <p:sp>
          <p:nvSpPr>
            <p:cNvPr id="442" name="Google Shape;442;p26"/>
            <p:cNvSpPr/>
            <p:nvPr/>
          </p:nvSpPr>
          <p:spPr>
            <a:xfrm>
              <a:off x="1082850" y="2340833"/>
              <a:ext cx="2019300" cy="111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43" name="Google Shape;443;p26"/>
            <p:cNvSpPr/>
            <p:nvPr/>
          </p:nvSpPr>
          <p:spPr>
            <a:xfrm rot="10800000" flipH="1">
              <a:off x="1974902" y="2451232"/>
              <a:ext cx="235200" cy="849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444" name="Google Shape;444;p26"/>
          <p:cNvSpPr txBox="1">
            <a:spLocks noGrp="1"/>
          </p:cNvSpPr>
          <p:nvPr>
            <p:ph type="subTitle" idx="7"/>
          </p:nvPr>
        </p:nvSpPr>
        <p:spPr>
          <a:xfrm>
            <a:off x="751236" y="1539340"/>
            <a:ext cx="1118100" cy="259200"/>
          </a:xfrm>
          <a:prstGeom prst="rect">
            <a:avLst/>
          </a:prstGeom>
        </p:spPr>
        <p:txBody>
          <a:bodyPr spcFirstLastPara="1" wrap="square" lIns="0" tIns="0" rIns="0" bIns="0" anchor="ctr" anchorCtr="0">
            <a:noAutofit/>
          </a:bodyPr>
          <a:lstStyle>
            <a:lvl1pPr lvl="0" algn="r">
              <a:spcBef>
                <a:spcPts val="0"/>
              </a:spcBef>
              <a:spcAft>
                <a:spcPts val="0"/>
              </a:spcAft>
              <a:buClr>
                <a:schemeClr val="accent4"/>
              </a:buClr>
              <a:buSzPts val="1200"/>
              <a:buFont typeface="DM Sans SemiBold"/>
              <a:buNone/>
              <a:defRPr sz="1200">
                <a:solidFill>
                  <a:schemeClr val="accent4"/>
                </a:solidFill>
                <a:latin typeface="DM Sans SemiBold"/>
                <a:ea typeface="DM Sans SemiBold"/>
                <a:cs typeface="DM Sans SemiBold"/>
                <a:sym typeface="DM Sans SemiBold"/>
              </a:defRPr>
            </a:lvl1pPr>
            <a:lvl2pPr lvl="1" algn="r">
              <a:spcBef>
                <a:spcPts val="0"/>
              </a:spcBef>
              <a:spcAft>
                <a:spcPts val="0"/>
              </a:spcAft>
              <a:buSzPts val="1200"/>
              <a:buNone/>
              <a:defRPr sz="1200"/>
            </a:lvl2pPr>
            <a:lvl3pPr lvl="2" algn="r">
              <a:spcBef>
                <a:spcPts val="0"/>
              </a:spcBef>
              <a:spcAft>
                <a:spcPts val="0"/>
              </a:spcAft>
              <a:buSzPts val="1200"/>
              <a:buNone/>
              <a:defRPr sz="1200"/>
            </a:lvl3pPr>
            <a:lvl4pPr lvl="3" algn="r">
              <a:spcBef>
                <a:spcPts val="0"/>
              </a:spcBef>
              <a:spcAft>
                <a:spcPts val="0"/>
              </a:spcAft>
              <a:buSzPts val="1200"/>
              <a:buNone/>
              <a:defRPr sz="1200"/>
            </a:lvl4pPr>
            <a:lvl5pPr lvl="4" algn="r">
              <a:spcBef>
                <a:spcPts val="0"/>
              </a:spcBef>
              <a:spcAft>
                <a:spcPts val="0"/>
              </a:spcAft>
              <a:buSzPts val="1200"/>
              <a:buNone/>
              <a:defRPr sz="1200"/>
            </a:lvl5pPr>
            <a:lvl6pPr lvl="5" algn="r">
              <a:spcBef>
                <a:spcPts val="0"/>
              </a:spcBef>
              <a:spcAft>
                <a:spcPts val="0"/>
              </a:spcAft>
              <a:buSzPts val="1200"/>
              <a:buNone/>
              <a:defRPr sz="1200"/>
            </a:lvl6pPr>
            <a:lvl7pPr lvl="6" algn="r">
              <a:spcBef>
                <a:spcPts val="0"/>
              </a:spcBef>
              <a:spcAft>
                <a:spcPts val="0"/>
              </a:spcAft>
              <a:buSzPts val="1200"/>
              <a:buNone/>
              <a:defRPr sz="1200"/>
            </a:lvl7pPr>
            <a:lvl8pPr lvl="7" algn="r">
              <a:spcBef>
                <a:spcPts val="0"/>
              </a:spcBef>
              <a:spcAft>
                <a:spcPts val="0"/>
              </a:spcAft>
              <a:buSzPts val="1200"/>
              <a:buNone/>
              <a:defRPr sz="1200"/>
            </a:lvl8pPr>
            <a:lvl9pPr lvl="8" algn="r">
              <a:spcBef>
                <a:spcPts val="0"/>
              </a:spcBef>
              <a:spcAft>
                <a:spcPts val="0"/>
              </a:spcAft>
              <a:buSzPts val="1200"/>
              <a:buNone/>
              <a:defRPr sz="1200"/>
            </a:lvl9pPr>
          </a:lstStyle>
          <a:p>
            <a:endParaRPr/>
          </a:p>
        </p:txBody>
      </p:sp>
      <p:sp>
        <p:nvSpPr>
          <p:cNvPr id="445" name="Google Shape;445;p26"/>
          <p:cNvSpPr txBox="1">
            <a:spLocks noGrp="1"/>
          </p:cNvSpPr>
          <p:nvPr>
            <p:ph type="body" idx="8"/>
          </p:nvPr>
        </p:nvSpPr>
        <p:spPr>
          <a:xfrm>
            <a:off x="2406806" y="1504450"/>
            <a:ext cx="5974800" cy="329100"/>
          </a:xfrm>
          <a:prstGeom prst="rect">
            <a:avLst/>
          </a:prstGeom>
        </p:spPr>
        <p:txBody>
          <a:bodyPr spcFirstLastPara="1" wrap="square" lIns="0" tIns="0" rIns="0" bIns="0" anchor="ctr" anchorCtr="0">
            <a:noAutofit/>
          </a:bodyPr>
          <a:lstStyle>
            <a:lvl1pPr marL="457200" lvl="0" indent="-292100">
              <a:spcBef>
                <a:spcPts val="0"/>
              </a:spcBef>
              <a:spcAft>
                <a:spcPts val="0"/>
              </a:spcAft>
              <a:buClr>
                <a:schemeClr val="lt2"/>
              </a:buClr>
              <a:buSzPts val="1000"/>
              <a:buChar char="●"/>
              <a:defRPr sz="1000">
                <a:solidFill>
                  <a:schemeClr val="lt2"/>
                </a:solidFill>
              </a:defRPr>
            </a:lvl1pPr>
            <a:lvl2pPr marL="914400" lvl="1" indent="-292100">
              <a:spcBef>
                <a:spcPts val="0"/>
              </a:spcBef>
              <a:spcAft>
                <a:spcPts val="0"/>
              </a:spcAft>
              <a:buClr>
                <a:schemeClr val="lt2"/>
              </a:buClr>
              <a:buSzPts val="1000"/>
              <a:buChar char="○"/>
              <a:defRPr sz="1000">
                <a:solidFill>
                  <a:schemeClr val="lt2"/>
                </a:solidFill>
              </a:defRPr>
            </a:lvl2pPr>
            <a:lvl3pPr marL="1371600" lvl="2" indent="-292100">
              <a:spcBef>
                <a:spcPts val="0"/>
              </a:spcBef>
              <a:spcAft>
                <a:spcPts val="0"/>
              </a:spcAft>
              <a:buClr>
                <a:schemeClr val="lt2"/>
              </a:buClr>
              <a:buSzPts val="1000"/>
              <a:buChar char="■"/>
              <a:defRPr sz="1000">
                <a:solidFill>
                  <a:schemeClr val="lt2"/>
                </a:solidFill>
              </a:defRPr>
            </a:lvl3pPr>
            <a:lvl4pPr marL="1828800" lvl="3" indent="-292100">
              <a:spcBef>
                <a:spcPts val="0"/>
              </a:spcBef>
              <a:spcAft>
                <a:spcPts val="0"/>
              </a:spcAft>
              <a:buClr>
                <a:schemeClr val="lt2"/>
              </a:buClr>
              <a:buSzPts val="1000"/>
              <a:buChar char="●"/>
              <a:defRPr sz="1000">
                <a:solidFill>
                  <a:schemeClr val="lt2"/>
                </a:solidFill>
              </a:defRPr>
            </a:lvl4pPr>
            <a:lvl5pPr marL="2286000" lvl="4" indent="-292100">
              <a:spcBef>
                <a:spcPts val="0"/>
              </a:spcBef>
              <a:spcAft>
                <a:spcPts val="0"/>
              </a:spcAft>
              <a:buClr>
                <a:schemeClr val="lt2"/>
              </a:buClr>
              <a:buSzPts val="1000"/>
              <a:buChar char="○"/>
              <a:defRPr sz="1000">
                <a:solidFill>
                  <a:schemeClr val="lt2"/>
                </a:solidFill>
              </a:defRPr>
            </a:lvl5pPr>
            <a:lvl6pPr marL="2743200" lvl="5" indent="-292100">
              <a:spcBef>
                <a:spcPts val="0"/>
              </a:spcBef>
              <a:spcAft>
                <a:spcPts val="0"/>
              </a:spcAft>
              <a:buClr>
                <a:schemeClr val="lt2"/>
              </a:buClr>
              <a:buSzPts val="1000"/>
              <a:buChar char="■"/>
              <a:defRPr sz="1000">
                <a:solidFill>
                  <a:schemeClr val="lt2"/>
                </a:solidFill>
              </a:defRPr>
            </a:lvl6pPr>
            <a:lvl7pPr marL="3200400" lvl="6" indent="-292100">
              <a:spcBef>
                <a:spcPts val="0"/>
              </a:spcBef>
              <a:spcAft>
                <a:spcPts val="0"/>
              </a:spcAft>
              <a:buClr>
                <a:schemeClr val="lt2"/>
              </a:buClr>
              <a:buSzPts val="1000"/>
              <a:buChar char="●"/>
              <a:defRPr sz="1000">
                <a:solidFill>
                  <a:schemeClr val="lt2"/>
                </a:solidFill>
              </a:defRPr>
            </a:lvl7pPr>
            <a:lvl8pPr marL="3657600" lvl="7" indent="-292100">
              <a:spcBef>
                <a:spcPts val="0"/>
              </a:spcBef>
              <a:spcAft>
                <a:spcPts val="0"/>
              </a:spcAft>
              <a:buClr>
                <a:schemeClr val="lt2"/>
              </a:buClr>
              <a:buSzPts val="1000"/>
              <a:buChar char="○"/>
              <a:defRPr sz="1000">
                <a:solidFill>
                  <a:schemeClr val="lt2"/>
                </a:solidFill>
              </a:defRPr>
            </a:lvl8pPr>
            <a:lvl9pPr marL="4114800" lvl="8" indent="-292100">
              <a:spcBef>
                <a:spcPts val="0"/>
              </a:spcBef>
              <a:spcAft>
                <a:spcPts val="0"/>
              </a:spcAft>
              <a:buClr>
                <a:schemeClr val="lt2"/>
              </a:buClr>
              <a:buSzPts val="1000"/>
              <a:buChar char="■"/>
              <a:defRPr sz="1000">
                <a:solidFill>
                  <a:schemeClr val="lt2"/>
                </a:solidFill>
              </a:defRPr>
            </a:lvl9pPr>
          </a:lstStyle>
          <a:p>
            <a:endParaRPr/>
          </a:p>
        </p:txBody>
      </p:sp>
      <p:sp>
        <p:nvSpPr>
          <p:cNvPr id="446" name="Google Shape;446;p26"/>
          <p:cNvSpPr txBox="1">
            <a:spLocks noGrp="1"/>
          </p:cNvSpPr>
          <p:nvPr>
            <p:ph type="title"/>
          </p:nvPr>
        </p:nvSpPr>
        <p:spPr>
          <a:xfrm>
            <a:off x="311700" y="269951"/>
            <a:ext cx="8520600" cy="556500"/>
          </a:xfrm>
          <a:prstGeom prst="rect">
            <a:avLst/>
          </a:prstGeom>
        </p:spPr>
        <p:txBody>
          <a:bodyPr spcFirstLastPara="1" wrap="square" lIns="0" tIns="0" rIns="0" bIns="0" anchor="t" anchorCtr="0">
            <a:noAutofit/>
          </a:bodyPr>
          <a:lstStyle>
            <a:lvl1pPr lvl="0" algn="ctr">
              <a:spcBef>
                <a:spcPts val="0"/>
              </a:spcBef>
              <a:spcAft>
                <a:spcPts val="0"/>
              </a:spcAft>
              <a:buClr>
                <a:schemeClr val="accent4"/>
              </a:buClr>
              <a:buSzPts val="2000"/>
              <a:buNone/>
              <a:defRPr>
                <a:solidFill>
                  <a:schemeClr val="accent4"/>
                </a:solidFill>
              </a:defRPr>
            </a:lvl1pPr>
            <a:lvl2pPr lvl="1" algn="ctr">
              <a:spcBef>
                <a:spcPts val="0"/>
              </a:spcBef>
              <a:spcAft>
                <a:spcPts val="0"/>
              </a:spcAft>
              <a:buSzPts val="3400"/>
              <a:buNone/>
              <a:defRPr sz="3400"/>
            </a:lvl2pPr>
            <a:lvl3pPr lvl="2" algn="ctr">
              <a:spcBef>
                <a:spcPts val="0"/>
              </a:spcBef>
              <a:spcAft>
                <a:spcPts val="0"/>
              </a:spcAft>
              <a:buSzPts val="3400"/>
              <a:buNone/>
              <a:defRPr sz="3400"/>
            </a:lvl3pPr>
            <a:lvl4pPr lvl="3" algn="ctr">
              <a:spcBef>
                <a:spcPts val="0"/>
              </a:spcBef>
              <a:spcAft>
                <a:spcPts val="0"/>
              </a:spcAft>
              <a:buSzPts val="3400"/>
              <a:buNone/>
              <a:defRPr sz="3400"/>
            </a:lvl4pPr>
            <a:lvl5pPr lvl="4" algn="ctr">
              <a:spcBef>
                <a:spcPts val="0"/>
              </a:spcBef>
              <a:spcAft>
                <a:spcPts val="0"/>
              </a:spcAft>
              <a:buSzPts val="3400"/>
              <a:buNone/>
              <a:defRPr sz="3400"/>
            </a:lvl5pPr>
            <a:lvl6pPr lvl="5" algn="ctr">
              <a:spcBef>
                <a:spcPts val="0"/>
              </a:spcBef>
              <a:spcAft>
                <a:spcPts val="0"/>
              </a:spcAft>
              <a:buSzPts val="3400"/>
              <a:buNone/>
              <a:defRPr sz="3400"/>
            </a:lvl6pPr>
            <a:lvl7pPr lvl="6" algn="ctr">
              <a:spcBef>
                <a:spcPts val="0"/>
              </a:spcBef>
              <a:spcAft>
                <a:spcPts val="0"/>
              </a:spcAft>
              <a:buSzPts val="3400"/>
              <a:buNone/>
              <a:defRPr sz="3400"/>
            </a:lvl7pPr>
            <a:lvl8pPr lvl="7" algn="ctr">
              <a:spcBef>
                <a:spcPts val="0"/>
              </a:spcBef>
              <a:spcAft>
                <a:spcPts val="0"/>
              </a:spcAft>
              <a:buSzPts val="3400"/>
              <a:buNone/>
              <a:defRPr sz="3400"/>
            </a:lvl8pPr>
            <a:lvl9pPr lvl="8" algn="ctr">
              <a:spcBef>
                <a:spcPts val="0"/>
              </a:spcBef>
              <a:spcAft>
                <a:spcPts val="0"/>
              </a:spcAft>
              <a:buSzPts val="3400"/>
              <a:buNone/>
              <a:defRPr sz="3400"/>
            </a:lvl9pPr>
          </a:lstStyle>
          <a:p>
            <a:endParaRPr/>
          </a:p>
        </p:txBody>
      </p:sp>
      <p:grpSp>
        <p:nvGrpSpPr>
          <p:cNvPr id="447" name="Google Shape;447;p26"/>
          <p:cNvGrpSpPr/>
          <p:nvPr/>
        </p:nvGrpSpPr>
        <p:grpSpPr>
          <a:xfrm>
            <a:off x="73663" y="4677163"/>
            <a:ext cx="392675" cy="392675"/>
            <a:chOff x="458050" y="265600"/>
            <a:chExt cx="392675" cy="392675"/>
          </a:xfrm>
        </p:grpSpPr>
        <p:sp>
          <p:nvSpPr>
            <p:cNvPr id="448" name="Google Shape;448;p26"/>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49" name="Google Shape;449;p26"/>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50" name="Google Shape;450;p26"/>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51" name="Google Shape;451;p26"/>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452" name="Google Shape;452;p26"/>
          <p:cNvGrpSpPr/>
          <p:nvPr/>
        </p:nvGrpSpPr>
        <p:grpSpPr>
          <a:xfrm>
            <a:off x="613563" y="4677150"/>
            <a:ext cx="392675" cy="392675"/>
            <a:chOff x="458050" y="265600"/>
            <a:chExt cx="392675" cy="392675"/>
          </a:xfrm>
        </p:grpSpPr>
        <p:sp>
          <p:nvSpPr>
            <p:cNvPr id="453" name="Google Shape;453;p26"/>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54" name="Google Shape;454;p26"/>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55" name="Google Shape;455;p26"/>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56" name="Google Shape;456;p26"/>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457" name="Google Shape;457;p26"/>
          <p:cNvGrpSpPr/>
          <p:nvPr/>
        </p:nvGrpSpPr>
        <p:grpSpPr>
          <a:xfrm>
            <a:off x="348063" y="4284488"/>
            <a:ext cx="392675" cy="392675"/>
            <a:chOff x="458050" y="265600"/>
            <a:chExt cx="392675" cy="392675"/>
          </a:xfrm>
        </p:grpSpPr>
        <p:sp>
          <p:nvSpPr>
            <p:cNvPr id="458" name="Google Shape;458;p26"/>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59" name="Google Shape;459;p26"/>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60" name="Google Shape;460;p26"/>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61" name="Google Shape;461;p26"/>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462" name="Google Shape;462;p26"/>
          <p:cNvSpPr/>
          <p:nvPr/>
        </p:nvSpPr>
        <p:spPr>
          <a:xfrm>
            <a:off x="8381600" y="-3575"/>
            <a:ext cx="843600" cy="51435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463" name="Google Shape;463;p26"/>
          <p:cNvGrpSpPr/>
          <p:nvPr/>
        </p:nvGrpSpPr>
        <p:grpSpPr>
          <a:xfrm>
            <a:off x="7788867" y="-840619"/>
            <a:ext cx="2277538" cy="2277538"/>
            <a:chOff x="987244" y="313753"/>
            <a:chExt cx="555321" cy="555321"/>
          </a:xfrm>
        </p:grpSpPr>
        <p:grpSp>
          <p:nvGrpSpPr>
            <p:cNvPr id="464" name="Google Shape;464;p26"/>
            <p:cNvGrpSpPr/>
            <p:nvPr/>
          </p:nvGrpSpPr>
          <p:grpSpPr>
            <a:xfrm>
              <a:off x="1068575" y="395075"/>
              <a:ext cx="392675" cy="392675"/>
              <a:chOff x="458050" y="265600"/>
              <a:chExt cx="392675" cy="392675"/>
            </a:xfrm>
          </p:grpSpPr>
          <p:sp>
            <p:nvSpPr>
              <p:cNvPr id="465" name="Google Shape;465;p26"/>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66" name="Google Shape;466;p26"/>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67" name="Google Shape;467;p26"/>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68" name="Google Shape;468;p26"/>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469" name="Google Shape;469;p26"/>
            <p:cNvGrpSpPr/>
            <p:nvPr/>
          </p:nvGrpSpPr>
          <p:grpSpPr>
            <a:xfrm rot="-2700000">
              <a:off x="1068569" y="395078"/>
              <a:ext cx="392671" cy="392671"/>
              <a:chOff x="458050" y="265600"/>
              <a:chExt cx="392675" cy="392675"/>
            </a:xfrm>
          </p:grpSpPr>
          <p:sp>
            <p:nvSpPr>
              <p:cNvPr id="470" name="Google Shape;470;p26"/>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71" name="Google Shape;471;p26"/>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72" name="Google Shape;472;p26"/>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73" name="Google Shape;473;p26"/>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reak Slide">
  <p:cSld name="CUSTOM_5">
    <p:bg>
      <p:bgPr>
        <a:solidFill>
          <a:schemeClr val="accent5"/>
        </a:solidFill>
        <a:effectLst/>
      </p:bgPr>
    </p:bg>
    <p:spTree>
      <p:nvGrpSpPr>
        <p:cNvPr id="1" name="Shape 474"/>
        <p:cNvGrpSpPr/>
        <p:nvPr/>
      </p:nvGrpSpPr>
      <p:grpSpPr>
        <a:xfrm>
          <a:off x="0" y="0"/>
          <a:ext cx="0" cy="0"/>
          <a:chOff x="0" y="0"/>
          <a:chExt cx="0" cy="0"/>
        </a:xfrm>
      </p:grpSpPr>
      <p:grpSp>
        <p:nvGrpSpPr>
          <p:cNvPr id="475" name="Google Shape;475;p27"/>
          <p:cNvGrpSpPr/>
          <p:nvPr/>
        </p:nvGrpSpPr>
        <p:grpSpPr>
          <a:xfrm>
            <a:off x="1322434" y="2156088"/>
            <a:ext cx="2277538" cy="2277538"/>
            <a:chOff x="987244" y="313753"/>
            <a:chExt cx="555321" cy="555321"/>
          </a:xfrm>
        </p:grpSpPr>
        <p:grpSp>
          <p:nvGrpSpPr>
            <p:cNvPr id="476" name="Google Shape;476;p27"/>
            <p:cNvGrpSpPr/>
            <p:nvPr/>
          </p:nvGrpSpPr>
          <p:grpSpPr>
            <a:xfrm>
              <a:off x="1068575" y="395075"/>
              <a:ext cx="392675" cy="392675"/>
              <a:chOff x="458050" y="265600"/>
              <a:chExt cx="392675" cy="392675"/>
            </a:xfrm>
          </p:grpSpPr>
          <p:sp>
            <p:nvSpPr>
              <p:cNvPr id="477" name="Google Shape;477;p27"/>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78" name="Google Shape;478;p27"/>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79" name="Google Shape;479;p27"/>
              <p:cNvSpPr/>
              <p:nvPr/>
            </p:nvSpPr>
            <p:spPr>
              <a:xfrm rot="-5400000">
                <a:off x="509350"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80" name="Google Shape;480;p27"/>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481" name="Google Shape;481;p27"/>
            <p:cNvGrpSpPr/>
            <p:nvPr/>
          </p:nvGrpSpPr>
          <p:grpSpPr>
            <a:xfrm rot="-2700000">
              <a:off x="1068569" y="395078"/>
              <a:ext cx="392671" cy="392671"/>
              <a:chOff x="458050" y="265600"/>
              <a:chExt cx="392675" cy="392675"/>
            </a:xfrm>
          </p:grpSpPr>
          <p:sp>
            <p:nvSpPr>
              <p:cNvPr id="482" name="Google Shape;482;p27"/>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83" name="Google Shape;483;p27"/>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84" name="Google Shape;484;p27"/>
              <p:cNvSpPr/>
              <p:nvPr/>
            </p:nvSpPr>
            <p:spPr>
              <a:xfrm rot="-5400000">
                <a:off x="509350"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85" name="Google Shape;485;p27"/>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sp>
        <p:nvSpPr>
          <p:cNvPr id="486" name="Google Shape;486;p27"/>
          <p:cNvSpPr/>
          <p:nvPr/>
        </p:nvSpPr>
        <p:spPr>
          <a:xfrm>
            <a:off x="-72425" y="4274900"/>
            <a:ext cx="1002600" cy="9207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87" name="Google Shape;487;p27"/>
          <p:cNvSpPr/>
          <p:nvPr/>
        </p:nvSpPr>
        <p:spPr>
          <a:xfrm rot="10800000">
            <a:off x="8141400" y="0"/>
            <a:ext cx="1002600" cy="8619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88" name="Google Shape;488;p27"/>
          <p:cNvSpPr>
            <a:spLocks noGrp="1"/>
          </p:cNvSpPr>
          <p:nvPr>
            <p:ph type="pic" idx="2"/>
          </p:nvPr>
        </p:nvSpPr>
        <p:spPr>
          <a:xfrm>
            <a:off x="2475825" y="1654388"/>
            <a:ext cx="4195800" cy="1621200"/>
          </a:xfrm>
          <a:prstGeom prst="snip1Rect">
            <a:avLst>
              <a:gd name="adj" fmla="val 16667"/>
            </a:avLst>
          </a:prstGeom>
          <a:noFill/>
          <a:ln>
            <a:noFill/>
          </a:ln>
        </p:spPr>
      </p:sp>
      <p:sp>
        <p:nvSpPr>
          <p:cNvPr id="489" name="Google Shape;489;p27"/>
          <p:cNvSpPr txBox="1">
            <a:spLocks noGrp="1"/>
          </p:cNvSpPr>
          <p:nvPr>
            <p:ph type="title"/>
          </p:nvPr>
        </p:nvSpPr>
        <p:spPr>
          <a:xfrm>
            <a:off x="311700" y="1246957"/>
            <a:ext cx="8520600" cy="5931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490" name="Google Shape;490;p27"/>
          <p:cNvSpPr/>
          <p:nvPr/>
        </p:nvSpPr>
        <p:spPr>
          <a:xfrm>
            <a:off x="8588401" y="4579699"/>
            <a:ext cx="1132200" cy="1132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491" name="Google Shape;491;p27"/>
          <p:cNvGrpSpPr/>
          <p:nvPr/>
        </p:nvGrpSpPr>
        <p:grpSpPr>
          <a:xfrm>
            <a:off x="73663" y="105163"/>
            <a:ext cx="392675" cy="392675"/>
            <a:chOff x="458050" y="265600"/>
            <a:chExt cx="392675" cy="392675"/>
          </a:xfrm>
        </p:grpSpPr>
        <p:sp>
          <p:nvSpPr>
            <p:cNvPr id="492" name="Google Shape;492;p27"/>
            <p:cNvSpPr/>
            <p:nvPr/>
          </p:nvSpPr>
          <p:spPr>
            <a:xfrm>
              <a:off x="638050" y="265600"/>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93" name="Google Shape;493;p27"/>
            <p:cNvSpPr/>
            <p:nvPr/>
          </p:nvSpPr>
          <p:spPr>
            <a:xfrm>
              <a:off x="638050" y="5229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94" name="Google Shape;494;p27"/>
            <p:cNvSpPr/>
            <p:nvPr/>
          </p:nvSpPr>
          <p:spPr>
            <a:xfrm rot="-5400000">
              <a:off x="509350"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95" name="Google Shape;495;p27"/>
            <p:cNvSpPr/>
            <p:nvPr/>
          </p:nvSpPr>
          <p:spPr>
            <a:xfrm rot="-5400000">
              <a:off x="766725"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496" name="Google Shape;496;p27"/>
          <p:cNvGrpSpPr/>
          <p:nvPr/>
        </p:nvGrpSpPr>
        <p:grpSpPr>
          <a:xfrm>
            <a:off x="613563" y="105150"/>
            <a:ext cx="392675" cy="392675"/>
            <a:chOff x="458050" y="265600"/>
            <a:chExt cx="392675" cy="392675"/>
          </a:xfrm>
        </p:grpSpPr>
        <p:sp>
          <p:nvSpPr>
            <p:cNvPr id="497" name="Google Shape;497;p27"/>
            <p:cNvSpPr/>
            <p:nvPr/>
          </p:nvSpPr>
          <p:spPr>
            <a:xfrm>
              <a:off x="638050" y="265600"/>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98" name="Google Shape;498;p27"/>
            <p:cNvSpPr/>
            <p:nvPr/>
          </p:nvSpPr>
          <p:spPr>
            <a:xfrm>
              <a:off x="638050" y="5229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99" name="Google Shape;499;p27"/>
            <p:cNvSpPr/>
            <p:nvPr/>
          </p:nvSpPr>
          <p:spPr>
            <a:xfrm rot="-5400000">
              <a:off x="509350"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00" name="Google Shape;500;p27"/>
            <p:cNvSpPr/>
            <p:nvPr/>
          </p:nvSpPr>
          <p:spPr>
            <a:xfrm rot="-5400000">
              <a:off x="766725"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501" name="Google Shape;501;p27"/>
          <p:cNvGrpSpPr/>
          <p:nvPr/>
        </p:nvGrpSpPr>
        <p:grpSpPr>
          <a:xfrm rot="5400000">
            <a:off x="6932337" y="2581390"/>
            <a:ext cx="392675" cy="392675"/>
            <a:chOff x="458050" y="265600"/>
            <a:chExt cx="392675" cy="392675"/>
          </a:xfrm>
        </p:grpSpPr>
        <p:sp>
          <p:nvSpPr>
            <p:cNvPr id="502" name="Google Shape;502;p27"/>
            <p:cNvSpPr/>
            <p:nvPr/>
          </p:nvSpPr>
          <p:spPr>
            <a:xfrm>
              <a:off x="638050" y="265600"/>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03" name="Google Shape;503;p27"/>
            <p:cNvSpPr/>
            <p:nvPr/>
          </p:nvSpPr>
          <p:spPr>
            <a:xfrm>
              <a:off x="638050" y="5229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04" name="Google Shape;504;p27"/>
            <p:cNvSpPr/>
            <p:nvPr/>
          </p:nvSpPr>
          <p:spPr>
            <a:xfrm rot="-5400000">
              <a:off x="509350"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05" name="Google Shape;505;p27"/>
            <p:cNvSpPr/>
            <p:nvPr/>
          </p:nvSpPr>
          <p:spPr>
            <a:xfrm rot="-5400000">
              <a:off x="766725"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506" name="Google Shape;506;p27"/>
          <p:cNvGrpSpPr/>
          <p:nvPr/>
        </p:nvGrpSpPr>
        <p:grpSpPr>
          <a:xfrm rot="5400000">
            <a:off x="6627549" y="2968890"/>
            <a:ext cx="392675" cy="392675"/>
            <a:chOff x="458050" y="265600"/>
            <a:chExt cx="392675" cy="392675"/>
          </a:xfrm>
        </p:grpSpPr>
        <p:sp>
          <p:nvSpPr>
            <p:cNvPr id="507" name="Google Shape;507;p27"/>
            <p:cNvSpPr/>
            <p:nvPr/>
          </p:nvSpPr>
          <p:spPr>
            <a:xfrm>
              <a:off x="638050" y="265600"/>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08" name="Google Shape;508;p27"/>
            <p:cNvSpPr/>
            <p:nvPr/>
          </p:nvSpPr>
          <p:spPr>
            <a:xfrm>
              <a:off x="638050" y="5229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09" name="Google Shape;509;p27"/>
            <p:cNvSpPr/>
            <p:nvPr/>
          </p:nvSpPr>
          <p:spPr>
            <a:xfrm rot="-5400000">
              <a:off x="509350"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10" name="Google Shape;510;p27"/>
            <p:cNvSpPr/>
            <p:nvPr/>
          </p:nvSpPr>
          <p:spPr>
            <a:xfrm rot="-5400000">
              <a:off x="766725"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Interactive Exercise">
  <p:cSld name="CUSTOM_6">
    <p:bg>
      <p:bgPr>
        <a:solidFill>
          <a:schemeClr val="lt1"/>
        </a:solidFill>
        <a:effectLst/>
      </p:bgPr>
    </p:bg>
    <p:spTree>
      <p:nvGrpSpPr>
        <p:cNvPr id="1" name="Shape 511"/>
        <p:cNvGrpSpPr/>
        <p:nvPr/>
      </p:nvGrpSpPr>
      <p:grpSpPr>
        <a:xfrm>
          <a:off x="0" y="0"/>
          <a:ext cx="0" cy="0"/>
          <a:chOff x="0" y="0"/>
          <a:chExt cx="0" cy="0"/>
        </a:xfrm>
      </p:grpSpPr>
      <p:sp>
        <p:nvSpPr>
          <p:cNvPr id="512" name="Google Shape;512;p28"/>
          <p:cNvSpPr/>
          <p:nvPr/>
        </p:nvSpPr>
        <p:spPr>
          <a:xfrm>
            <a:off x="3909775" y="-27225"/>
            <a:ext cx="5234100" cy="5170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13" name="Google Shape;513;p28"/>
          <p:cNvSpPr txBox="1">
            <a:spLocks noGrp="1"/>
          </p:cNvSpPr>
          <p:nvPr>
            <p:ph type="title"/>
          </p:nvPr>
        </p:nvSpPr>
        <p:spPr>
          <a:xfrm>
            <a:off x="275400" y="1813225"/>
            <a:ext cx="2734200" cy="458100"/>
          </a:xfrm>
          <a:prstGeom prst="rect">
            <a:avLst/>
          </a:prstGeom>
        </p:spPr>
        <p:txBody>
          <a:bodyPr spcFirstLastPara="1" wrap="square" lIns="0" tIns="0" rIns="0" bIns="0" anchor="b" anchorCtr="0">
            <a:noAutofit/>
          </a:bodyPr>
          <a:lstStyle>
            <a:lvl1pPr lvl="0">
              <a:spcBef>
                <a:spcPts val="0"/>
              </a:spcBef>
              <a:spcAft>
                <a:spcPts val="0"/>
              </a:spcAft>
              <a:buSzPts val="2000"/>
              <a:buNone/>
              <a:defRPr sz="20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514" name="Google Shape;514;p28"/>
          <p:cNvSpPr/>
          <p:nvPr/>
        </p:nvSpPr>
        <p:spPr>
          <a:xfrm>
            <a:off x="3201175" y="798750"/>
            <a:ext cx="2734200" cy="1748400"/>
          </a:xfrm>
          <a:prstGeom prst="snip1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15" name="Google Shape;515;p28"/>
          <p:cNvSpPr/>
          <p:nvPr/>
        </p:nvSpPr>
        <p:spPr>
          <a:xfrm>
            <a:off x="6114375" y="798750"/>
            <a:ext cx="2755500" cy="1748400"/>
          </a:xfrm>
          <a:prstGeom prst="snip1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16" name="Google Shape;516;p28"/>
          <p:cNvSpPr/>
          <p:nvPr/>
        </p:nvSpPr>
        <p:spPr>
          <a:xfrm>
            <a:off x="3201175" y="2709625"/>
            <a:ext cx="2734200" cy="1748400"/>
          </a:xfrm>
          <a:prstGeom prst="snip1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17" name="Google Shape;517;p28"/>
          <p:cNvSpPr/>
          <p:nvPr/>
        </p:nvSpPr>
        <p:spPr>
          <a:xfrm>
            <a:off x="6114375" y="2709625"/>
            <a:ext cx="2755500" cy="1748400"/>
          </a:xfrm>
          <a:prstGeom prst="snip1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18" name="Google Shape;518;p28"/>
          <p:cNvSpPr txBox="1">
            <a:spLocks noGrp="1"/>
          </p:cNvSpPr>
          <p:nvPr>
            <p:ph type="body" idx="1"/>
          </p:nvPr>
        </p:nvSpPr>
        <p:spPr>
          <a:xfrm>
            <a:off x="266675" y="2343252"/>
            <a:ext cx="2755500" cy="987000"/>
          </a:xfrm>
          <a:prstGeom prst="rect">
            <a:avLst/>
          </a:prstGeom>
        </p:spPr>
        <p:txBody>
          <a:bodyPr spcFirstLastPara="1" wrap="square" lIns="0" tIns="0" rIns="0" bIns="0" anchor="t"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19" name="Google Shape;519;p28"/>
          <p:cNvSpPr txBox="1">
            <a:spLocks noGrp="1"/>
          </p:cNvSpPr>
          <p:nvPr>
            <p:ph type="subTitle" idx="2"/>
          </p:nvPr>
        </p:nvSpPr>
        <p:spPr>
          <a:xfrm>
            <a:off x="3350975" y="1006050"/>
            <a:ext cx="2341200" cy="458100"/>
          </a:xfrm>
          <a:prstGeom prst="rect">
            <a:avLst/>
          </a:prstGeom>
        </p:spPr>
        <p:txBody>
          <a:bodyPr spcFirstLastPara="1" wrap="square" lIns="0" tIns="0" rIns="0" bIns="0" anchor="b" anchorCtr="0">
            <a:noAutofit/>
          </a:bodyPr>
          <a:lstStyle>
            <a:lvl1pPr lvl="0">
              <a:spcBef>
                <a:spcPts val="0"/>
              </a:spcBef>
              <a:spcAft>
                <a:spcPts val="0"/>
              </a:spcAft>
              <a:buClr>
                <a:schemeClr val="accent1"/>
              </a:buClr>
              <a:buSzPts val="1600"/>
              <a:buFont typeface="DM Sans Medium"/>
              <a:buNone/>
              <a:defRPr sz="1600">
                <a:solidFill>
                  <a:schemeClr val="accent1"/>
                </a:solidFill>
                <a:latin typeface="DM Sans Medium"/>
                <a:ea typeface="DM Sans Medium"/>
                <a:cs typeface="DM Sans Medium"/>
                <a:sym typeface="DM Sans Medium"/>
              </a:defRPr>
            </a:lvl1pPr>
            <a:lvl2pPr lvl="1">
              <a:spcBef>
                <a:spcPts val="0"/>
              </a:spcBef>
              <a:spcAft>
                <a:spcPts val="0"/>
              </a:spcAft>
              <a:buClr>
                <a:schemeClr val="accent1"/>
              </a:buClr>
              <a:buSzPts val="1600"/>
              <a:buNone/>
              <a:defRPr sz="1600">
                <a:solidFill>
                  <a:schemeClr val="accent1"/>
                </a:solidFill>
              </a:defRPr>
            </a:lvl2pPr>
            <a:lvl3pPr lvl="2">
              <a:spcBef>
                <a:spcPts val="0"/>
              </a:spcBef>
              <a:spcAft>
                <a:spcPts val="0"/>
              </a:spcAft>
              <a:buClr>
                <a:schemeClr val="accent1"/>
              </a:buClr>
              <a:buSzPts val="1600"/>
              <a:buNone/>
              <a:defRPr sz="1600">
                <a:solidFill>
                  <a:schemeClr val="accent1"/>
                </a:solidFill>
              </a:defRPr>
            </a:lvl3pPr>
            <a:lvl4pPr lvl="3">
              <a:spcBef>
                <a:spcPts val="0"/>
              </a:spcBef>
              <a:spcAft>
                <a:spcPts val="0"/>
              </a:spcAft>
              <a:buClr>
                <a:schemeClr val="accent1"/>
              </a:buClr>
              <a:buSzPts val="1600"/>
              <a:buNone/>
              <a:defRPr sz="1600">
                <a:solidFill>
                  <a:schemeClr val="accent1"/>
                </a:solidFill>
              </a:defRPr>
            </a:lvl4pPr>
            <a:lvl5pPr lvl="4">
              <a:spcBef>
                <a:spcPts val="0"/>
              </a:spcBef>
              <a:spcAft>
                <a:spcPts val="0"/>
              </a:spcAft>
              <a:buClr>
                <a:schemeClr val="accent1"/>
              </a:buClr>
              <a:buSzPts val="1600"/>
              <a:buNone/>
              <a:defRPr sz="1600">
                <a:solidFill>
                  <a:schemeClr val="accent1"/>
                </a:solidFill>
              </a:defRPr>
            </a:lvl5pPr>
            <a:lvl6pPr lvl="5">
              <a:spcBef>
                <a:spcPts val="0"/>
              </a:spcBef>
              <a:spcAft>
                <a:spcPts val="0"/>
              </a:spcAft>
              <a:buClr>
                <a:schemeClr val="accent1"/>
              </a:buClr>
              <a:buSzPts val="1600"/>
              <a:buNone/>
              <a:defRPr sz="1600">
                <a:solidFill>
                  <a:schemeClr val="accent1"/>
                </a:solidFill>
              </a:defRPr>
            </a:lvl6pPr>
            <a:lvl7pPr lvl="6">
              <a:spcBef>
                <a:spcPts val="0"/>
              </a:spcBef>
              <a:spcAft>
                <a:spcPts val="0"/>
              </a:spcAft>
              <a:buClr>
                <a:schemeClr val="accent1"/>
              </a:buClr>
              <a:buSzPts val="1600"/>
              <a:buNone/>
              <a:defRPr sz="1600">
                <a:solidFill>
                  <a:schemeClr val="accent1"/>
                </a:solidFill>
              </a:defRPr>
            </a:lvl7pPr>
            <a:lvl8pPr lvl="7">
              <a:spcBef>
                <a:spcPts val="0"/>
              </a:spcBef>
              <a:spcAft>
                <a:spcPts val="0"/>
              </a:spcAft>
              <a:buClr>
                <a:schemeClr val="accent1"/>
              </a:buClr>
              <a:buSzPts val="1600"/>
              <a:buNone/>
              <a:defRPr sz="1600">
                <a:solidFill>
                  <a:schemeClr val="accent1"/>
                </a:solidFill>
              </a:defRPr>
            </a:lvl8pPr>
            <a:lvl9pPr lvl="8">
              <a:spcBef>
                <a:spcPts val="0"/>
              </a:spcBef>
              <a:spcAft>
                <a:spcPts val="0"/>
              </a:spcAft>
              <a:buClr>
                <a:schemeClr val="accent1"/>
              </a:buClr>
              <a:buSzPts val="1600"/>
              <a:buNone/>
              <a:defRPr sz="1600">
                <a:solidFill>
                  <a:schemeClr val="accent1"/>
                </a:solidFill>
              </a:defRPr>
            </a:lvl9pPr>
          </a:lstStyle>
          <a:p>
            <a:endParaRPr/>
          </a:p>
        </p:txBody>
      </p:sp>
      <p:sp>
        <p:nvSpPr>
          <p:cNvPr id="520" name="Google Shape;520;p28"/>
          <p:cNvSpPr txBox="1">
            <a:spLocks noGrp="1"/>
          </p:cNvSpPr>
          <p:nvPr>
            <p:ph type="body" idx="3"/>
          </p:nvPr>
        </p:nvSpPr>
        <p:spPr>
          <a:xfrm>
            <a:off x="3350975" y="1591325"/>
            <a:ext cx="2341200" cy="745800"/>
          </a:xfrm>
          <a:prstGeom prst="rect">
            <a:avLst/>
          </a:prstGeom>
        </p:spPr>
        <p:txBody>
          <a:bodyPr spcFirstLastPara="1" wrap="square" lIns="0" tIns="0" rIns="0" bIns="0" anchor="t"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21" name="Google Shape;521;p28"/>
          <p:cNvSpPr txBox="1">
            <a:spLocks noGrp="1"/>
          </p:cNvSpPr>
          <p:nvPr>
            <p:ph type="subTitle" idx="4"/>
          </p:nvPr>
        </p:nvSpPr>
        <p:spPr>
          <a:xfrm>
            <a:off x="6321525" y="1007413"/>
            <a:ext cx="2341200" cy="458100"/>
          </a:xfrm>
          <a:prstGeom prst="rect">
            <a:avLst/>
          </a:prstGeom>
        </p:spPr>
        <p:txBody>
          <a:bodyPr spcFirstLastPara="1" wrap="square" lIns="0" tIns="0" rIns="0" bIns="0" anchor="b" anchorCtr="0">
            <a:noAutofit/>
          </a:bodyPr>
          <a:lstStyle>
            <a:lvl1pPr lvl="0">
              <a:spcBef>
                <a:spcPts val="0"/>
              </a:spcBef>
              <a:spcAft>
                <a:spcPts val="0"/>
              </a:spcAft>
              <a:buClr>
                <a:schemeClr val="accent1"/>
              </a:buClr>
              <a:buSzPts val="1600"/>
              <a:buFont typeface="DM Sans Medium"/>
              <a:buNone/>
              <a:defRPr sz="1600">
                <a:solidFill>
                  <a:schemeClr val="accent1"/>
                </a:solidFill>
                <a:latin typeface="DM Sans Medium"/>
                <a:ea typeface="DM Sans Medium"/>
                <a:cs typeface="DM Sans Medium"/>
                <a:sym typeface="DM Sans Medium"/>
              </a:defRPr>
            </a:lvl1pPr>
            <a:lvl2pPr lvl="1">
              <a:spcBef>
                <a:spcPts val="0"/>
              </a:spcBef>
              <a:spcAft>
                <a:spcPts val="0"/>
              </a:spcAft>
              <a:buClr>
                <a:schemeClr val="accent1"/>
              </a:buClr>
              <a:buSzPts val="1600"/>
              <a:buNone/>
              <a:defRPr sz="1600">
                <a:solidFill>
                  <a:schemeClr val="accent1"/>
                </a:solidFill>
              </a:defRPr>
            </a:lvl2pPr>
            <a:lvl3pPr lvl="2">
              <a:spcBef>
                <a:spcPts val="0"/>
              </a:spcBef>
              <a:spcAft>
                <a:spcPts val="0"/>
              </a:spcAft>
              <a:buClr>
                <a:schemeClr val="accent1"/>
              </a:buClr>
              <a:buSzPts val="1600"/>
              <a:buNone/>
              <a:defRPr sz="1600">
                <a:solidFill>
                  <a:schemeClr val="accent1"/>
                </a:solidFill>
              </a:defRPr>
            </a:lvl3pPr>
            <a:lvl4pPr lvl="3">
              <a:spcBef>
                <a:spcPts val="0"/>
              </a:spcBef>
              <a:spcAft>
                <a:spcPts val="0"/>
              </a:spcAft>
              <a:buClr>
                <a:schemeClr val="accent1"/>
              </a:buClr>
              <a:buSzPts val="1600"/>
              <a:buNone/>
              <a:defRPr sz="1600">
                <a:solidFill>
                  <a:schemeClr val="accent1"/>
                </a:solidFill>
              </a:defRPr>
            </a:lvl4pPr>
            <a:lvl5pPr lvl="4">
              <a:spcBef>
                <a:spcPts val="0"/>
              </a:spcBef>
              <a:spcAft>
                <a:spcPts val="0"/>
              </a:spcAft>
              <a:buClr>
                <a:schemeClr val="accent1"/>
              </a:buClr>
              <a:buSzPts val="1600"/>
              <a:buNone/>
              <a:defRPr sz="1600">
                <a:solidFill>
                  <a:schemeClr val="accent1"/>
                </a:solidFill>
              </a:defRPr>
            </a:lvl5pPr>
            <a:lvl6pPr lvl="5">
              <a:spcBef>
                <a:spcPts val="0"/>
              </a:spcBef>
              <a:spcAft>
                <a:spcPts val="0"/>
              </a:spcAft>
              <a:buClr>
                <a:schemeClr val="accent1"/>
              </a:buClr>
              <a:buSzPts val="1600"/>
              <a:buNone/>
              <a:defRPr sz="1600">
                <a:solidFill>
                  <a:schemeClr val="accent1"/>
                </a:solidFill>
              </a:defRPr>
            </a:lvl6pPr>
            <a:lvl7pPr lvl="6">
              <a:spcBef>
                <a:spcPts val="0"/>
              </a:spcBef>
              <a:spcAft>
                <a:spcPts val="0"/>
              </a:spcAft>
              <a:buClr>
                <a:schemeClr val="accent1"/>
              </a:buClr>
              <a:buSzPts val="1600"/>
              <a:buNone/>
              <a:defRPr sz="1600">
                <a:solidFill>
                  <a:schemeClr val="accent1"/>
                </a:solidFill>
              </a:defRPr>
            </a:lvl7pPr>
            <a:lvl8pPr lvl="7">
              <a:spcBef>
                <a:spcPts val="0"/>
              </a:spcBef>
              <a:spcAft>
                <a:spcPts val="0"/>
              </a:spcAft>
              <a:buClr>
                <a:schemeClr val="accent1"/>
              </a:buClr>
              <a:buSzPts val="1600"/>
              <a:buNone/>
              <a:defRPr sz="1600">
                <a:solidFill>
                  <a:schemeClr val="accent1"/>
                </a:solidFill>
              </a:defRPr>
            </a:lvl8pPr>
            <a:lvl9pPr lvl="8">
              <a:spcBef>
                <a:spcPts val="0"/>
              </a:spcBef>
              <a:spcAft>
                <a:spcPts val="0"/>
              </a:spcAft>
              <a:buClr>
                <a:schemeClr val="accent1"/>
              </a:buClr>
              <a:buSzPts val="1600"/>
              <a:buNone/>
              <a:defRPr sz="1600">
                <a:solidFill>
                  <a:schemeClr val="accent1"/>
                </a:solidFill>
              </a:defRPr>
            </a:lvl9pPr>
          </a:lstStyle>
          <a:p>
            <a:endParaRPr/>
          </a:p>
        </p:txBody>
      </p:sp>
      <p:sp>
        <p:nvSpPr>
          <p:cNvPr id="522" name="Google Shape;522;p28"/>
          <p:cNvSpPr txBox="1">
            <a:spLocks noGrp="1"/>
          </p:cNvSpPr>
          <p:nvPr>
            <p:ph type="body" idx="5"/>
          </p:nvPr>
        </p:nvSpPr>
        <p:spPr>
          <a:xfrm>
            <a:off x="6321525" y="1592688"/>
            <a:ext cx="2341200" cy="745800"/>
          </a:xfrm>
          <a:prstGeom prst="rect">
            <a:avLst/>
          </a:prstGeom>
        </p:spPr>
        <p:txBody>
          <a:bodyPr spcFirstLastPara="1" wrap="square" lIns="0" tIns="0" rIns="0" bIns="0" anchor="t"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23" name="Google Shape;523;p28"/>
          <p:cNvSpPr txBox="1">
            <a:spLocks noGrp="1"/>
          </p:cNvSpPr>
          <p:nvPr>
            <p:ph type="subTitle" idx="6"/>
          </p:nvPr>
        </p:nvSpPr>
        <p:spPr>
          <a:xfrm>
            <a:off x="3315125" y="2918288"/>
            <a:ext cx="2341200" cy="458100"/>
          </a:xfrm>
          <a:prstGeom prst="rect">
            <a:avLst/>
          </a:prstGeom>
        </p:spPr>
        <p:txBody>
          <a:bodyPr spcFirstLastPara="1" wrap="square" lIns="0" tIns="0" rIns="0" bIns="0" anchor="b" anchorCtr="0">
            <a:noAutofit/>
          </a:bodyPr>
          <a:lstStyle>
            <a:lvl1pPr lvl="0">
              <a:spcBef>
                <a:spcPts val="0"/>
              </a:spcBef>
              <a:spcAft>
                <a:spcPts val="0"/>
              </a:spcAft>
              <a:buClr>
                <a:schemeClr val="accent1"/>
              </a:buClr>
              <a:buSzPts val="1600"/>
              <a:buFont typeface="DM Sans Medium"/>
              <a:buNone/>
              <a:defRPr sz="1600">
                <a:solidFill>
                  <a:schemeClr val="accent1"/>
                </a:solidFill>
                <a:latin typeface="DM Sans Medium"/>
                <a:ea typeface="DM Sans Medium"/>
                <a:cs typeface="DM Sans Medium"/>
                <a:sym typeface="DM Sans Medium"/>
              </a:defRPr>
            </a:lvl1pPr>
            <a:lvl2pPr lvl="1">
              <a:spcBef>
                <a:spcPts val="0"/>
              </a:spcBef>
              <a:spcAft>
                <a:spcPts val="0"/>
              </a:spcAft>
              <a:buClr>
                <a:schemeClr val="accent1"/>
              </a:buClr>
              <a:buSzPts val="1600"/>
              <a:buNone/>
              <a:defRPr sz="1600">
                <a:solidFill>
                  <a:schemeClr val="accent1"/>
                </a:solidFill>
              </a:defRPr>
            </a:lvl2pPr>
            <a:lvl3pPr lvl="2">
              <a:spcBef>
                <a:spcPts val="0"/>
              </a:spcBef>
              <a:spcAft>
                <a:spcPts val="0"/>
              </a:spcAft>
              <a:buClr>
                <a:schemeClr val="accent1"/>
              </a:buClr>
              <a:buSzPts val="1600"/>
              <a:buNone/>
              <a:defRPr sz="1600">
                <a:solidFill>
                  <a:schemeClr val="accent1"/>
                </a:solidFill>
              </a:defRPr>
            </a:lvl3pPr>
            <a:lvl4pPr lvl="3">
              <a:spcBef>
                <a:spcPts val="0"/>
              </a:spcBef>
              <a:spcAft>
                <a:spcPts val="0"/>
              </a:spcAft>
              <a:buClr>
                <a:schemeClr val="accent1"/>
              </a:buClr>
              <a:buSzPts val="1600"/>
              <a:buNone/>
              <a:defRPr sz="1600">
                <a:solidFill>
                  <a:schemeClr val="accent1"/>
                </a:solidFill>
              </a:defRPr>
            </a:lvl4pPr>
            <a:lvl5pPr lvl="4">
              <a:spcBef>
                <a:spcPts val="0"/>
              </a:spcBef>
              <a:spcAft>
                <a:spcPts val="0"/>
              </a:spcAft>
              <a:buClr>
                <a:schemeClr val="accent1"/>
              </a:buClr>
              <a:buSzPts val="1600"/>
              <a:buNone/>
              <a:defRPr sz="1600">
                <a:solidFill>
                  <a:schemeClr val="accent1"/>
                </a:solidFill>
              </a:defRPr>
            </a:lvl5pPr>
            <a:lvl6pPr lvl="5">
              <a:spcBef>
                <a:spcPts val="0"/>
              </a:spcBef>
              <a:spcAft>
                <a:spcPts val="0"/>
              </a:spcAft>
              <a:buClr>
                <a:schemeClr val="accent1"/>
              </a:buClr>
              <a:buSzPts val="1600"/>
              <a:buNone/>
              <a:defRPr sz="1600">
                <a:solidFill>
                  <a:schemeClr val="accent1"/>
                </a:solidFill>
              </a:defRPr>
            </a:lvl6pPr>
            <a:lvl7pPr lvl="6">
              <a:spcBef>
                <a:spcPts val="0"/>
              </a:spcBef>
              <a:spcAft>
                <a:spcPts val="0"/>
              </a:spcAft>
              <a:buClr>
                <a:schemeClr val="accent1"/>
              </a:buClr>
              <a:buSzPts val="1600"/>
              <a:buNone/>
              <a:defRPr sz="1600">
                <a:solidFill>
                  <a:schemeClr val="accent1"/>
                </a:solidFill>
              </a:defRPr>
            </a:lvl7pPr>
            <a:lvl8pPr lvl="7">
              <a:spcBef>
                <a:spcPts val="0"/>
              </a:spcBef>
              <a:spcAft>
                <a:spcPts val="0"/>
              </a:spcAft>
              <a:buClr>
                <a:schemeClr val="accent1"/>
              </a:buClr>
              <a:buSzPts val="1600"/>
              <a:buNone/>
              <a:defRPr sz="1600">
                <a:solidFill>
                  <a:schemeClr val="accent1"/>
                </a:solidFill>
              </a:defRPr>
            </a:lvl8pPr>
            <a:lvl9pPr lvl="8">
              <a:spcBef>
                <a:spcPts val="0"/>
              </a:spcBef>
              <a:spcAft>
                <a:spcPts val="0"/>
              </a:spcAft>
              <a:buClr>
                <a:schemeClr val="accent1"/>
              </a:buClr>
              <a:buSzPts val="1600"/>
              <a:buNone/>
              <a:defRPr sz="1600">
                <a:solidFill>
                  <a:schemeClr val="accent1"/>
                </a:solidFill>
              </a:defRPr>
            </a:lvl9pPr>
          </a:lstStyle>
          <a:p>
            <a:endParaRPr/>
          </a:p>
        </p:txBody>
      </p:sp>
      <p:sp>
        <p:nvSpPr>
          <p:cNvPr id="524" name="Google Shape;524;p28"/>
          <p:cNvSpPr txBox="1">
            <a:spLocks noGrp="1"/>
          </p:cNvSpPr>
          <p:nvPr>
            <p:ph type="body" idx="7"/>
          </p:nvPr>
        </p:nvSpPr>
        <p:spPr>
          <a:xfrm>
            <a:off x="3315125" y="3503563"/>
            <a:ext cx="2341200" cy="745800"/>
          </a:xfrm>
          <a:prstGeom prst="rect">
            <a:avLst/>
          </a:prstGeom>
        </p:spPr>
        <p:txBody>
          <a:bodyPr spcFirstLastPara="1" wrap="square" lIns="0" tIns="0" rIns="0" bIns="0" anchor="t"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25" name="Google Shape;525;p28"/>
          <p:cNvSpPr txBox="1">
            <a:spLocks noGrp="1"/>
          </p:cNvSpPr>
          <p:nvPr>
            <p:ph type="subTitle" idx="8"/>
          </p:nvPr>
        </p:nvSpPr>
        <p:spPr>
          <a:xfrm>
            <a:off x="6321525" y="2918288"/>
            <a:ext cx="2341200" cy="458100"/>
          </a:xfrm>
          <a:prstGeom prst="rect">
            <a:avLst/>
          </a:prstGeom>
        </p:spPr>
        <p:txBody>
          <a:bodyPr spcFirstLastPara="1" wrap="square" lIns="0" tIns="0" rIns="0" bIns="0" anchor="b" anchorCtr="0">
            <a:noAutofit/>
          </a:bodyPr>
          <a:lstStyle>
            <a:lvl1pPr lvl="0">
              <a:spcBef>
                <a:spcPts val="0"/>
              </a:spcBef>
              <a:spcAft>
                <a:spcPts val="0"/>
              </a:spcAft>
              <a:buClr>
                <a:schemeClr val="accent1"/>
              </a:buClr>
              <a:buSzPts val="1600"/>
              <a:buFont typeface="DM Sans Medium"/>
              <a:buNone/>
              <a:defRPr sz="1600">
                <a:solidFill>
                  <a:schemeClr val="accent1"/>
                </a:solidFill>
                <a:latin typeface="DM Sans Medium"/>
                <a:ea typeface="DM Sans Medium"/>
                <a:cs typeface="DM Sans Medium"/>
                <a:sym typeface="DM Sans Medium"/>
              </a:defRPr>
            </a:lvl1pPr>
            <a:lvl2pPr lvl="1">
              <a:spcBef>
                <a:spcPts val="0"/>
              </a:spcBef>
              <a:spcAft>
                <a:spcPts val="0"/>
              </a:spcAft>
              <a:buClr>
                <a:schemeClr val="accent1"/>
              </a:buClr>
              <a:buSzPts val="1600"/>
              <a:buNone/>
              <a:defRPr sz="1600">
                <a:solidFill>
                  <a:schemeClr val="accent1"/>
                </a:solidFill>
              </a:defRPr>
            </a:lvl2pPr>
            <a:lvl3pPr lvl="2">
              <a:spcBef>
                <a:spcPts val="0"/>
              </a:spcBef>
              <a:spcAft>
                <a:spcPts val="0"/>
              </a:spcAft>
              <a:buClr>
                <a:schemeClr val="accent1"/>
              </a:buClr>
              <a:buSzPts val="1600"/>
              <a:buNone/>
              <a:defRPr sz="1600">
                <a:solidFill>
                  <a:schemeClr val="accent1"/>
                </a:solidFill>
              </a:defRPr>
            </a:lvl3pPr>
            <a:lvl4pPr lvl="3">
              <a:spcBef>
                <a:spcPts val="0"/>
              </a:spcBef>
              <a:spcAft>
                <a:spcPts val="0"/>
              </a:spcAft>
              <a:buClr>
                <a:schemeClr val="accent1"/>
              </a:buClr>
              <a:buSzPts val="1600"/>
              <a:buNone/>
              <a:defRPr sz="1600">
                <a:solidFill>
                  <a:schemeClr val="accent1"/>
                </a:solidFill>
              </a:defRPr>
            </a:lvl4pPr>
            <a:lvl5pPr lvl="4">
              <a:spcBef>
                <a:spcPts val="0"/>
              </a:spcBef>
              <a:spcAft>
                <a:spcPts val="0"/>
              </a:spcAft>
              <a:buClr>
                <a:schemeClr val="accent1"/>
              </a:buClr>
              <a:buSzPts val="1600"/>
              <a:buNone/>
              <a:defRPr sz="1600">
                <a:solidFill>
                  <a:schemeClr val="accent1"/>
                </a:solidFill>
              </a:defRPr>
            </a:lvl5pPr>
            <a:lvl6pPr lvl="5">
              <a:spcBef>
                <a:spcPts val="0"/>
              </a:spcBef>
              <a:spcAft>
                <a:spcPts val="0"/>
              </a:spcAft>
              <a:buClr>
                <a:schemeClr val="accent1"/>
              </a:buClr>
              <a:buSzPts val="1600"/>
              <a:buNone/>
              <a:defRPr sz="1600">
                <a:solidFill>
                  <a:schemeClr val="accent1"/>
                </a:solidFill>
              </a:defRPr>
            </a:lvl6pPr>
            <a:lvl7pPr lvl="6">
              <a:spcBef>
                <a:spcPts val="0"/>
              </a:spcBef>
              <a:spcAft>
                <a:spcPts val="0"/>
              </a:spcAft>
              <a:buClr>
                <a:schemeClr val="accent1"/>
              </a:buClr>
              <a:buSzPts val="1600"/>
              <a:buNone/>
              <a:defRPr sz="1600">
                <a:solidFill>
                  <a:schemeClr val="accent1"/>
                </a:solidFill>
              </a:defRPr>
            </a:lvl7pPr>
            <a:lvl8pPr lvl="7">
              <a:spcBef>
                <a:spcPts val="0"/>
              </a:spcBef>
              <a:spcAft>
                <a:spcPts val="0"/>
              </a:spcAft>
              <a:buClr>
                <a:schemeClr val="accent1"/>
              </a:buClr>
              <a:buSzPts val="1600"/>
              <a:buNone/>
              <a:defRPr sz="1600">
                <a:solidFill>
                  <a:schemeClr val="accent1"/>
                </a:solidFill>
              </a:defRPr>
            </a:lvl8pPr>
            <a:lvl9pPr lvl="8">
              <a:spcBef>
                <a:spcPts val="0"/>
              </a:spcBef>
              <a:spcAft>
                <a:spcPts val="0"/>
              </a:spcAft>
              <a:buClr>
                <a:schemeClr val="accent1"/>
              </a:buClr>
              <a:buSzPts val="1600"/>
              <a:buNone/>
              <a:defRPr sz="1600">
                <a:solidFill>
                  <a:schemeClr val="accent1"/>
                </a:solidFill>
              </a:defRPr>
            </a:lvl9pPr>
          </a:lstStyle>
          <a:p>
            <a:endParaRPr/>
          </a:p>
        </p:txBody>
      </p:sp>
      <p:sp>
        <p:nvSpPr>
          <p:cNvPr id="526" name="Google Shape;526;p28"/>
          <p:cNvSpPr txBox="1">
            <a:spLocks noGrp="1"/>
          </p:cNvSpPr>
          <p:nvPr>
            <p:ph type="body" idx="9"/>
          </p:nvPr>
        </p:nvSpPr>
        <p:spPr>
          <a:xfrm>
            <a:off x="6321525" y="3503563"/>
            <a:ext cx="2341200" cy="745800"/>
          </a:xfrm>
          <a:prstGeom prst="rect">
            <a:avLst/>
          </a:prstGeom>
        </p:spPr>
        <p:txBody>
          <a:bodyPr spcFirstLastPara="1" wrap="square" lIns="0" tIns="0" rIns="0" bIns="0" anchor="t"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grpSp>
        <p:nvGrpSpPr>
          <p:cNvPr id="527" name="Google Shape;527;p28"/>
          <p:cNvGrpSpPr/>
          <p:nvPr/>
        </p:nvGrpSpPr>
        <p:grpSpPr>
          <a:xfrm>
            <a:off x="7939157" y="-559388"/>
            <a:ext cx="1572280" cy="1572280"/>
            <a:chOff x="987244" y="313753"/>
            <a:chExt cx="555321" cy="555321"/>
          </a:xfrm>
        </p:grpSpPr>
        <p:grpSp>
          <p:nvGrpSpPr>
            <p:cNvPr id="528" name="Google Shape;528;p28"/>
            <p:cNvGrpSpPr/>
            <p:nvPr/>
          </p:nvGrpSpPr>
          <p:grpSpPr>
            <a:xfrm>
              <a:off x="1068575" y="395075"/>
              <a:ext cx="392675" cy="392675"/>
              <a:chOff x="458050" y="265600"/>
              <a:chExt cx="392675" cy="392675"/>
            </a:xfrm>
          </p:grpSpPr>
          <p:sp>
            <p:nvSpPr>
              <p:cNvPr id="529" name="Google Shape;529;p28"/>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30" name="Google Shape;530;p28"/>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31" name="Google Shape;531;p28"/>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32" name="Google Shape;532;p28"/>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533" name="Google Shape;533;p28"/>
            <p:cNvGrpSpPr/>
            <p:nvPr/>
          </p:nvGrpSpPr>
          <p:grpSpPr>
            <a:xfrm rot="-2700000">
              <a:off x="1068569" y="395078"/>
              <a:ext cx="392671" cy="392671"/>
              <a:chOff x="458050" y="265600"/>
              <a:chExt cx="392675" cy="392675"/>
            </a:xfrm>
          </p:grpSpPr>
          <p:sp>
            <p:nvSpPr>
              <p:cNvPr id="534" name="Google Shape;534;p28"/>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35" name="Google Shape;535;p28"/>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36" name="Google Shape;536;p28"/>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37" name="Google Shape;537;p28"/>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sp>
        <p:nvSpPr>
          <p:cNvPr id="538" name="Google Shape;538;p28"/>
          <p:cNvSpPr/>
          <p:nvPr/>
        </p:nvSpPr>
        <p:spPr>
          <a:xfrm>
            <a:off x="3362526" y="4772899"/>
            <a:ext cx="1132200" cy="1132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539" name="Google Shape;539;p28"/>
          <p:cNvGrpSpPr/>
          <p:nvPr/>
        </p:nvGrpSpPr>
        <p:grpSpPr>
          <a:xfrm rot="5400000">
            <a:off x="4164913" y="48982"/>
            <a:ext cx="230579" cy="230579"/>
            <a:chOff x="458050" y="265600"/>
            <a:chExt cx="392675" cy="392675"/>
          </a:xfrm>
        </p:grpSpPr>
        <p:sp>
          <p:nvSpPr>
            <p:cNvPr id="540" name="Google Shape;540;p28"/>
            <p:cNvSpPr/>
            <p:nvPr/>
          </p:nvSpPr>
          <p:spPr>
            <a:xfrm>
              <a:off x="638050" y="265600"/>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41" name="Google Shape;541;p28"/>
            <p:cNvSpPr/>
            <p:nvPr/>
          </p:nvSpPr>
          <p:spPr>
            <a:xfrm>
              <a:off x="638050" y="5229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42" name="Google Shape;542;p28"/>
            <p:cNvSpPr/>
            <p:nvPr/>
          </p:nvSpPr>
          <p:spPr>
            <a:xfrm rot="-5400000">
              <a:off x="509350"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43" name="Google Shape;543;p28"/>
            <p:cNvSpPr/>
            <p:nvPr/>
          </p:nvSpPr>
          <p:spPr>
            <a:xfrm rot="-5400000">
              <a:off x="766725"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544" name="Google Shape;544;p28"/>
          <p:cNvGrpSpPr/>
          <p:nvPr/>
        </p:nvGrpSpPr>
        <p:grpSpPr>
          <a:xfrm rot="5400000">
            <a:off x="3985952" y="276513"/>
            <a:ext cx="230579" cy="230579"/>
            <a:chOff x="458050" y="265600"/>
            <a:chExt cx="392675" cy="392675"/>
          </a:xfrm>
        </p:grpSpPr>
        <p:sp>
          <p:nvSpPr>
            <p:cNvPr id="545" name="Google Shape;545;p28"/>
            <p:cNvSpPr/>
            <p:nvPr/>
          </p:nvSpPr>
          <p:spPr>
            <a:xfrm>
              <a:off x="638050" y="265600"/>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46" name="Google Shape;546;p28"/>
            <p:cNvSpPr/>
            <p:nvPr/>
          </p:nvSpPr>
          <p:spPr>
            <a:xfrm>
              <a:off x="638050" y="5229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47" name="Google Shape;547;p28"/>
            <p:cNvSpPr/>
            <p:nvPr/>
          </p:nvSpPr>
          <p:spPr>
            <a:xfrm rot="-5400000">
              <a:off x="509350"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48" name="Google Shape;548;p28"/>
            <p:cNvSpPr/>
            <p:nvPr/>
          </p:nvSpPr>
          <p:spPr>
            <a:xfrm rot="-5400000">
              <a:off x="766725"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549" name="Google Shape;549;p28"/>
          <p:cNvGrpSpPr/>
          <p:nvPr/>
        </p:nvGrpSpPr>
        <p:grpSpPr>
          <a:xfrm rot="5400000">
            <a:off x="44813" y="3614757"/>
            <a:ext cx="230579" cy="230579"/>
            <a:chOff x="458050" y="265600"/>
            <a:chExt cx="392675" cy="392675"/>
          </a:xfrm>
        </p:grpSpPr>
        <p:sp>
          <p:nvSpPr>
            <p:cNvPr id="550" name="Google Shape;550;p28"/>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51" name="Google Shape;551;p28"/>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52" name="Google Shape;552;p28"/>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53" name="Google Shape;553;p28"/>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554" name="Google Shape;554;p28"/>
          <p:cNvGrpSpPr/>
          <p:nvPr/>
        </p:nvGrpSpPr>
        <p:grpSpPr>
          <a:xfrm rot="5400000">
            <a:off x="44827" y="3888613"/>
            <a:ext cx="230579" cy="230579"/>
            <a:chOff x="458050" y="265600"/>
            <a:chExt cx="392675" cy="392675"/>
          </a:xfrm>
        </p:grpSpPr>
        <p:sp>
          <p:nvSpPr>
            <p:cNvPr id="555" name="Google Shape;555;p28"/>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56" name="Google Shape;556;p28"/>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57" name="Google Shape;557;p28"/>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58" name="Google Shape;558;p28"/>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559" name="Google Shape;559;p28"/>
          <p:cNvGrpSpPr/>
          <p:nvPr/>
        </p:nvGrpSpPr>
        <p:grpSpPr>
          <a:xfrm rot="5400000">
            <a:off x="275388" y="3772932"/>
            <a:ext cx="230579" cy="230579"/>
            <a:chOff x="458050" y="265600"/>
            <a:chExt cx="392675" cy="392675"/>
          </a:xfrm>
        </p:grpSpPr>
        <p:sp>
          <p:nvSpPr>
            <p:cNvPr id="560" name="Google Shape;560;p28"/>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61" name="Google Shape;561;p28"/>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62" name="Google Shape;562;p28"/>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63" name="Google Shape;563;p28"/>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564" name="Google Shape;564;p28"/>
          <p:cNvGrpSpPr/>
          <p:nvPr/>
        </p:nvGrpSpPr>
        <p:grpSpPr>
          <a:xfrm rot="5400000">
            <a:off x="275402" y="4046788"/>
            <a:ext cx="230579" cy="230579"/>
            <a:chOff x="458050" y="265600"/>
            <a:chExt cx="392675" cy="392675"/>
          </a:xfrm>
        </p:grpSpPr>
        <p:sp>
          <p:nvSpPr>
            <p:cNvPr id="565" name="Google Shape;565;p28"/>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66" name="Google Shape;566;p28"/>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67" name="Google Shape;567;p28"/>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68" name="Google Shape;568;p28"/>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lide with 4 key metrics v2">
  <p:cSld name="CUSTOM_6_1">
    <p:bg>
      <p:bgPr>
        <a:solidFill>
          <a:schemeClr val="lt1"/>
        </a:solidFill>
        <a:effectLst/>
      </p:bgPr>
    </p:bg>
    <p:spTree>
      <p:nvGrpSpPr>
        <p:cNvPr id="1" name="Shape 569"/>
        <p:cNvGrpSpPr/>
        <p:nvPr/>
      </p:nvGrpSpPr>
      <p:grpSpPr>
        <a:xfrm>
          <a:off x="0" y="0"/>
          <a:ext cx="0" cy="0"/>
          <a:chOff x="0" y="0"/>
          <a:chExt cx="0" cy="0"/>
        </a:xfrm>
      </p:grpSpPr>
      <p:sp>
        <p:nvSpPr>
          <p:cNvPr id="570" name="Google Shape;570;p29"/>
          <p:cNvSpPr/>
          <p:nvPr/>
        </p:nvSpPr>
        <p:spPr>
          <a:xfrm>
            <a:off x="3909775" y="-27225"/>
            <a:ext cx="5234100" cy="5170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71" name="Google Shape;571;p29"/>
          <p:cNvSpPr txBox="1">
            <a:spLocks noGrp="1"/>
          </p:cNvSpPr>
          <p:nvPr>
            <p:ph type="title"/>
          </p:nvPr>
        </p:nvSpPr>
        <p:spPr>
          <a:xfrm>
            <a:off x="275400" y="2255325"/>
            <a:ext cx="2734200" cy="605700"/>
          </a:xfrm>
          <a:prstGeom prst="rect">
            <a:avLst/>
          </a:prstGeom>
        </p:spPr>
        <p:txBody>
          <a:bodyPr spcFirstLastPara="1" wrap="square" lIns="0" tIns="0" rIns="0" bIns="0" anchor="ctr" anchorCtr="0">
            <a:noAutofit/>
          </a:bodyPr>
          <a:lstStyle>
            <a:lvl1pPr lvl="0">
              <a:spcBef>
                <a:spcPts val="0"/>
              </a:spcBef>
              <a:spcAft>
                <a:spcPts val="0"/>
              </a:spcAft>
              <a:buSzPts val="2000"/>
              <a:buNone/>
              <a:defRPr sz="20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572" name="Google Shape;572;p29"/>
          <p:cNvSpPr/>
          <p:nvPr/>
        </p:nvSpPr>
        <p:spPr>
          <a:xfrm>
            <a:off x="3201175" y="798750"/>
            <a:ext cx="2734200" cy="1748400"/>
          </a:xfrm>
          <a:prstGeom prst="snip1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73" name="Google Shape;573;p29"/>
          <p:cNvSpPr/>
          <p:nvPr/>
        </p:nvSpPr>
        <p:spPr>
          <a:xfrm>
            <a:off x="6114375" y="798750"/>
            <a:ext cx="2755500" cy="1748400"/>
          </a:xfrm>
          <a:prstGeom prst="snip1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74" name="Google Shape;574;p29"/>
          <p:cNvSpPr/>
          <p:nvPr/>
        </p:nvSpPr>
        <p:spPr>
          <a:xfrm>
            <a:off x="3201175" y="2709625"/>
            <a:ext cx="2734200" cy="1748400"/>
          </a:xfrm>
          <a:prstGeom prst="snip1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75" name="Google Shape;575;p29"/>
          <p:cNvSpPr/>
          <p:nvPr/>
        </p:nvSpPr>
        <p:spPr>
          <a:xfrm>
            <a:off x="6114375" y="2709625"/>
            <a:ext cx="2755500" cy="1748400"/>
          </a:xfrm>
          <a:prstGeom prst="snip1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76" name="Google Shape;576;p29"/>
          <p:cNvSpPr txBox="1">
            <a:spLocks noGrp="1"/>
          </p:cNvSpPr>
          <p:nvPr>
            <p:ph type="subTitle" idx="1"/>
          </p:nvPr>
        </p:nvSpPr>
        <p:spPr>
          <a:xfrm>
            <a:off x="3415088" y="1006050"/>
            <a:ext cx="2293800" cy="458100"/>
          </a:xfrm>
          <a:prstGeom prst="rect">
            <a:avLst/>
          </a:prstGeom>
        </p:spPr>
        <p:txBody>
          <a:bodyPr spcFirstLastPara="1" wrap="square" lIns="0" tIns="0" rIns="0" bIns="0" anchor="t" anchorCtr="0">
            <a:noAutofit/>
          </a:bodyPr>
          <a:lstStyle>
            <a:lvl1pPr lvl="0">
              <a:spcBef>
                <a:spcPts val="0"/>
              </a:spcBef>
              <a:spcAft>
                <a:spcPts val="0"/>
              </a:spcAft>
              <a:buClr>
                <a:schemeClr val="accent1"/>
              </a:buClr>
              <a:buSzPts val="1600"/>
              <a:buFont typeface="DM Sans Medium"/>
              <a:buNone/>
              <a:defRPr sz="1600">
                <a:solidFill>
                  <a:schemeClr val="accent1"/>
                </a:solidFill>
                <a:latin typeface="DM Sans Medium"/>
                <a:ea typeface="DM Sans Medium"/>
                <a:cs typeface="DM Sans Medium"/>
                <a:sym typeface="DM Sans Medium"/>
              </a:defRPr>
            </a:lvl1pPr>
            <a:lvl2pPr lvl="1">
              <a:spcBef>
                <a:spcPts val="0"/>
              </a:spcBef>
              <a:spcAft>
                <a:spcPts val="0"/>
              </a:spcAft>
              <a:buClr>
                <a:schemeClr val="accent1"/>
              </a:buClr>
              <a:buSzPts val="1600"/>
              <a:buNone/>
              <a:defRPr sz="1600">
                <a:solidFill>
                  <a:schemeClr val="accent1"/>
                </a:solidFill>
              </a:defRPr>
            </a:lvl2pPr>
            <a:lvl3pPr lvl="2">
              <a:spcBef>
                <a:spcPts val="0"/>
              </a:spcBef>
              <a:spcAft>
                <a:spcPts val="0"/>
              </a:spcAft>
              <a:buClr>
                <a:schemeClr val="accent1"/>
              </a:buClr>
              <a:buSzPts val="1600"/>
              <a:buNone/>
              <a:defRPr sz="1600">
                <a:solidFill>
                  <a:schemeClr val="accent1"/>
                </a:solidFill>
              </a:defRPr>
            </a:lvl3pPr>
            <a:lvl4pPr lvl="3">
              <a:spcBef>
                <a:spcPts val="0"/>
              </a:spcBef>
              <a:spcAft>
                <a:spcPts val="0"/>
              </a:spcAft>
              <a:buClr>
                <a:schemeClr val="accent1"/>
              </a:buClr>
              <a:buSzPts val="1600"/>
              <a:buNone/>
              <a:defRPr sz="1600">
                <a:solidFill>
                  <a:schemeClr val="accent1"/>
                </a:solidFill>
              </a:defRPr>
            </a:lvl4pPr>
            <a:lvl5pPr lvl="4">
              <a:spcBef>
                <a:spcPts val="0"/>
              </a:spcBef>
              <a:spcAft>
                <a:spcPts val="0"/>
              </a:spcAft>
              <a:buClr>
                <a:schemeClr val="accent1"/>
              </a:buClr>
              <a:buSzPts val="1600"/>
              <a:buNone/>
              <a:defRPr sz="1600">
                <a:solidFill>
                  <a:schemeClr val="accent1"/>
                </a:solidFill>
              </a:defRPr>
            </a:lvl5pPr>
            <a:lvl6pPr lvl="5">
              <a:spcBef>
                <a:spcPts val="0"/>
              </a:spcBef>
              <a:spcAft>
                <a:spcPts val="0"/>
              </a:spcAft>
              <a:buClr>
                <a:schemeClr val="accent1"/>
              </a:buClr>
              <a:buSzPts val="1600"/>
              <a:buNone/>
              <a:defRPr sz="1600">
                <a:solidFill>
                  <a:schemeClr val="accent1"/>
                </a:solidFill>
              </a:defRPr>
            </a:lvl6pPr>
            <a:lvl7pPr lvl="6">
              <a:spcBef>
                <a:spcPts val="0"/>
              </a:spcBef>
              <a:spcAft>
                <a:spcPts val="0"/>
              </a:spcAft>
              <a:buClr>
                <a:schemeClr val="accent1"/>
              </a:buClr>
              <a:buSzPts val="1600"/>
              <a:buNone/>
              <a:defRPr sz="1600">
                <a:solidFill>
                  <a:schemeClr val="accent1"/>
                </a:solidFill>
              </a:defRPr>
            </a:lvl7pPr>
            <a:lvl8pPr lvl="7">
              <a:spcBef>
                <a:spcPts val="0"/>
              </a:spcBef>
              <a:spcAft>
                <a:spcPts val="0"/>
              </a:spcAft>
              <a:buClr>
                <a:schemeClr val="accent1"/>
              </a:buClr>
              <a:buSzPts val="1600"/>
              <a:buNone/>
              <a:defRPr sz="1600">
                <a:solidFill>
                  <a:schemeClr val="accent1"/>
                </a:solidFill>
              </a:defRPr>
            </a:lvl8pPr>
            <a:lvl9pPr lvl="8">
              <a:spcBef>
                <a:spcPts val="0"/>
              </a:spcBef>
              <a:spcAft>
                <a:spcPts val="0"/>
              </a:spcAft>
              <a:buClr>
                <a:schemeClr val="accent1"/>
              </a:buClr>
              <a:buSzPts val="1600"/>
              <a:buNone/>
              <a:defRPr sz="1600">
                <a:solidFill>
                  <a:schemeClr val="accent1"/>
                </a:solidFill>
              </a:defRPr>
            </a:lvl9pPr>
          </a:lstStyle>
          <a:p>
            <a:endParaRPr/>
          </a:p>
        </p:txBody>
      </p:sp>
      <p:sp>
        <p:nvSpPr>
          <p:cNvPr id="577" name="Google Shape;577;p29"/>
          <p:cNvSpPr txBox="1">
            <a:spLocks noGrp="1"/>
          </p:cNvSpPr>
          <p:nvPr>
            <p:ph type="body" idx="2"/>
          </p:nvPr>
        </p:nvSpPr>
        <p:spPr>
          <a:xfrm>
            <a:off x="3415088" y="1591325"/>
            <a:ext cx="2293800" cy="7458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1"/>
              </a:buClr>
              <a:buSzPts val="1100"/>
              <a:buChar char="●"/>
              <a:defRPr>
                <a:solidFill>
                  <a:schemeClr val="accent1"/>
                </a:solidFill>
              </a:defRPr>
            </a:lvl1pPr>
            <a:lvl2pPr marL="914400" lvl="1" indent="-298450">
              <a:spcBef>
                <a:spcPts val="0"/>
              </a:spcBef>
              <a:spcAft>
                <a:spcPts val="0"/>
              </a:spcAft>
              <a:buClr>
                <a:schemeClr val="accent1"/>
              </a:buClr>
              <a:buSzPts val="1100"/>
              <a:buChar char="○"/>
              <a:defRPr>
                <a:solidFill>
                  <a:schemeClr val="accent1"/>
                </a:solidFill>
              </a:defRPr>
            </a:lvl2pPr>
            <a:lvl3pPr marL="1371600" lvl="2" indent="-298450">
              <a:spcBef>
                <a:spcPts val="0"/>
              </a:spcBef>
              <a:spcAft>
                <a:spcPts val="0"/>
              </a:spcAft>
              <a:buClr>
                <a:schemeClr val="accent1"/>
              </a:buClr>
              <a:buSzPts val="1100"/>
              <a:buChar char="■"/>
              <a:defRPr>
                <a:solidFill>
                  <a:schemeClr val="accent1"/>
                </a:solidFill>
              </a:defRPr>
            </a:lvl3pPr>
            <a:lvl4pPr marL="1828800" lvl="3" indent="-298450">
              <a:spcBef>
                <a:spcPts val="0"/>
              </a:spcBef>
              <a:spcAft>
                <a:spcPts val="0"/>
              </a:spcAft>
              <a:buClr>
                <a:schemeClr val="accent1"/>
              </a:buClr>
              <a:buSzPts val="1100"/>
              <a:buChar char="●"/>
              <a:defRPr>
                <a:solidFill>
                  <a:schemeClr val="accent1"/>
                </a:solidFill>
              </a:defRPr>
            </a:lvl4pPr>
            <a:lvl5pPr marL="2286000" lvl="4" indent="-298450">
              <a:spcBef>
                <a:spcPts val="0"/>
              </a:spcBef>
              <a:spcAft>
                <a:spcPts val="0"/>
              </a:spcAft>
              <a:buClr>
                <a:schemeClr val="accent1"/>
              </a:buClr>
              <a:buSzPts val="1100"/>
              <a:buChar char="○"/>
              <a:defRPr>
                <a:solidFill>
                  <a:schemeClr val="accent1"/>
                </a:solidFill>
              </a:defRPr>
            </a:lvl5pPr>
            <a:lvl6pPr marL="2743200" lvl="5" indent="-298450">
              <a:spcBef>
                <a:spcPts val="0"/>
              </a:spcBef>
              <a:spcAft>
                <a:spcPts val="0"/>
              </a:spcAft>
              <a:buClr>
                <a:schemeClr val="accent1"/>
              </a:buClr>
              <a:buSzPts val="1100"/>
              <a:buChar char="■"/>
              <a:defRPr>
                <a:solidFill>
                  <a:schemeClr val="accent1"/>
                </a:solidFill>
              </a:defRPr>
            </a:lvl6pPr>
            <a:lvl7pPr marL="3200400" lvl="6" indent="-298450">
              <a:spcBef>
                <a:spcPts val="0"/>
              </a:spcBef>
              <a:spcAft>
                <a:spcPts val="0"/>
              </a:spcAft>
              <a:buClr>
                <a:schemeClr val="accent1"/>
              </a:buClr>
              <a:buSzPts val="1100"/>
              <a:buChar char="●"/>
              <a:defRPr>
                <a:solidFill>
                  <a:schemeClr val="accent1"/>
                </a:solidFill>
              </a:defRPr>
            </a:lvl7pPr>
            <a:lvl8pPr marL="3657600" lvl="7" indent="-298450">
              <a:spcBef>
                <a:spcPts val="0"/>
              </a:spcBef>
              <a:spcAft>
                <a:spcPts val="0"/>
              </a:spcAft>
              <a:buClr>
                <a:schemeClr val="accent1"/>
              </a:buClr>
              <a:buSzPts val="1100"/>
              <a:buChar char="○"/>
              <a:defRPr>
                <a:solidFill>
                  <a:schemeClr val="accent1"/>
                </a:solidFill>
              </a:defRPr>
            </a:lvl8pPr>
            <a:lvl9pPr marL="4114800" lvl="8" indent="-298450">
              <a:spcBef>
                <a:spcPts val="0"/>
              </a:spcBef>
              <a:spcAft>
                <a:spcPts val="0"/>
              </a:spcAft>
              <a:buClr>
                <a:schemeClr val="accent1"/>
              </a:buClr>
              <a:buSzPts val="1100"/>
              <a:buChar char="■"/>
              <a:defRPr>
                <a:solidFill>
                  <a:schemeClr val="accent1"/>
                </a:solidFill>
              </a:defRPr>
            </a:lvl9pPr>
          </a:lstStyle>
          <a:p>
            <a:endParaRPr/>
          </a:p>
        </p:txBody>
      </p:sp>
      <p:sp>
        <p:nvSpPr>
          <p:cNvPr id="578" name="Google Shape;578;p29"/>
          <p:cNvSpPr txBox="1">
            <a:spLocks noGrp="1"/>
          </p:cNvSpPr>
          <p:nvPr>
            <p:ph type="subTitle" idx="3"/>
          </p:nvPr>
        </p:nvSpPr>
        <p:spPr>
          <a:xfrm>
            <a:off x="6321525" y="1007413"/>
            <a:ext cx="2341200" cy="458100"/>
          </a:xfrm>
          <a:prstGeom prst="rect">
            <a:avLst/>
          </a:prstGeom>
        </p:spPr>
        <p:txBody>
          <a:bodyPr spcFirstLastPara="1" wrap="square" lIns="0" tIns="0" rIns="0" bIns="0" anchor="t" anchorCtr="0">
            <a:noAutofit/>
          </a:bodyPr>
          <a:lstStyle>
            <a:lvl1pPr lvl="0">
              <a:spcBef>
                <a:spcPts val="0"/>
              </a:spcBef>
              <a:spcAft>
                <a:spcPts val="0"/>
              </a:spcAft>
              <a:buClr>
                <a:schemeClr val="accent1"/>
              </a:buClr>
              <a:buSzPts val="1600"/>
              <a:buFont typeface="DM Sans Medium"/>
              <a:buNone/>
              <a:defRPr sz="1600">
                <a:solidFill>
                  <a:schemeClr val="accent1"/>
                </a:solidFill>
                <a:latin typeface="DM Sans Medium"/>
                <a:ea typeface="DM Sans Medium"/>
                <a:cs typeface="DM Sans Medium"/>
                <a:sym typeface="DM Sans Medium"/>
              </a:defRPr>
            </a:lvl1pPr>
            <a:lvl2pPr lvl="1">
              <a:spcBef>
                <a:spcPts val="0"/>
              </a:spcBef>
              <a:spcAft>
                <a:spcPts val="0"/>
              </a:spcAft>
              <a:buClr>
                <a:schemeClr val="accent1"/>
              </a:buClr>
              <a:buSzPts val="1600"/>
              <a:buNone/>
              <a:defRPr sz="1600">
                <a:solidFill>
                  <a:schemeClr val="accent1"/>
                </a:solidFill>
              </a:defRPr>
            </a:lvl2pPr>
            <a:lvl3pPr lvl="2">
              <a:spcBef>
                <a:spcPts val="0"/>
              </a:spcBef>
              <a:spcAft>
                <a:spcPts val="0"/>
              </a:spcAft>
              <a:buClr>
                <a:schemeClr val="accent1"/>
              </a:buClr>
              <a:buSzPts val="1600"/>
              <a:buNone/>
              <a:defRPr sz="1600">
                <a:solidFill>
                  <a:schemeClr val="accent1"/>
                </a:solidFill>
              </a:defRPr>
            </a:lvl3pPr>
            <a:lvl4pPr lvl="3">
              <a:spcBef>
                <a:spcPts val="0"/>
              </a:spcBef>
              <a:spcAft>
                <a:spcPts val="0"/>
              </a:spcAft>
              <a:buClr>
                <a:schemeClr val="accent1"/>
              </a:buClr>
              <a:buSzPts val="1600"/>
              <a:buNone/>
              <a:defRPr sz="1600">
                <a:solidFill>
                  <a:schemeClr val="accent1"/>
                </a:solidFill>
              </a:defRPr>
            </a:lvl4pPr>
            <a:lvl5pPr lvl="4">
              <a:spcBef>
                <a:spcPts val="0"/>
              </a:spcBef>
              <a:spcAft>
                <a:spcPts val="0"/>
              </a:spcAft>
              <a:buClr>
                <a:schemeClr val="accent1"/>
              </a:buClr>
              <a:buSzPts val="1600"/>
              <a:buNone/>
              <a:defRPr sz="1600">
                <a:solidFill>
                  <a:schemeClr val="accent1"/>
                </a:solidFill>
              </a:defRPr>
            </a:lvl5pPr>
            <a:lvl6pPr lvl="5">
              <a:spcBef>
                <a:spcPts val="0"/>
              </a:spcBef>
              <a:spcAft>
                <a:spcPts val="0"/>
              </a:spcAft>
              <a:buClr>
                <a:schemeClr val="accent1"/>
              </a:buClr>
              <a:buSzPts val="1600"/>
              <a:buNone/>
              <a:defRPr sz="1600">
                <a:solidFill>
                  <a:schemeClr val="accent1"/>
                </a:solidFill>
              </a:defRPr>
            </a:lvl6pPr>
            <a:lvl7pPr lvl="6">
              <a:spcBef>
                <a:spcPts val="0"/>
              </a:spcBef>
              <a:spcAft>
                <a:spcPts val="0"/>
              </a:spcAft>
              <a:buClr>
                <a:schemeClr val="accent1"/>
              </a:buClr>
              <a:buSzPts val="1600"/>
              <a:buNone/>
              <a:defRPr sz="1600">
                <a:solidFill>
                  <a:schemeClr val="accent1"/>
                </a:solidFill>
              </a:defRPr>
            </a:lvl7pPr>
            <a:lvl8pPr lvl="7">
              <a:spcBef>
                <a:spcPts val="0"/>
              </a:spcBef>
              <a:spcAft>
                <a:spcPts val="0"/>
              </a:spcAft>
              <a:buClr>
                <a:schemeClr val="accent1"/>
              </a:buClr>
              <a:buSzPts val="1600"/>
              <a:buNone/>
              <a:defRPr sz="1600">
                <a:solidFill>
                  <a:schemeClr val="accent1"/>
                </a:solidFill>
              </a:defRPr>
            </a:lvl8pPr>
            <a:lvl9pPr lvl="8">
              <a:spcBef>
                <a:spcPts val="0"/>
              </a:spcBef>
              <a:spcAft>
                <a:spcPts val="0"/>
              </a:spcAft>
              <a:buClr>
                <a:schemeClr val="accent1"/>
              </a:buClr>
              <a:buSzPts val="1600"/>
              <a:buNone/>
              <a:defRPr sz="1600">
                <a:solidFill>
                  <a:schemeClr val="accent1"/>
                </a:solidFill>
              </a:defRPr>
            </a:lvl9pPr>
          </a:lstStyle>
          <a:p>
            <a:endParaRPr/>
          </a:p>
        </p:txBody>
      </p:sp>
      <p:sp>
        <p:nvSpPr>
          <p:cNvPr id="579" name="Google Shape;579;p29"/>
          <p:cNvSpPr txBox="1">
            <a:spLocks noGrp="1"/>
          </p:cNvSpPr>
          <p:nvPr>
            <p:ph type="body" idx="4"/>
          </p:nvPr>
        </p:nvSpPr>
        <p:spPr>
          <a:xfrm>
            <a:off x="6321525" y="1592688"/>
            <a:ext cx="2341200" cy="7458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1"/>
              </a:buClr>
              <a:buSzPts val="1100"/>
              <a:buChar char="●"/>
              <a:defRPr>
                <a:solidFill>
                  <a:schemeClr val="accent1"/>
                </a:solidFill>
              </a:defRPr>
            </a:lvl1pPr>
            <a:lvl2pPr marL="914400" lvl="1" indent="-298450">
              <a:spcBef>
                <a:spcPts val="0"/>
              </a:spcBef>
              <a:spcAft>
                <a:spcPts val="0"/>
              </a:spcAft>
              <a:buClr>
                <a:schemeClr val="accent1"/>
              </a:buClr>
              <a:buSzPts val="1100"/>
              <a:buChar char="○"/>
              <a:defRPr>
                <a:solidFill>
                  <a:schemeClr val="accent1"/>
                </a:solidFill>
              </a:defRPr>
            </a:lvl2pPr>
            <a:lvl3pPr marL="1371600" lvl="2" indent="-298450">
              <a:spcBef>
                <a:spcPts val="0"/>
              </a:spcBef>
              <a:spcAft>
                <a:spcPts val="0"/>
              </a:spcAft>
              <a:buClr>
                <a:schemeClr val="accent1"/>
              </a:buClr>
              <a:buSzPts val="1100"/>
              <a:buChar char="■"/>
              <a:defRPr>
                <a:solidFill>
                  <a:schemeClr val="accent1"/>
                </a:solidFill>
              </a:defRPr>
            </a:lvl3pPr>
            <a:lvl4pPr marL="1828800" lvl="3" indent="-298450">
              <a:spcBef>
                <a:spcPts val="0"/>
              </a:spcBef>
              <a:spcAft>
                <a:spcPts val="0"/>
              </a:spcAft>
              <a:buClr>
                <a:schemeClr val="accent1"/>
              </a:buClr>
              <a:buSzPts val="1100"/>
              <a:buChar char="●"/>
              <a:defRPr>
                <a:solidFill>
                  <a:schemeClr val="accent1"/>
                </a:solidFill>
              </a:defRPr>
            </a:lvl4pPr>
            <a:lvl5pPr marL="2286000" lvl="4" indent="-298450">
              <a:spcBef>
                <a:spcPts val="0"/>
              </a:spcBef>
              <a:spcAft>
                <a:spcPts val="0"/>
              </a:spcAft>
              <a:buClr>
                <a:schemeClr val="accent1"/>
              </a:buClr>
              <a:buSzPts val="1100"/>
              <a:buChar char="○"/>
              <a:defRPr>
                <a:solidFill>
                  <a:schemeClr val="accent1"/>
                </a:solidFill>
              </a:defRPr>
            </a:lvl5pPr>
            <a:lvl6pPr marL="2743200" lvl="5" indent="-298450">
              <a:spcBef>
                <a:spcPts val="0"/>
              </a:spcBef>
              <a:spcAft>
                <a:spcPts val="0"/>
              </a:spcAft>
              <a:buClr>
                <a:schemeClr val="accent1"/>
              </a:buClr>
              <a:buSzPts val="1100"/>
              <a:buChar char="■"/>
              <a:defRPr>
                <a:solidFill>
                  <a:schemeClr val="accent1"/>
                </a:solidFill>
              </a:defRPr>
            </a:lvl6pPr>
            <a:lvl7pPr marL="3200400" lvl="6" indent="-298450">
              <a:spcBef>
                <a:spcPts val="0"/>
              </a:spcBef>
              <a:spcAft>
                <a:spcPts val="0"/>
              </a:spcAft>
              <a:buClr>
                <a:schemeClr val="accent1"/>
              </a:buClr>
              <a:buSzPts val="1100"/>
              <a:buChar char="●"/>
              <a:defRPr>
                <a:solidFill>
                  <a:schemeClr val="accent1"/>
                </a:solidFill>
              </a:defRPr>
            </a:lvl7pPr>
            <a:lvl8pPr marL="3657600" lvl="7" indent="-298450">
              <a:spcBef>
                <a:spcPts val="0"/>
              </a:spcBef>
              <a:spcAft>
                <a:spcPts val="0"/>
              </a:spcAft>
              <a:buClr>
                <a:schemeClr val="accent1"/>
              </a:buClr>
              <a:buSzPts val="1100"/>
              <a:buChar char="○"/>
              <a:defRPr>
                <a:solidFill>
                  <a:schemeClr val="accent1"/>
                </a:solidFill>
              </a:defRPr>
            </a:lvl8pPr>
            <a:lvl9pPr marL="4114800" lvl="8" indent="-298450">
              <a:spcBef>
                <a:spcPts val="0"/>
              </a:spcBef>
              <a:spcAft>
                <a:spcPts val="0"/>
              </a:spcAft>
              <a:buClr>
                <a:schemeClr val="accent1"/>
              </a:buClr>
              <a:buSzPts val="1100"/>
              <a:buChar char="■"/>
              <a:defRPr>
                <a:solidFill>
                  <a:schemeClr val="accent1"/>
                </a:solidFill>
              </a:defRPr>
            </a:lvl9pPr>
          </a:lstStyle>
          <a:p>
            <a:endParaRPr/>
          </a:p>
        </p:txBody>
      </p:sp>
      <p:sp>
        <p:nvSpPr>
          <p:cNvPr id="580" name="Google Shape;580;p29"/>
          <p:cNvSpPr txBox="1">
            <a:spLocks noGrp="1"/>
          </p:cNvSpPr>
          <p:nvPr>
            <p:ph type="subTitle" idx="5"/>
          </p:nvPr>
        </p:nvSpPr>
        <p:spPr>
          <a:xfrm>
            <a:off x="3401400" y="2918288"/>
            <a:ext cx="2341200" cy="458100"/>
          </a:xfrm>
          <a:prstGeom prst="rect">
            <a:avLst/>
          </a:prstGeom>
        </p:spPr>
        <p:txBody>
          <a:bodyPr spcFirstLastPara="1" wrap="square" lIns="0" tIns="0" rIns="0" bIns="0" anchor="t" anchorCtr="0">
            <a:noAutofit/>
          </a:bodyPr>
          <a:lstStyle>
            <a:lvl1pPr lvl="0">
              <a:spcBef>
                <a:spcPts val="0"/>
              </a:spcBef>
              <a:spcAft>
                <a:spcPts val="0"/>
              </a:spcAft>
              <a:buClr>
                <a:schemeClr val="accent1"/>
              </a:buClr>
              <a:buSzPts val="1600"/>
              <a:buFont typeface="DM Sans Medium"/>
              <a:buNone/>
              <a:defRPr sz="1600">
                <a:solidFill>
                  <a:schemeClr val="accent1"/>
                </a:solidFill>
                <a:latin typeface="DM Sans Medium"/>
                <a:ea typeface="DM Sans Medium"/>
                <a:cs typeface="DM Sans Medium"/>
                <a:sym typeface="DM Sans Medium"/>
              </a:defRPr>
            </a:lvl1pPr>
            <a:lvl2pPr lvl="1">
              <a:spcBef>
                <a:spcPts val="0"/>
              </a:spcBef>
              <a:spcAft>
                <a:spcPts val="0"/>
              </a:spcAft>
              <a:buClr>
                <a:schemeClr val="accent1"/>
              </a:buClr>
              <a:buSzPts val="1600"/>
              <a:buNone/>
              <a:defRPr sz="1600">
                <a:solidFill>
                  <a:schemeClr val="accent1"/>
                </a:solidFill>
              </a:defRPr>
            </a:lvl2pPr>
            <a:lvl3pPr lvl="2">
              <a:spcBef>
                <a:spcPts val="0"/>
              </a:spcBef>
              <a:spcAft>
                <a:spcPts val="0"/>
              </a:spcAft>
              <a:buClr>
                <a:schemeClr val="accent1"/>
              </a:buClr>
              <a:buSzPts val="1600"/>
              <a:buNone/>
              <a:defRPr sz="1600">
                <a:solidFill>
                  <a:schemeClr val="accent1"/>
                </a:solidFill>
              </a:defRPr>
            </a:lvl3pPr>
            <a:lvl4pPr lvl="3">
              <a:spcBef>
                <a:spcPts val="0"/>
              </a:spcBef>
              <a:spcAft>
                <a:spcPts val="0"/>
              </a:spcAft>
              <a:buClr>
                <a:schemeClr val="accent1"/>
              </a:buClr>
              <a:buSzPts val="1600"/>
              <a:buNone/>
              <a:defRPr sz="1600">
                <a:solidFill>
                  <a:schemeClr val="accent1"/>
                </a:solidFill>
              </a:defRPr>
            </a:lvl4pPr>
            <a:lvl5pPr lvl="4">
              <a:spcBef>
                <a:spcPts val="0"/>
              </a:spcBef>
              <a:spcAft>
                <a:spcPts val="0"/>
              </a:spcAft>
              <a:buClr>
                <a:schemeClr val="accent1"/>
              </a:buClr>
              <a:buSzPts val="1600"/>
              <a:buNone/>
              <a:defRPr sz="1600">
                <a:solidFill>
                  <a:schemeClr val="accent1"/>
                </a:solidFill>
              </a:defRPr>
            </a:lvl5pPr>
            <a:lvl6pPr lvl="5">
              <a:spcBef>
                <a:spcPts val="0"/>
              </a:spcBef>
              <a:spcAft>
                <a:spcPts val="0"/>
              </a:spcAft>
              <a:buClr>
                <a:schemeClr val="accent1"/>
              </a:buClr>
              <a:buSzPts val="1600"/>
              <a:buNone/>
              <a:defRPr sz="1600">
                <a:solidFill>
                  <a:schemeClr val="accent1"/>
                </a:solidFill>
              </a:defRPr>
            </a:lvl6pPr>
            <a:lvl7pPr lvl="6">
              <a:spcBef>
                <a:spcPts val="0"/>
              </a:spcBef>
              <a:spcAft>
                <a:spcPts val="0"/>
              </a:spcAft>
              <a:buClr>
                <a:schemeClr val="accent1"/>
              </a:buClr>
              <a:buSzPts val="1600"/>
              <a:buNone/>
              <a:defRPr sz="1600">
                <a:solidFill>
                  <a:schemeClr val="accent1"/>
                </a:solidFill>
              </a:defRPr>
            </a:lvl7pPr>
            <a:lvl8pPr lvl="7">
              <a:spcBef>
                <a:spcPts val="0"/>
              </a:spcBef>
              <a:spcAft>
                <a:spcPts val="0"/>
              </a:spcAft>
              <a:buClr>
                <a:schemeClr val="accent1"/>
              </a:buClr>
              <a:buSzPts val="1600"/>
              <a:buNone/>
              <a:defRPr sz="1600">
                <a:solidFill>
                  <a:schemeClr val="accent1"/>
                </a:solidFill>
              </a:defRPr>
            </a:lvl8pPr>
            <a:lvl9pPr lvl="8">
              <a:spcBef>
                <a:spcPts val="0"/>
              </a:spcBef>
              <a:spcAft>
                <a:spcPts val="0"/>
              </a:spcAft>
              <a:buClr>
                <a:schemeClr val="accent1"/>
              </a:buClr>
              <a:buSzPts val="1600"/>
              <a:buNone/>
              <a:defRPr sz="1600">
                <a:solidFill>
                  <a:schemeClr val="accent1"/>
                </a:solidFill>
              </a:defRPr>
            </a:lvl9pPr>
          </a:lstStyle>
          <a:p>
            <a:endParaRPr/>
          </a:p>
        </p:txBody>
      </p:sp>
      <p:sp>
        <p:nvSpPr>
          <p:cNvPr id="581" name="Google Shape;581;p29"/>
          <p:cNvSpPr txBox="1">
            <a:spLocks noGrp="1"/>
          </p:cNvSpPr>
          <p:nvPr>
            <p:ph type="body" idx="6"/>
          </p:nvPr>
        </p:nvSpPr>
        <p:spPr>
          <a:xfrm>
            <a:off x="3401400" y="3503563"/>
            <a:ext cx="2341200" cy="7458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1"/>
              </a:buClr>
              <a:buSzPts val="1100"/>
              <a:buChar char="●"/>
              <a:defRPr>
                <a:solidFill>
                  <a:schemeClr val="accent1"/>
                </a:solidFill>
              </a:defRPr>
            </a:lvl1pPr>
            <a:lvl2pPr marL="914400" lvl="1" indent="-298450">
              <a:spcBef>
                <a:spcPts val="0"/>
              </a:spcBef>
              <a:spcAft>
                <a:spcPts val="0"/>
              </a:spcAft>
              <a:buClr>
                <a:schemeClr val="accent1"/>
              </a:buClr>
              <a:buSzPts val="1100"/>
              <a:buChar char="○"/>
              <a:defRPr>
                <a:solidFill>
                  <a:schemeClr val="accent1"/>
                </a:solidFill>
              </a:defRPr>
            </a:lvl2pPr>
            <a:lvl3pPr marL="1371600" lvl="2" indent="-298450">
              <a:spcBef>
                <a:spcPts val="0"/>
              </a:spcBef>
              <a:spcAft>
                <a:spcPts val="0"/>
              </a:spcAft>
              <a:buClr>
                <a:schemeClr val="accent1"/>
              </a:buClr>
              <a:buSzPts val="1100"/>
              <a:buChar char="■"/>
              <a:defRPr>
                <a:solidFill>
                  <a:schemeClr val="accent1"/>
                </a:solidFill>
              </a:defRPr>
            </a:lvl3pPr>
            <a:lvl4pPr marL="1828800" lvl="3" indent="-298450">
              <a:spcBef>
                <a:spcPts val="0"/>
              </a:spcBef>
              <a:spcAft>
                <a:spcPts val="0"/>
              </a:spcAft>
              <a:buClr>
                <a:schemeClr val="accent1"/>
              </a:buClr>
              <a:buSzPts val="1100"/>
              <a:buChar char="●"/>
              <a:defRPr>
                <a:solidFill>
                  <a:schemeClr val="accent1"/>
                </a:solidFill>
              </a:defRPr>
            </a:lvl4pPr>
            <a:lvl5pPr marL="2286000" lvl="4" indent="-298450">
              <a:spcBef>
                <a:spcPts val="0"/>
              </a:spcBef>
              <a:spcAft>
                <a:spcPts val="0"/>
              </a:spcAft>
              <a:buClr>
                <a:schemeClr val="accent1"/>
              </a:buClr>
              <a:buSzPts val="1100"/>
              <a:buChar char="○"/>
              <a:defRPr>
                <a:solidFill>
                  <a:schemeClr val="accent1"/>
                </a:solidFill>
              </a:defRPr>
            </a:lvl5pPr>
            <a:lvl6pPr marL="2743200" lvl="5" indent="-298450">
              <a:spcBef>
                <a:spcPts val="0"/>
              </a:spcBef>
              <a:spcAft>
                <a:spcPts val="0"/>
              </a:spcAft>
              <a:buClr>
                <a:schemeClr val="accent1"/>
              </a:buClr>
              <a:buSzPts val="1100"/>
              <a:buChar char="■"/>
              <a:defRPr>
                <a:solidFill>
                  <a:schemeClr val="accent1"/>
                </a:solidFill>
              </a:defRPr>
            </a:lvl6pPr>
            <a:lvl7pPr marL="3200400" lvl="6" indent="-298450">
              <a:spcBef>
                <a:spcPts val="0"/>
              </a:spcBef>
              <a:spcAft>
                <a:spcPts val="0"/>
              </a:spcAft>
              <a:buClr>
                <a:schemeClr val="accent1"/>
              </a:buClr>
              <a:buSzPts val="1100"/>
              <a:buChar char="●"/>
              <a:defRPr>
                <a:solidFill>
                  <a:schemeClr val="accent1"/>
                </a:solidFill>
              </a:defRPr>
            </a:lvl7pPr>
            <a:lvl8pPr marL="3657600" lvl="7" indent="-298450">
              <a:spcBef>
                <a:spcPts val="0"/>
              </a:spcBef>
              <a:spcAft>
                <a:spcPts val="0"/>
              </a:spcAft>
              <a:buClr>
                <a:schemeClr val="accent1"/>
              </a:buClr>
              <a:buSzPts val="1100"/>
              <a:buChar char="○"/>
              <a:defRPr>
                <a:solidFill>
                  <a:schemeClr val="accent1"/>
                </a:solidFill>
              </a:defRPr>
            </a:lvl8pPr>
            <a:lvl9pPr marL="4114800" lvl="8" indent="-298450">
              <a:spcBef>
                <a:spcPts val="0"/>
              </a:spcBef>
              <a:spcAft>
                <a:spcPts val="0"/>
              </a:spcAft>
              <a:buClr>
                <a:schemeClr val="accent1"/>
              </a:buClr>
              <a:buSzPts val="1100"/>
              <a:buChar char="■"/>
              <a:defRPr>
                <a:solidFill>
                  <a:schemeClr val="accent1"/>
                </a:solidFill>
              </a:defRPr>
            </a:lvl9pPr>
          </a:lstStyle>
          <a:p>
            <a:endParaRPr/>
          </a:p>
        </p:txBody>
      </p:sp>
      <p:sp>
        <p:nvSpPr>
          <p:cNvPr id="582" name="Google Shape;582;p29"/>
          <p:cNvSpPr txBox="1">
            <a:spLocks noGrp="1"/>
          </p:cNvSpPr>
          <p:nvPr>
            <p:ph type="subTitle" idx="7"/>
          </p:nvPr>
        </p:nvSpPr>
        <p:spPr>
          <a:xfrm>
            <a:off x="6321525" y="2918288"/>
            <a:ext cx="2341200" cy="458100"/>
          </a:xfrm>
          <a:prstGeom prst="rect">
            <a:avLst/>
          </a:prstGeom>
        </p:spPr>
        <p:txBody>
          <a:bodyPr spcFirstLastPara="1" wrap="square" lIns="0" tIns="0" rIns="0" bIns="0" anchor="t" anchorCtr="0">
            <a:noAutofit/>
          </a:bodyPr>
          <a:lstStyle>
            <a:lvl1pPr lvl="0">
              <a:spcBef>
                <a:spcPts val="0"/>
              </a:spcBef>
              <a:spcAft>
                <a:spcPts val="0"/>
              </a:spcAft>
              <a:buClr>
                <a:schemeClr val="accent1"/>
              </a:buClr>
              <a:buSzPts val="1600"/>
              <a:buFont typeface="DM Sans Medium"/>
              <a:buNone/>
              <a:defRPr sz="1600">
                <a:solidFill>
                  <a:schemeClr val="accent1"/>
                </a:solidFill>
                <a:latin typeface="DM Sans Medium"/>
                <a:ea typeface="DM Sans Medium"/>
                <a:cs typeface="DM Sans Medium"/>
                <a:sym typeface="DM Sans Medium"/>
              </a:defRPr>
            </a:lvl1pPr>
            <a:lvl2pPr lvl="1">
              <a:spcBef>
                <a:spcPts val="0"/>
              </a:spcBef>
              <a:spcAft>
                <a:spcPts val="0"/>
              </a:spcAft>
              <a:buClr>
                <a:schemeClr val="accent1"/>
              </a:buClr>
              <a:buSzPts val="1600"/>
              <a:buNone/>
              <a:defRPr sz="1600">
                <a:solidFill>
                  <a:schemeClr val="accent1"/>
                </a:solidFill>
              </a:defRPr>
            </a:lvl2pPr>
            <a:lvl3pPr lvl="2">
              <a:spcBef>
                <a:spcPts val="0"/>
              </a:spcBef>
              <a:spcAft>
                <a:spcPts val="0"/>
              </a:spcAft>
              <a:buClr>
                <a:schemeClr val="accent1"/>
              </a:buClr>
              <a:buSzPts val="1600"/>
              <a:buNone/>
              <a:defRPr sz="1600">
                <a:solidFill>
                  <a:schemeClr val="accent1"/>
                </a:solidFill>
              </a:defRPr>
            </a:lvl3pPr>
            <a:lvl4pPr lvl="3">
              <a:spcBef>
                <a:spcPts val="0"/>
              </a:spcBef>
              <a:spcAft>
                <a:spcPts val="0"/>
              </a:spcAft>
              <a:buClr>
                <a:schemeClr val="accent1"/>
              </a:buClr>
              <a:buSzPts val="1600"/>
              <a:buNone/>
              <a:defRPr sz="1600">
                <a:solidFill>
                  <a:schemeClr val="accent1"/>
                </a:solidFill>
              </a:defRPr>
            </a:lvl4pPr>
            <a:lvl5pPr lvl="4">
              <a:spcBef>
                <a:spcPts val="0"/>
              </a:spcBef>
              <a:spcAft>
                <a:spcPts val="0"/>
              </a:spcAft>
              <a:buClr>
                <a:schemeClr val="accent1"/>
              </a:buClr>
              <a:buSzPts val="1600"/>
              <a:buNone/>
              <a:defRPr sz="1600">
                <a:solidFill>
                  <a:schemeClr val="accent1"/>
                </a:solidFill>
              </a:defRPr>
            </a:lvl5pPr>
            <a:lvl6pPr lvl="5">
              <a:spcBef>
                <a:spcPts val="0"/>
              </a:spcBef>
              <a:spcAft>
                <a:spcPts val="0"/>
              </a:spcAft>
              <a:buClr>
                <a:schemeClr val="accent1"/>
              </a:buClr>
              <a:buSzPts val="1600"/>
              <a:buNone/>
              <a:defRPr sz="1600">
                <a:solidFill>
                  <a:schemeClr val="accent1"/>
                </a:solidFill>
              </a:defRPr>
            </a:lvl6pPr>
            <a:lvl7pPr lvl="6">
              <a:spcBef>
                <a:spcPts val="0"/>
              </a:spcBef>
              <a:spcAft>
                <a:spcPts val="0"/>
              </a:spcAft>
              <a:buClr>
                <a:schemeClr val="accent1"/>
              </a:buClr>
              <a:buSzPts val="1600"/>
              <a:buNone/>
              <a:defRPr sz="1600">
                <a:solidFill>
                  <a:schemeClr val="accent1"/>
                </a:solidFill>
              </a:defRPr>
            </a:lvl7pPr>
            <a:lvl8pPr lvl="7">
              <a:spcBef>
                <a:spcPts val="0"/>
              </a:spcBef>
              <a:spcAft>
                <a:spcPts val="0"/>
              </a:spcAft>
              <a:buClr>
                <a:schemeClr val="accent1"/>
              </a:buClr>
              <a:buSzPts val="1600"/>
              <a:buNone/>
              <a:defRPr sz="1600">
                <a:solidFill>
                  <a:schemeClr val="accent1"/>
                </a:solidFill>
              </a:defRPr>
            </a:lvl8pPr>
            <a:lvl9pPr lvl="8">
              <a:spcBef>
                <a:spcPts val="0"/>
              </a:spcBef>
              <a:spcAft>
                <a:spcPts val="0"/>
              </a:spcAft>
              <a:buClr>
                <a:schemeClr val="accent1"/>
              </a:buClr>
              <a:buSzPts val="1600"/>
              <a:buNone/>
              <a:defRPr sz="1600">
                <a:solidFill>
                  <a:schemeClr val="accent1"/>
                </a:solidFill>
              </a:defRPr>
            </a:lvl9pPr>
          </a:lstStyle>
          <a:p>
            <a:endParaRPr/>
          </a:p>
        </p:txBody>
      </p:sp>
      <p:sp>
        <p:nvSpPr>
          <p:cNvPr id="583" name="Google Shape;583;p29"/>
          <p:cNvSpPr txBox="1">
            <a:spLocks noGrp="1"/>
          </p:cNvSpPr>
          <p:nvPr>
            <p:ph type="body" idx="8"/>
          </p:nvPr>
        </p:nvSpPr>
        <p:spPr>
          <a:xfrm>
            <a:off x="6321525" y="3503563"/>
            <a:ext cx="2341200" cy="7458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1"/>
              </a:buClr>
              <a:buSzPts val="1100"/>
              <a:buChar char="●"/>
              <a:defRPr>
                <a:solidFill>
                  <a:schemeClr val="accent1"/>
                </a:solidFill>
              </a:defRPr>
            </a:lvl1pPr>
            <a:lvl2pPr marL="914400" lvl="1" indent="-298450">
              <a:spcBef>
                <a:spcPts val="0"/>
              </a:spcBef>
              <a:spcAft>
                <a:spcPts val="0"/>
              </a:spcAft>
              <a:buClr>
                <a:schemeClr val="accent1"/>
              </a:buClr>
              <a:buSzPts val="1100"/>
              <a:buChar char="○"/>
              <a:defRPr>
                <a:solidFill>
                  <a:schemeClr val="accent1"/>
                </a:solidFill>
              </a:defRPr>
            </a:lvl2pPr>
            <a:lvl3pPr marL="1371600" lvl="2" indent="-298450">
              <a:spcBef>
                <a:spcPts val="0"/>
              </a:spcBef>
              <a:spcAft>
                <a:spcPts val="0"/>
              </a:spcAft>
              <a:buClr>
                <a:schemeClr val="accent1"/>
              </a:buClr>
              <a:buSzPts val="1100"/>
              <a:buChar char="■"/>
              <a:defRPr>
                <a:solidFill>
                  <a:schemeClr val="accent1"/>
                </a:solidFill>
              </a:defRPr>
            </a:lvl3pPr>
            <a:lvl4pPr marL="1828800" lvl="3" indent="-298450">
              <a:spcBef>
                <a:spcPts val="0"/>
              </a:spcBef>
              <a:spcAft>
                <a:spcPts val="0"/>
              </a:spcAft>
              <a:buClr>
                <a:schemeClr val="accent1"/>
              </a:buClr>
              <a:buSzPts val="1100"/>
              <a:buChar char="●"/>
              <a:defRPr>
                <a:solidFill>
                  <a:schemeClr val="accent1"/>
                </a:solidFill>
              </a:defRPr>
            </a:lvl4pPr>
            <a:lvl5pPr marL="2286000" lvl="4" indent="-298450">
              <a:spcBef>
                <a:spcPts val="0"/>
              </a:spcBef>
              <a:spcAft>
                <a:spcPts val="0"/>
              </a:spcAft>
              <a:buClr>
                <a:schemeClr val="accent1"/>
              </a:buClr>
              <a:buSzPts val="1100"/>
              <a:buChar char="○"/>
              <a:defRPr>
                <a:solidFill>
                  <a:schemeClr val="accent1"/>
                </a:solidFill>
              </a:defRPr>
            </a:lvl5pPr>
            <a:lvl6pPr marL="2743200" lvl="5" indent="-298450">
              <a:spcBef>
                <a:spcPts val="0"/>
              </a:spcBef>
              <a:spcAft>
                <a:spcPts val="0"/>
              </a:spcAft>
              <a:buClr>
                <a:schemeClr val="accent1"/>
              </a:buClr>
              <a:buSzPts val="1100"/>
              <a:buChar char="■"/>
              <a:defRPr>
                <a:solidFill>
                  <a:schemeClr val="accent1"/>
                </a:solidFill>
              </a:defRPr>
            </a:lvl6pPr>
            <a:lvl7pPr marL="3200400" lvl="6" indent="-298450">
              <a:spcBef>
                <a:spcPts val="0"/>
              </a:spcBef>
              <a:spcAft>
                <a:spcPts val="0"/>
              </a:spcAft>
              <a:buClr>
                <a:schemeClr val="accent1"/>
              </a:buClr>
              <a:buSzPts val="1100"/>
              <a:buChar char="●"/>
              <a:defRPr>
                <a:solidFill>
                  <a:schemeClr val="accent1"/>
                </a:solidFill>
              </a:defRPr>
            </a:lvl7pPr>
            <a:lvl8pPr marL="3657600" lvl="7" indent="-298450">
              <a:spcBef>
                <a:spcPts val="0"/>
              </a:spcBef>
              <a:spcAft>
                <a:spcPts val="0"/>
              </a:spcAft>
              <a:buClr>
                <a:schemeClr val="accent1"/>
              </a:buClr>
              <a:buSzPts val="1100"/>
              <a:buChar char="○"/>
              <a:defRPr>
                <a:solidFill>
                  <a:schemeClr val="accent1"/>
                </a:solidFill>
              </a:defRPr>
            </a:lvl8pPr>
            <a:lvl9pPr marL="4114800" lvl="8" indent="-298450">
              <a:spcBef>
                <a:spcPts val="0"/>
              </a:spcBef>
              <a:spcAft>
                <a:spcPts val="0"/>
              </a:spcAft>
              <a:buClr>
                <a:schemeClr val="accent1"/>
              </a:buClr>
              <a:buSzPts val="1100"/>
              <a:buChar char="■"/>
              <a:defRPr>
                <a:solidFill>
                  <a:schemeClr val="accent1"/>
                </a:solidFill>
              </a:defRPr>
            </a:lvl9pPr>
          </a:lstStyle>
          <a:p>
            <a:endParaRPr/>
          </a:p>
        </p:txBody>
      </p:sp>
      <p:grpSp>
        <p:nvGrpSpPr>
          <p:cNvPr id="584" name="Google Shape;584;p29"/>
          <p:cNvGrpSpPr/>
          <p:nvPr/>
        </p:nvGrpSpPr>
        <p:grpSpPr>
          <a:xfrm>
            <a:off x="7939157" y="-559388"/>
            <a:ext cx="1572280" cy="1572280"/>
            <a:chOff x="987244" y="313753"/>
            <a:chExt cx="555321" cy="555321"/>
          </a:xfrm>
        </p:grpSpPr>
        <p:grpSp>
          <p:nvGrpSpPr>
            <p:cNvPr id="585" name="Google Shape;585;p29"/>
            <p:cNvGrpSpPr/>
            <p:nvPr/>
          </p:nvGrpSpPr>
          <p:grpSpPr>
            <a:xfrm>
              <a:off x="1068575" y="395075"/>
              <a:ext cx="392675" cy="392675"/>
              <a:chOff x="458050" y="265600"/>
              <a:chExt cx="392675" cy="392675"/>
            </a:xfrm>
          </p:grpSpPr>
          <p:sp>
            <p:nvSpPr>
              <p:cNvPr id="586" name="Google Shape;586;p29"/>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87" name="Google Shape;587;p29"/>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88" name="Google Shape;588;p29"/>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89" name="Google Shape;589;p29"/>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590" name="Google Shape;590;p29"/>
            <p:cNvGrpSpPr/>
            <p:nvPr/>
          </p:nvGrpSpPr>
          <p:grpSpPr>
            <a:xfrm rot="-2700000">
              <a:off x="1068569" y="395078"/>
              <a:ext cx="392671" cy="392671"/>
              <a:chOff x="458050" y="265600"/>
              <a:chExt cx="392675" cy="392675"/>
            </a:xfrm>
          </p:grpSpPr>
          <p:sp>
            <p:nvSpPr>
              <p:cNvPr id="591" name="Google Shape;591;p29"/>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92" name="Google Shape;592;p29"/>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93" name="Google Shape;593;p29"/>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94" name="Google Shape;594;p29"/>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sp>
        <p:nvSpPr>
          <p:cNvPr id="595" name="Google Shape;595;p29"/>
          <p:cNvSpPr/>
          <p:nvPr/>
        </p:nvSpPr>
        <p:spPr>
          <a:xfrm>
            <a:off x="3362526" y="4772899"/>
            <a:ext cx="1132200" cy="1132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596" name="Google Shape;596;p29"/>
          <p:cNvGrpSpPr/>
          <p:nvPr/>
        </p:nvGrpSpPr>
        <p:grpSpPr>
          <a:xfrm rot="5400000">
            <a:off x="4164913" y="48982"/>
            <a:ext cx="230579" cy="230579"/>
            <a:chOff x="458050" y="265600"/>
            <a:chExt cx="392675" cy="392675"/>
          </a:xfrm>
        </p:grpSpPr>
        <p:sp>
          <p:nvSpPr>
            <p:cNvPr id="597" name="Google Shape;597;p29"/>
            <p:cNvSpPr/>
            <p:nvPr/>
          </p:nvSpPr>
          <p:spPr>
            <a:xfrm>
              <a:off x="638050" y="265600"/>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98" name="Google Shape;598;p29"/>
            <p:cNvSpPr/>
            <p:nvPr/>
          </p:nvSpPr>
          <p:spPr>
            <a:xfrm>
              <a:off x="638050" y="5229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599" name="Google Shape;599;p29"/>
            <p:cNvSpPr/>
            <p:nvPr/>
          </p:nvSpPr>
          <p:spPr>
            <a:xfrm rot="-5400000">
              <a:off x="509350"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00" name="Google Shape;600;p29"/>
            <p:cNvSpPr/>
            <p:nvPr/>
          </p:nvSpPr>
          <p:spPr>
            <a:xfrm rot="-5400000">
              <a:off x="766725"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601" name="Google Shape;601;p29"/>
          <p:cNvGrpSpPr/>
          <p:nvPr/>
        </p:nvGrpSpPr>
        <p:grpSpPr>
          <a:xfrm rot="5400000">
            <a:off x="3985952" y="276513"/>
            <a:ext cx="230579" cy="230579"/>
            <a:chOff x="458050" y="265600"/>
            <a:chExt cx="392675" cy="392675"/>
          </a:xfrm>
        </p:grpSpPr>
        <p:sp>
          <p:nvSpPr>
            <p:cNvPr id="602" name="Google Shape;602;p29"/>
            <p:cNvSpPr/>
            <p:nvPr/>
          </p:nvSpPr>
          <p:spPr>
            <a:xfrm>
              <a:off x="638050" y="265600"/>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03" name="Google Shape;603;p29"/>
            <p:cNvSpPr/>
            <p:nvPr/>
          </p:nvSpPr>
          <p:spPr>
            <a:xfrm>
              <a:off x="638050" y="5229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04" name="Google Shape;604;p29"/>
            <p:cNvSpPr/>
            <p:nvPr/>
          </p:nvSpPr>
          <p:spPr>
            <a:xfrm rot="-5400000">
              <a:off x="509350"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05" name="Google Shape;605;p29"/>
            <p:cNvSpPr/>
            <p:nvPr/>
          </p:nvSpPr>
          <p:spPr>
            <a:xfrm rot="-5400000">
              <a:off x="766725"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606" name="Google Shape;606;p29"/>
          <p:cNvGrpSpPr/>
          <p:nvPr/>
        </p:nvGrpSpPr>
        <p:grpSpPr>
          <a:xfrm rot="5400000">
            <a:off x="44813" y="4583832"/>
            <a:ext cx="230579" cy="230579"/>
            <a:chOff x="458050" y="265600"/>
            <a:chExt cx="392675" cy="392675"/>
          </a:xfrm>
        </p:grpSpPr>
        <p:sp>
          <p:nvSpPr>
            <p:cNvPr id="607" name="Google Shape;607;p29"/>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08" name="Google Shape;608;p29"/>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09" name="Google Shape;609;p29"/>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10" name="Google Shape;610;p29"/>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611" name="Google Shape;611;p29"/>
          <p:cNvGrpSpPr/>
          <p:nvPr/>
        </p:nvGrpSpPr>
        <p:grpSpPr>
          <a:xfrm rot="5400000">
            <a:off x="44827" y="4857688"/>
            <a:ext cx="230579" cy="230579"/>
            <a:chOff x="458050" y="265600"/>
            <a:chExt cx="392675" cy="392675"/>
          </a:xfrm>
        </p:grpSpPr>
        <p:sp>
          <p:nvSpPr>
            <p:cNvPr id="612" name="Google Shape;612;p29"/>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13" name="Google Shape;613;p29"/>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14" name="Google Shape;614;p29"/>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15" name="Google Shape;615;p29"/>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616" name="Google Shape;616;p29"/>
          <p:cNvGrpSpPr/>
          <p:nvPr/>
        </p:nvGrpSpPr>
        <p:grpSpPr>
          <a:xfrm rot="5400000">
            <a:off x="275388" y="4742007"/>
            <a:ext cx="230579" cy="230579"/>
            <a:chOff x="458050" y="265600"/>
            <a:chExt cx="392675" cy="392675"/>
          </a:xfrm>
        </p:grpSpPr>
        <p:sp>
          <p:nvSpPr>
            <p:cNvPr id="617" name="Google Shape;617;p29"/>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18" name="Google Shape;618;p29"/>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19" name="Google Shape;619;p29"/>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20" name="Google Shape;620;p29"/>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621" name="Google Shape;621;p29"/>
          <p:cNvGrpSpPr/>
          <p:nvPr/>
        </p:nvGrpSpPr>
        <p:grpSpPr>
          <a:xfrm rot="5400000">
            <a:off x="275402" y="5015863"/>
            <a:ext cx="230579" cy="230579"/>
            <a:chOff x="458050" y="265600"/>
            <a:chExt cx="392675" cy="392675"/>
          </a:xfrm>
        </p:grpSpPr>
        <p:sp>
          <p:nvSpPr>
            <p:cNvPr id="622" name="Google Shape;622;p29"/>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23" name="Google Shape;623;p29"/>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24" name="Google Shape;624;p29"/>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25" name="Google Shape;625;p29"/>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lide with 3 key metrics v3">
  <p:cSld name="CUSTOM_6_1_1">
    <p:bg>
      <p:bgPr>
        <a:solidFill>
          <a:schemeClr val="lt1"/>
        </a:solidFill>
        <a:effectLst/>
      </p:bgPr>
    </p:bg>
    <p:spTree>
      <p:nvGrpSpPr>
        <p:cNvPr id="1" name="Shape 626"/>
        <p:cNvGrpSpPr/>
        <p:nvPr/>
      </p:nvGrpSpPr>
      <p:grpSpPr>
        <a:xfrm>
          <a:off x="0" y="0"/>
          <a:ext cx="0" cy="0"/>
          <a:chOff x="0" y="0"/>
          <a:chExt cx="0" cy="0"/>
        </a:xfrm>
      </p:grpSpPr>
      <p:sp>
        <p:nvSpPr>
          <p:cNvPr id="627" name="Google Shape;627;p30"/>
          <p:cNvSpPr/>
          <p:nvPr/>
        </p:nvSpPr>
        <p:spPr>
          <a:xfrm>
            <a:off x="6742050" y="-27225"/>
            <a:ext cx="2401800" cy="5170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28" name="Google Shape;628;p30"/>
          <p:cNvSpPr txBox="1">
            <a:spLocks noGrp="1"/>
          </p:cNvSpPr>
          <p:nvPr>
            <p:ph type="title"/>
          </p:nvPr>
        </p:nvSpPr>
        <p:spPr>
          <a:xfrm>
            <a:off x="275400" y="2255325"/>
            <a:ext cx="3228300" cy="605700"/>
          </a:xfrm>
          <a:prstGeom prst="rect">
            <a:avLst/>
          </a:prstGeom>
        </p:spPr>
        <p:txBody>
          <a:bodyPr spcFirstLastPara="1" wrap="square" lIns="0" tIns="0" rIns="0" bIns="0" anchor="ctr" anchorCtr="0">
            <a:noAutofit/>
          </a:bodyPr>
          <a:lstStyle>
            <a:lvl1pPr lvl="0">
              <a:spcBef>
                <a:spcPts val="0"/>
              </a:spcBef>
              <a:spcAft>
                <a:spcPts val="0"/>
              </a:spcAft>
              <a:buSzPts val="2000"/>
              <a:buNone/>
              <a:defRPr sz="20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629" name="Google Shape;629;p30"/>
          <p:cNvSpPr/>
          <p:nvPr/>
        </p:nvSpPr>
        <p:spPr>
          <a:xfrm>
            <a:off x="5474800" y="507100"/>
            <a:ext cx="3395100" cy="1132200"/>
          </a:xfrm>
          <a:prstGeom prst="snip1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30" name="Google Shape;630;p30"/>
          <p:cNvSpPr txBox="1">
            <a:spLocks noGrp="1"/>
          </p:cNvSpPr>
          <p:nvPr>
            <p:ph type="subTitle" idx="1"/>
          </p:nvPr>
        </p:nvSpPr>
        <p:spPr>
          <a:xfrm>
            <a:off x="5730031" y="665200"/>
            <a:ext cx="2884500" cy="458100"/>
          </a:xfrm>
          <a:prstGeom prst="rect">
            <a:avLst/>
          </a:prstGeom>
        </p:spPr>
        <p:txBody>
          <a:bodyPr spcFirstLastPara="1" wrap="square" lIns="0" tIns="0" rIns="0" bIns="0" anchor="t" anchorCtr="0">
            <a:noAutofit/>
          </a:bodyPr>
          <a:lstStyle>
            <a:lvl1pPr lvl="0">
              <a:spcBef>
                <a:spcPts val="0"/>
              </a:spcBef>
              <a:spcAft>
                <a:spcPts val="0"/>
              </a:spcAft>
              <a:buClr>
                <a:schemeClr val="accent1"/>
              </a:buClr>
              <a:buSzPts val="1400"/>
              <a:buFont typeface="DM Sans Medium"/>
              <a:buNone/>
              <a:defRPr sz="1400">
                <a:solidFill>
                  <a:schemeClr val="accent1"/>
                </a:solidFill>
                <a:latin typeface="DM Sans Medium"/>
                <a:ea typeface="DM Sans Medium"/>
                <a:cs typeface="DM Sans Medium"/>
                <a:sym typeface="DM Sans Medium"/>
              </a:defRPr>
            </a:lvl1pPr>
            <a:lvl2pPr lvl="1">
              <a:spcBef>
                <a:spcPts val="0"/>
              </a:spcBef>
              <a:spcAft>
                <a:spcPts val="0"/>
              </a:spcAft>
              <a:buClr>
                <a:schemeClr val="accent1"/>
              </a:buClr>
              <a:buSzPts val="1600"/>
              <a:buNone/>
              <a:defRPr sz="1600">
                <a:solidFill>
                  <a:schemeClr val="accent1"/>
                </a:solidFill>
              </a:defRPr>
            </a:lvl2pPr>
            <a:lvl3pPr lvl="2">
              <a:spcBef>
                <a:spcPts val="0"/>
              </a:spcBef>
              <a:spcAft>
                <a:spcPts val="0"/>
              </a:spcAft>
              <a:buClr>
                <a:schemeClr val="accent1"/>
              </a:buClr>
              <a:buSzPts val="1600"/>
              <a:buNone/>
              <a:defRPr sz="1600">
                <a:solidFill>
                  <a:schemeClr val="accent1"/>
                </a:solidFill>
              </a:defRPr>
            </a:lvl3pPr>
            <a:lvl4pPr lvl="3">
              <a:spcBef>
                <a:spcPts val="0"/>
              </a:spcBef>
              <a:spcAft>
                <a:spcPts val="0"/>
              </a:spcAft>
              <a:buClr>
                <a:schemeClr val="accent1"/>
              </a:buClr>
              <a:buSzPts val="1600"/>
              <a:buNone/>
              <a:defRPr sz="1600">
                <a:solidFill>
                  <a:schemeClr val="accent1"/>
                </a:solidFill>
              </a:defRPr>
            </a:lvl4pPr>
            <a:lvl5pPr lvl="4">
              <a:spcBef>
                <a:spcPts val="0"/>
              </a:spcBef>
              <a:spcAft>
                <a:spcPts val="0"/>
              </a:spcAft>
              <a:buClr>
                <a:schemeClr val="accent1"/>
              </a:buClr>
              <a:buSzPts val="1600"/>
              <a:buNone/>
              <a:defRPr sz="1600">
                <a:solidFill>
                  <a:schemeClr val="accent1"/>
                </a:solidFill>
              </a:defRPr>
            </a:lvl5pPr>
            <a:lvl6pPr lvl="5">
              <a:spcBef>
                <a:spcPts val="0"/>
              </a:spcBef>
              <a:spcAft>
                <a:spcPts val="0"/>
              </a:spcAft>
              <a:buClr>
                <a:schemeClr val="accent1"/>
              </a:buClr>
              <a:buSzPts val="1600"/>
              <a:buNone/>
              <a:defRPr sz="1600">
                <a:solidFill>
                  <a:schemeClr val="accent1"/>
                </a:solidFill>
              </a:defRPr>
            </a:lvl6pPr>
            <a:lvl7pPr lvl="6">
              <a:spcBef>
                <a:spcPts val="0"/>
              </a:spcBef>
              <a:spcAft>
                <a:spcPts val="0"/>
              </a:spcAft>
              <a:buClr>
                <a:schemeClr val="accent1"/>
              </a:buClr>
              <a:buSzPts val="1600"/>
              <a:buNone/>
              <a:defRPr sz="1600">
                <a:solidFill>
                  <a:schemeClr val="accent1"/>
                </a:solidFill>
              </a:defRPr>
            </a:lvl7pPr>
            <a:lvl8pPr lvl="7">
              <a:spcBef>
                <a:spcPts val="0"/>
              </a:spcBef>
              <a:spcAft>
                <a:spcPts val="0"/>
              </a:spcAft>
              <a:buClr>
                <a:schemeClr val="accent1"/>
              </a:buClr>
              <a:buSzPts val="1600"/>
              <a:buNone/>
              <a:defRPr sz="1600">
                <a:solidFill>
                  <a:schemeClr val="accent1"/>
                </a:solidFill>
              </a:defRPr>
            </a:lvl8pPr>
            <a:lvl9pPr lvl="8">
              <a:spcBef>
                <a:spcPts val="0"/>
              </a:spcBef>
              <a:spcAft>
                <a:spcPts val="0"/>
              </a:spcAft>
              <a:buClr>
                <a:schemeClr val="accent1"/>
              </a:buClr>
              <a:buSzPts val="1600"/>
              <a:buNone/>
              <a:defRPr sz="1600">
                <a:solidFill>
                  <a:schemeClr val="accent1"/>
                </a:solidFill>
              </a:defRPr>
            </a:lvl9pPr>
          </a:lstStyle>
          <a:p>
            <a:endParaRPr/>
          </a:p>
        </p:txBody>
      </p:sp>
      <p:sp>
        <p:nvSpPr>
          <p:cNvPr id="631" name="Google Shape;631;p30"/>
          <p:cNvSpPr txBox="1">
            <a:spLocks noGrp="1"/>
          </p:cNvSpPr>
          <p:nvPr>
            <p:ph type="body" idx="2"/>
          </p:nvPr>
        </p:nvSpPr>
        <p:spPr>
          <a:xfrm>
            <a:off x="5730031" y="1250479"/>
            <a:ext cx="2884500" cy="2307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1"/>
              </a:buClr>
              <a:buSzPts val="1100"/>
              <a:buChar char="●"/>
              <a:defRPr>
                <a:solidFill>
                  <a:schemeClr val="accent1"/>
                </a:solidFill>
              </a:defRPr>
            </a:lvl1pPr>
            <a:lvl2pPr marL="914400" lvl="1" indent="-298450">
              <a:spcBef>
                <a:spcPts val="0"/>
              </a:spcBef>
              <a:spcAft>
                <a:spcPts val="0"/>
              </a:spcAft>
              <a:buClr>
                <a:schemeClr val="accent1"/>
              </a:buClr>
              <a:buSzPts val="1100"/>
              <a:buChar char="○"/>
              <a:defRPr>
                <a:solidFill>
                  <a:schemeClr val="accent1"/>
                </a:solidFill>
              </a:defRPr>
            </a:lvl2pPr>
            <a:lvl3pPr marL="1371600" lvl="2" indent="-298450">
              <a:spcBef>
                <a:spcPts val="0"/>
              </a:spcBef>
              <a:spcAft>
                <a:spcPts val="0"/>
              </a:spcAft>
              <a:buClr>
                <a:schemeClr val="accent1"/>
              </a:buClr>
              <a:buSzPts val="1100"/>
              <a:buChar char="■"/>
              <a:defRPr>
                <a:solidFill>
                  <a:schemeClr val="accent1"/>
                </a:solidFill>
              </a:defRPr>
            </a:lvl3pPr>
            <a:lvl4pPr marL="1828800" lvl="3" indent="-298450">
              <a:spcBef>
                <a:spcPts val="0"/>
              </a:spcBef>
              <a:spcAft>
                <a:spcPts val="0"/>
              </a:spcAft>
              <a:buClr>
                <a:schemeClr val="accent1"/>
              </a:buClr>
              <a:buSzPts val="1100"/>
              <a:buChar char="●"/>
              <a:defRPr>
                <a:solidFill>
                  <a:schemeClr val="accent1"/>
                </a:solidFill>
              </a:defRPr>
            </a:lvl4pPr>
            <a:lvl5pPr marL="2286000" lvl="4" indent="-298450">
              <a:spcBef>
                <a:spcPts val="0"/>
              </a:spcBef>
              <a:spcAft>
                <a:spcPts val="0"/>
              </a:spcAft>
              <a:buClr>
                <a:schemeClr val="accent1"/>
              </a:buClr>
              <a:buSzPts val="1100"/>
              <a:buChar char="○"/>
              <a:defRPr>
                <a:solidFill>
                  <a:schemeClr val="accent1"/>
                </a:solidFill>
              </a:defRPr>
            </a:lvl5pPr>
            <a:lvl6pPr marL="2743200" lvl="5" indent="-298450">
              <a:spcBef>
                <a:spcPts val="0"/>
              </a:spcBef>
              <a:spcAft>
                <a:spcPts val="0"/>
              </a:spcAft>
              <a:buClr>
                <a:schemeClr val="accent1"/>
              </a:buClr>
              <a:buSzPts val="1100"/>
              <a:buChar char="■"/>
              <a:defRPr>
                <a:solidFill>
                  <a:schemeClr val="accent1"/>
                </a:solidFill>
              </a:defRPr>
            </a:lvl6pPr>
            <a:lvl7pPr marL="3200400" lvl="6" indent="-298450">
              <a:spcBef>
                <a:spcPts val="0"/>
              </a:spcBef>
              <a:spcAft>
                <a:spcPts val="0"/>
              </a:spcAft>
              <a:buClr>
                <a:schemeClr val="accent1"/>
              </a:buClr>
              <a:buSzPts val="1100"/>
              <a:buChar char="●"/>
              <a:defRPr>
                <a:solidFill>
                  <a:schemeClr val="accent1"/>
                </a:solidFill>
              </a:defRPr>
            </a:lvl7pPr>
            <a:lvl8pPr marL="3657600" lvl="7" indent="-298450">
              <a:spcBef>
                <a:spcPts val="0"/>
              </a:spcBef>
              <a:spcAft>
                <a:spcPts val="0"/>
              </a:spcAft>
              <a:buClr>
                <a:schemeClr val="accent1"/>
              </a:buClr>
              <a:buSzPts val="1100"/>
              <a:buChar char="○"/>
              <a:defRPr>
                <a:solidFill>
                  <a:schemeClr val="accent1"/>
                </a:solidFill>
              </a:defRPr>
            </a:lvl8pPr>
            <a:lvl9pPr marL="4114800" lvl="8" indent="-298450">
              <a:spcBef>
                <a:spcPts val="0"/>
              </a:spcBef>
              <a:spcAft>
                <a:spcPts val="0"/>
              </a:spcAft>
              <a:buClr>
                <a:schemeClr val="accent1"/>
              </a:buClr>
              <a:buSzPts val="1100"/>
              <a:buChar char="■"/>
              <a:defRPr>
                <a:solidFill>
                  <a:schemeClr val="accent1"/>
                </a:solidFill>
              </a:defRPr>
            </a:lvl9pPr>
          </a:lstStyle>
          <a:p>
            <a:endParaRPr/>
          </a:p>
        </p:txBody>
      </p:sp>
      <p:grpSp>
        <p:nvGrpSpPr>
          <p:cNvPr id="632" name="Google Shape;632;p30"/>
          <p:cNvGrpSpPr/>
          <p:nvPr/>
        </p:nvGrpSpPr>
        <p:grpSpPr>
          <a:xfrm>
            <a:off x="8324707" y="-874113"/>
            <a:ext cx="1572280" cy="1572280"/>
            <a:chOff x="987244" y="313753"/>
            <a:chExt cx="555321" cy="555321"/>
          </a:xfrm>
        </p:grpSpPr>
        <p:grpSp>
          <p:nvGrpSpPr>
            <p:cNvPr id="633" name="Google Shape;633;p30"/>
            <p:cNvGrpSpPr/>
            <p:nvPr/>
          </p:nvGrpSpPr>
          <p:grpSpPr>
            <a:xfrm>
              <a:off x="1068575" y="395075"/>
              <a:ext cx="392675" cy="392675"/>
              <a:chOff x="458050" y="265600"/>
              <a:chExt cx="392675" cy="392675"/>
            </a:xfrm>
          </p:grpSpPr>
          <p:sp>
            <p:nvSpPr>
              <p:cNvPr id="634" name="Google Shape;634;p30"/>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35" name="Google Shape;635;p30"/>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36" name="Google Shape;636;p30"/>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37" name="Google Shape;637;p30"/>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638" name="Google Shape;638;p30"/>
            <p:cNvGrpSpPr/>
            <p:nvPr/>
          </p:nvGrpSpPr>
          <p:grpSpPr>
            <a:xfrm rot="-2700000">
              <a:off x="1068569" y="395078"/>
              <a:ext cx="392671" cy="392671"/>
              <a:chOff x="458050" y="265600"/>
              <a:chExt cx="392675" cy="392675"/>
            </a:xfrm>
          </p:grpSpPr>
          <p:sp>
            <p:nvSpPr>
              <p:cNvPr id="639" name="Google Shape;639;p30"/>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40" name="Google Shape;640;p30"/>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41" name="Google Shape;641;p30"/>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42" name="Google Shape;642;p30"/>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grpSp>
        <p:nvGrpSpPr>
          <p:cNvPr id="643" name="Google Shape;643;p30"/>
          <p:cNvGrpSpPr/>
          <p:nvPr/>
        </p:nvGrpSpPr>
        <p:grpSpPr>
          <a:xfrm rot="5400000">
            <a:off x="126313" y="48982"/>
            <a:ext cx="230579" cy="230579"/>
            <a:chOff x="458050" y="265600"/>
            <a:chExt cx="392675" cy="392675"/>
          </a:xfrm>
        </p:grpSpPr>
        <p:sp>
          <p:nvSpPr>
            <p:cNvPr id="644" name="Google Shape;644;p30"/>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45" name="Google Shape;645;p30"/>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46" name="Google Shape;646;p30"/>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47" name="Google Shape;647;p30"/>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648" name="Google Shape;648;p30"/>
          <p:cNvGrpSpPr/>
          <p:nvPr/>
        </p:nvGrpSpPr>
        <p:grpSpPr>
          <a:xfrm rot="5400000">
            <a:off x="-52648" y="276513"/>
            <a:ext cx="230579" cy="230579"/>
            <a:chOff x="458050" y="265600"/>
            <a:chExt cx="392675" cy="392675"/>
          </a:xfrm>
        </p:grpSpPr>
        <p:sp>
          <p:nvSpPr>
            <p:cNvPr id="649" name="Google Shape;649;p30"/>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50" name="Google Shape;650;p30"/>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51" name="Google Shape;651;p30"/>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52" name="Google Shape;652;p30"/>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653" name="Google Shape;653;p30"/>
          <p:cNvGrpSpPr/>
          <p:nvPr/>
        </p:nvGrpSpPr>
        <p:grpSpPr>
          <a:xfrm rot="5400000">
            <a:off x="44813" y="4583832"/>
            <a:ext cx="230579" cy="230579"/>
            <a:chOff x="458050" y="265600"/>
            <a:chExt cx="392675" cy="392675"/>
          </a:xfrm>
        </p:grpSpPr>
        <p:sp>
          <p:nvSpPr>
            <p:cNvPr id="654" name="Google Shape;654;p30"/>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55" name="Google Shape;655;p30"/>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56" name="Google Shape;656;p30"/>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57" name="Google Shape;657;p30"/>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658" name="Google Shape;658;p30"/>
          <p:cNvGrpSpPr/>
          <p:nvPr/>
        </p:nvGrpSpPr>
        <p:grpSpPr>
          <a:xfrm rot="5400000">
            <a:off x="44827" y="4857688"/>
            <a:ext cx="230579" cy="230579"/>
            <a:chOff x="458050" y="265600"/>
            <a:chExt cx="392675" cy="392675"/>
          </a:xfrm>
        </p:grpSpPr>
        <p:sp>
          <p:nvSpPr>
            <p:cNvPr id="659" name="Google Shape;659;p30"/>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60" name="Google Shape;660;p30"/>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61" name="Google Shape;661;p30"/>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62" name="Google Shape;662;p30"/>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663" name="Google Shape;663;p30"/>
          <p:cNvGrpSpPr/>
          <p:nvPr/>
        </p:nvGrpSpPr>
        <p:grpSpPr>
          <a:xfrm rot="5400000">
            <a:off x="275388" y="4742007"/>
            <a:ext cx="230579" cy="230579"/>
            <a:chOff x="458050" y="265600"/>
            <a:chExt cx="392675" cy="392675"/>
          </a:xfrm>
        </p:grpSpPr>
        <p:sp>
          <p:nvSpPr>
            <p:cNvPr id="664" name="Google Shape;664;p30"/>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65" name="Google Shape;665;p30"/>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66" name="Google Shape;666;p30"/>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67" name="Google Shape;667;p30"/>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668" name="Google Shape;668;p30"/>
          <p:cNvGrpSpPr/>
          <p:nvPr/>
        </p:nvGrpSpPr>
        <p:grpSpPr>
          <a:xfrm rot="5400000">
            <a:off x="275402" y="5015863"/>
            <a:ext cx="230579" cy="230579"/>
            <a:chOff x="458050" y="265600"/>
            <a:chExt cx="392675" cy="392675"/>
          </a:xfrm>
        </p:grpSpPr>
        <p:sp>
          <p:nvSpPr>
            <p:cNvPr id="669" name="Google Shape;669;p30"/>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70" name="Google Shape;670;p30"/>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71" name="Google Shape;671;p30"/>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72" name="Google Shape;672;p30"/>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673" name="Google Shape;673;p30"/>
          <p:cNvSpPr/>
          <p:nvPr/>
        </p:nvSpPr>
        <p:spPr>
          <a:xfrm>
            <a:off x="5474775" y="2033475"/>
            <a:ext cx="3395100" cy="1132200"/>
          </a:xfrm>
          <a:prstGeom prst="snip1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74" name="Google Shape;674;p30"/>
          <p:cNvSpPr txBox="1">
            <a:spLocks noGrp="1"/>
          </p:cNvSpPr>
          <p:nvPr>
            <p:ph type="subTitle" idx="3"/>
          </p:nvPr>
        </p:nvSpPr>
        <p:spPr>
          <a:xfrm>
            <a:off x="5730031" y="2191575"/>
            <a:ext cx="2884500" cy="458100"/>
          </a:xfrm>
          <a:prstGeom prst="rect">
            <a:avLst/>
          </a:prstGeom>
        </p:spPr>
        <p:txBody>
          <a:bodyPr spcFirstLastPara="1" wrap="square" lIns="0" tIns="0" rIns="0" bIns="0" anchor="t" anchorCtr="0">
            <a:noAutofit/>
          </a:bodyPr>
          <a:lstStyle>
            <a:lvl1pPr lvl="0">
              <a:spcBef>
                <a:spcPts val="0"/>
              </a:spcBef>
              <a:spcAft>
                <a:spcPts val="0"/>
              </a:spcAft>
              <a:buClr>
                <a:schemeClr val="accent1"/>
              </a:buClr>
              <a:buSzPts val="1400"/>
              <a:buFont typeface="DM Sans Medium"/>
              <a:buNone/>
              <a:defRPr sz="1400">
                <a:solidFill>
                  <a:schemeClr val="accent1"/>
                </a:solidFill>
                <a:latin typeface="DM Sans Medium"/>
                <a:ea typeface="DM Sans Medium"/>
                <a:cs typeface="DM Sans Medium"/>
                <a:sym typeface="DM Sans Medium"/>
              </a:defRPr>
            </a:lvl1pPr>
            <a:lvl2pPr lvl="1">
              <a:spcBef>
                <a:spcPts val="0"/>
              </a:spcBef>
              <a:spcAft>
                <a:spcPts val="0"/>
              </a:spcAft>
              <a:buClr>
                <a:schemeClr val="accent1"/>
              </a:buClr>
              <a:buSzPts val="1600"/>
              <a:buNone/>
              <a:defRPr sz="1600">
                <a:solidFill>
                  <a:schemeClr val="accent1"/>
                </a:solidFill>
              </a:defRPr>
            </a:lvl2pPr>
            <a:lvl3pPr lvl="2">
              <a:spcBef>
                <a:spcPts val="0"/>
              </a:spcBef>
              <a:spcAft>
                <a:spcPts val="0"/>
              </a:spcAft>
              <a:buClr>
                <a:schemeClr val="accent1"/>
              </a:buClr>
              <a:buSzPts val="1600"/>
              <a:buNone/>
              <a:defRPr sz="1600">
                <a:solidFill>
                  <a:schemeClr val="accent1"/>
                </a:solidFill>
              </a:defRPr>
            </a:lvl3pPr>
            <a:lvl4pPr lvl="3">
              <a:spcBef>
                <a:spcPts val="0"/>
              </a:spcBef>
              <a:spcAft>
                <a:spcPts val="0"/>
              </a:spcAft>
              <a:buClr>
                <a:schemeClr val="accent1"/>
              </a:buClr>
              <a:buSzPts val="1600"/>
              <a:buNone/>
              <a:defRPr sz="1600">
                <a:solidFill>
                  <a:schemeClr val="accent1"/>
                </a:solidFill>
              </a:defRPr>
            </a:lvl4pPr>
            <a:lvl5pPr lvl="4">
              <a:spcBef>
                <a:spcPts val="0"/>
              </a:spcBef>
              <a:spcAft>
                <a:spcPts val="0"/>
              </a:spcAft>
              <a:buClr>
                <a:schemeClr val="accent1"/>
              </a:buClr>
              <a:buSzPts val="1600"/>
              <a:buNone/>
              <a:defRPr sz="1600">
                <a:solidFill>
                  <a:schemeClr val="accent1"/>
                </a:solidFill>
              </a:defRPr>
            </a:lvl5pPr>
            <a:lvl6pPr lvl="5">
              <a:spcBef>
                <a:spcPts val="0"/>
              </a:spcBef>
              <a:spcAft>
                <a:spcPts val="0"/>
              </a:spcAft>
              <a:buClr>
                <a:schemeClr val="accent1"/>
              </a:buClr>
              <a:buSzPts val="1600"/>
              <a:buNone/>
              <a:defRPr sz="1600">
                <a:solidFill>
                  <a:schemeClr val="accent1"/>
                </a:solidFill>
              </a:defRPr>
            </a:lvl6pPr>
            <a:lvl7pPr lvl="6">
              <a:spcBef>
                <a:spcPts val="0"/>
              </a:spcBef>
              <a:spcAft>
                <a:spcPts val="0"/>
              </a:spcAft>
              <a:buClr>
                <a:schemeClr val="accent1"/>
              </a:buClr>
              <a:buSzPts val="1600"/>
              <a:buNone/>
              <a:defRPr sz="1600">
                <a:solidFill>
                  <a:schemeClr val="accent1"/>
                </a:solidFill>
              </a:defRPr>
            </a:lvl7pPr>
            <a:lvl8pPr lvl="7">
              <a:spcBef>
                <a:spcPts val="0"/>
              </a:spcBef>
              <a:spcAft>
                <a:spcPts val="0"/>
              </a:spcAft>
              <a:buClr>
                <a:schemeClr val="accent1"/>
              </a:buClr>
              <a:buSzPts val="1600"/>
              <a:buNone/>
              <a:defRPr sz="1600">
                <a:solidFill>
                  <a:schemeClr val="accent1"/>
                </a:solidFill>
              </a:defRPr>
            </a:lvl8pPr>
            <a:lvl9pPr lvl="8">
              <a:spcBef>
                <a:spcPts val="0"/>
              </a:spcBef>
              <a:spcAft>
                <a:spcPts val="0"/>
              </a:spcAft>
              <a:buClr>
                <a:schemeClr val="accent1"/>
              </a:buClr>
              <a:buSzPts val="1600"/>
              <a:buNone/>
              <a:defRPr sz="1600">
                <a:solidFill>
                  <a:schemeClr val="accent1"/>
                </a:solidFill>
              </a:defRPr>
            </a:lvl9pPr>
          </a:lstStyle>
          <a:p>
            <a:endParaRPr/>
          </a:p>
        </p:txBody>
      </p:sp>
      <p:sp>
        <p:nvSpPr>
          <p:cNvPr id="675" name="Google Shape;675;p30"/>
          <p:cNvSpPr txBox="1">
            <a:spLocks noGrp="1"/>
          </p:cNvSpPr>
          <p:nvPr>
            <p:ph type="body" idx="4"/>
          </p:nvPr>
        </p:nvSpPr>
        <p:spPr>
          <a:xfrm>
            <a:off x="5730031" y="2776854"/>
            <a:ext cx="2884500" cy="2307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1"/>
              </a:buClr>
              <a:buSzPts val="1100"/>
              <a:buChar char="●"/>
              <a:defRPr>
                <a:solidFill>
                  <a:schemeClr val="accent1"/>
                </a:solidFill>
              </a:defRPr>
            </a:lvl1pPr>
            <a:lvl2pPr marL="914400" lvl="1" indent="-298450">
              <a:spcBef>
                <a:spcPts val="0"/>
              </a:spcBef>
              <a:spcAft>
                <a:spcPts val="0"/>
              </a:spcAft>
              <a:buClr>
                <a:schemeClr val="accent1"/>
              </a:buClr>
              <a:buSzPts val="1100"/>
              <a:buChar char="○"/>
              <a:defRPr>
                <a:solidFill>
                  <a:schemeClr val="accent1"/>
                </a:solidFill>
              </a:defRPr>
            </a:lvl2pPr>
            <a:lvl3pPr marL="1371600" lvl="2" indent="-298450">
              <a:spcBef>
                <a:spcPts val="0"/>
              </a:spcBef>
              <a:spcAft>
                <a:spcPts val="0"/>
              </a:spcAft>
              <a:buClr>
                <a:schemeClr val="accent1"/>
              </a:buClr>
              <a:buSzPts val="1100"/>
              <a:buChar char="■"/>
              <a:defRPr>
                <a:solidFill>
                  <a:schemeClr val="accent1"/>
                </a:solidFill>
              </a:defRPr>
            </a:lvl3pPr>
            <a:lvl4pPr marL="1828800" lvl="3" indent="-298450">
              <a:spcBef>
                <a:spcPts val="0"/>
              </a:spcBef>
              <a:spcAft>
                <a:spcPts val="0"/>
              </a:spcAft>
              <a:buClr>
                <a:schemeClr val="accent1"/>
              </a:buClr>
              <a:buSzPts val="1100"/>
              <a:buChar char="●"/>
              <a:defRPr>
                <a:solidFill>
                  <a:schemeClr val="accent1"/>
                </a:solidFill>
              </a:defRPr>
            </a:lvl4pPr>
            <a:lvl5pPr marL="2286000" lvl="4" indent="-298450">
              <a:spcBef>
                <a:spcPts val="0"/>
              </a:spcBef>
              <a:spcAft>
                <a:spcPts val="0"/>
              </a:spcAft>
              <a:buClr>
                <a:schemeClr val="accent1"/>
              </a:buClr>
              <a:buSzPts val="1100"/>
              <a:buChar char="○"/>
              <a:defRPr>
                <a:solidFill>
                  <a:schemeClr val="accent1"/>
                </a:solidFill>
              </a:defRPr>
            </a:lvl5pPr>
            <a:lvl6pPr marL="2743200" lvl="5" indent="-298450">
              <a:spcBef>
                <a:spcPts val="0"/>
              </a:spcBef>
              <a:spcAft>
                <a:spcPts val="0"/>
              </a:spcAft>
              <a:buClr>
                <a:schemeClr val="accent1"/>
              </a:buClr>
              <a:buSzPts val="1100"/>
              <a:buChar char="■"/>
              <a:defRPr>
                <a:solidFill>
                  <a:schemeClr val="accent1"/>
                </a:solidFill>
              </a:defRPr>
            </a:lvl6pPr>
            <a:lvl7pPr marL="3200400" lvl="6" indent="-298450">
              <a:spcBef>
                <a:spcPts val="0"/>
              </a:spcBef>
              <a:spcAft>
                <a:spcPts val="0"/>
              </a:spcAft>
              <a:buClr>
                <a:schemeClr val="accent1"/>
              </a:buClr>
              <a:buSzPts val="1100"/>
              <a:buChar char="●"/>
              <a:defRPr>
                <a:solidFill>
                  <a:schemeClr val="accent1"/>
                </a:solidFill>
              </a:defRPr>
            </a:lvl7pPr>
            <a:lvl8pPr marL="3657600" lvl="7" indent="-298450">
              <a:spcBef>
                <a:spcPts val="0"/>
              </a:spcBef>
              <a:spcAft>
                <a:spcPts val="0"/>
              </a:spcAft>
              <a:buClr>
                <a:schemeClr val="accent1"/>
              </a:buClr>
              <a:buSzPts val="1100"/>
              <a:buChar char="○"/>
              <a:defRPr>
                <a:solidFill>
                  <a:schemeClr val="accent1"/>
                </a:solidFill>
              </a:defRPr>
            </a:lvl8pPr>
            <a:lvl9pPr marL="4114800" lvl="8" indent="-298450">
              <a:spcBef>
                <a:spcPts val="0"/>
              </a:spcBef>
              <a:spcAft>
                <a:spcPts val="0"/>
              </a:spcAft>
              <a:buClr>
                <a:schemeClr val="accent1"/>
              </a:buClr>
              <a:buSzPts val="1100"/>
              <a:buChar char="■"/>
              <a:defRPr>
                <a:solidFill>
                  <a:schemeClr val="accent1"/>
                </a:solidFill>
              </a:defRPr>
            </a:lvl9pPr>
          </a:lstStyle>
          <a:p>
            <a:endParaRPr/>
          </a:p>
        </p:txBody>
      </p:sp>
      <p:sp>
        <p:nvSpPr>
          <p:cNvPr id="676" name="Google Shape;676;p30"/>
          <p:cNvSpPr/>
          <p:nvPr/>
        </p:nvSpPr>
        <p:spPr>
          <a:xfrm>
            <a:off x="5474800" y="3559850"/>
            <a:ext cx="3395100" cy="1132200"/>
          </a:xfrm>
          <a:prstGeom prst="snip1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77" name="Google Shape;677;p30"/>
          <p:cNvSpPr txBox="1">
            <a:spLocks noGrp="1"/>
          </p:cNvSpPr>
          <p:nvPr>
            <p:ph type="subTitle" idx="5"/>
          </p:nvPr>
        </p:nvSpPr>
        <p:spPr>
          <a:xfrm>
            <a:off x="5730031" y="3717950"/>
            <a:ext cx="2884500" cy="458100"/>
          </a:xfrm>
          <a:prstGeom prst="rect">
            <a:avLst/>
          </a:prstGeom>
        </p:spPr>
        <p:txBody>
          <a:bodyPr spcFirstLastPara="1" wrap="square" lIns="0" tIns="0" rIns="0" bIns="0" anchor="t" anchorCtr="0">
            <a:noAutofit/>
          </a:bodyPr>
          <a:lstStyle>
            <a:lvl1pPr lvl="0">
              <a:spcBef>
                <a:spcPts val="0"/>
              </a:spcBef>
              <a:spcAft>
                <a:spcPts val="0"/>
              </a:spcAft>
              <a:buClr>
                <a:schemeClr val="accent1"/>
              </a:buClr>
              <a:buSzPts val="1400"/>
              <a:buFont typeface="DM Sans Medium"/>
              <a:buNone/>
              <a:defRPr sz="1400">
                <a:solidFill>
                  <a:schemeClr val="accent1"/>
                </a:solidFill>
                <a:latin typeface="DM Sans Medium"/>
                <a:ea typeface="DM Sans Medium"/>
                <a:cs typeface="DM Sans Medium"/>
                <a:sym typeface="DM Sans Medium"/>
              </a:defRPr>
            </a:lvl1pPr>
            <a:lvl2pPr lvl="1">
              <a:spcBef>
                <a:spcPts val="0"/>
              </a:spcBef>
              <a:spcAft>
                <a:spcPts val="0"/>
              </a:spcAft>
              <a:buClr>
                <a:schemeClr val="accent1"/>
              </a:buClr>
              <a:buSzPts val="1600"/>
              <a:buNone/>
              <a:defRPr sz="1600">
                <a:solidFill>
                  <a:schemeClr val="accent1"/>
                </a:solidFill>
              </a:defRPr>
            </a:lvl2pPr>
            <a:lvl3pPr lvl="2">
              <a:spcBef>
                <a:spcPts val="0"/>
              </a:spcBef>
              <a:spcAft>
                <a:spcPts val="0"/>
              </a:spcAft>
              <a:buClr>
                <a:schemeClr val="accent1"/>
              </a:buClr>
              <a:buSzPts val="1600"/>
              <a:buNone/>
              <a:defRPr sz="1600">
                <a:solidFill>
                  <a:schemeClr val="accent1"/>
                </a:solidFill>
              </a:defRPr>
            </a:lvl3pPr>
            <a:lvl4pPr lvl="3">
              <a:spcBef>
                <a:spcPts val="0"/>
              </a:spcBef>
              <a:spcAft>
                <a:spcPts val="0"/>
              </a:spcAft>
              <a:buClr>
                <a:schemeClr val="accent1"/>
              </a:buClr>
              <a:buSzPts val="1600"/>
              <a:buNone/>
              <a:defRPr sz="1600">
                <a:solidFill>
                  <a:schemeClr val="accent1"/>
                </a:solidFill>
              </a:defRPr>
            </a:lvl4pPr>
            <a:lvl5pPr lvl="4">
              <a:spcBef>
                <a:spcPts val="0"/>
              </a:spcBef>
              <a:spcAft>
                <a:spcPts val="0"/>
              </a:spcAft>
              <a:buClr>
                <a:schemeClr val="accent1"/>
              </a:buClr>
              <a:buSzPts val="1600"/>
              <a:buNone/>
              <a:defRPr sz="1600">
                <a:solidFill>
                  <a:schemeClr val="accent1"/>
                </a:solidFill>
              </a:defRPr>
            </a:lvl5pPr>
            <a:lvl6pPr lvl="5">
              <a:spcBef>
                <a:spcPts val="0"/>
              </a:spcBef>
              <a:spcAft>
                <a:spcPts val="0"/>
              </a:spcAft>
              <a:buClr>
                <a:schemeClr val="accent1"/>
              </a:buClr>
              <a:buSzPts val="1600"/>
              <a:buNone/>
              <a:defRPr sz="1600">
                <a:solidFill>
                  <a:schemeClr val="accent1"/>
                </a:solidFill>
              </a:defRPr>
            </a:lvl6pPr>
            <a:lvl7pPr lvl="6">
              <a:spcBef>
                <a:spcPts val="0"/>
              </a:spcBef>
              <a:spcAft>
                <a:spcPts val="0"/>
              </a:spcAft>
              <a:buClr>
                <a:schemeClr val="accent1"/>
              </a:buClr>
              <a:buSzPts val="1600"/>
              <a:buNone/>
              <a:defRPr sz="1600">
                <a:solidFill>
                  <a:schemeClr val="accent1"/>
                </a:solidFill>
              </a:defRPr>
            </a:lvl7pPr>
            <a:lvl8pPr lvl="7">
              <a:spcBef>
                <a:spcPts val="0"/>
              </a:spcBef>
              <a:spcAft>
                <a:spcPts val="0"/>
              </a:spcAft>
              <a:buClr>
                <a:schemeClr val="accent1"/>
              </a:buClr>
              <a:buSzPts val="1600"/>
              <a:buNone/>
              <a:defRPr sz="1600">
                <a:solidFill>
                  <a:schemeClr val="accent1"/>
                </a:solidFill>
              </a:defRPr>
            </a:lvl8pPr>
            <a:lvl9pPr lvl="8">
              <a:spcBef>
                <a:spcPts val="0"/>
              </a:spcBef>
              <a:spcAft>
                <a:spcPts val="0"/>
              </a:spcAft>
              <a:buClr>
                <a:schemeClr val="accent1"/>
              </a:buClr>
              <a:buSzPts val="1600"/>
              <a:buNone/>
              <a:defRPr sz="1600">
                <a:solidFill>
                  <a:schemeClr val="accent1"/>
                </a:solidFill>
              </a:defRPr>
            </a:lvl9pPr>
          </a:lstStyle>
          <a:p>
            <a:endParaRPr/>
          </a:p>
        </p:txBody>
      </p:sp>
      <p:sp>
        <p:nvSpPr>
          <p:cNvPr id="678" name="Google Shape;678;p30"/>
          <p:cNvSpPr txBox="1">
            <a:spLocks noGrp="1"/>
          </p:cNvSpPr>
          <p:nvPr>
            <p:ph type="body" idx="6"/>
          </p:nvPr>
        </p:nvSpPr>
        <p:spPr>
          <a:xfrm>
            <a:off x="5730031" y="4303229"/>
            <a:ext cx="2884500" cy="2307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1"/>
              </a:buClr>
              <a:buSzPts val="1100"/>
              <a:buChar char="●"/>
              <a:defRPr>
                <a:solidFill>
                  <a:schemeClr val="accent1"/>
                </a:solidFill>
              </a:defRPr>
            </a:lvl1pPr>
            <a:lvl2pPr marL="914400" lvl="1" indent="-298450">
              <a:spcBef>
                <a:spcPts val="0"/>
              </a:spcBef>
              <a:spcAft>
                <a:spcPts val="0"/>
              </a:spcAft>
              <a:buClr>
                <a:schemeClr val="accent1"/>
              </a:buClr>
              <a:buSzPts val="1100"/>
              <a:buChar char="○"/>
              <a:defRPr>
                <a:solidFill>
                  <a:schemeClr val="accent1"/>
                </a:solidFill>
              </a:defRPr>
            </a:lvl2pPr>
            <a:lvl3pPr marL="1371600" lvl="2" indent="-298450">
              <a:spcBef>
                <a:spcPts val="0"/>
              </a:spcBef>
              <a:spcAft>
                <a:spcPts val="0"/>
              </a:spcAft>
              <a:buClr>
                <a:schemeClr val="accent1"/>
              </a:buClr>
              <a:buSzPts val="1100"/>
              <a:buChar char="■"/>
              <a:defRPr>
                <a:solidFill>
                  <a:schemeClr val="accent1"/>
                </a:solidFill>
              </a:defRPr>
            </a:lvl3pPr>
            <a:lvl4pPr marL="1828800" lvl="3" indent="-298450">
              <a:spcBef>
                <a:spcPts val="0"/>
              </a:spcBef>
              <a:spcAft>
                <a:spcPts val="0"/>
              </a:spcAft>
              <a:buClr>
                <a:schemeClr val="accent1"/>
              </a:buClr>
              <a:buSzPts val="1100"/>
              <a:buChar char="●"/>
              <a:defRPr>
                <a:solidFill>
                  <a:schemeClr val="accent1"/>
                </a:solidFill>
              </a:defRPr>
            </a:lvl4pPr>
            <a:lvl5pPr marL="2286000" lvl="4" indent="-298450">
              <a:spcBef>
                <a:spcPts val="0"/>
              </a:spcBef>
              <a:spcAft>
                <a:spcPts val="0"/>
              </a:spcAft>
              <a:buClr>
                <a:schemeClr val="accent1"/>
              </a:buClr>
              <a:buSzPts val="1100"/>
              <a:buChar char="○"/>
              <a:defRPr>
                <a:solidFill>
                  <a:schemeClr val="accent1"/>
                </a:solidFill>
              </a:defRPr>
            </a:lvl5pPr>
            <a:lvl6pPr marL="2743200" lvl="5" indent="-298450">
              <a:spcBef>
                <a:spcPts val="0"/>
              </a:spcBef>
              <a:spcAft>
                <a:spcPts val="0"/>
              </a:spcAft>
              <a:buClr>
                <a:schemeClr val="accent1"/>
              </a:buClr>
              <a:buSzPts val="1100"/>
              <a:buChar char="■"/>
              <a:defRPr>
                <a:solidFill>
                  <a:schemeClr val="accent1"/>
                </a:solidFill>
              </a:defRPr>
            </a:lvl6pPr>
            <a:lvl7pPr marL="3200400" lvl="6" indent="-298450">
              <a:spcBef>
                <a:spcPts val="0"/>
              </a:spcBef>
              <a:spcAft>
                <a:spcPts val="0"/>
              </a:spcAft>
              <a:buClr>
                <a:schemeClr val="accent1"/>
              </a:buClr>
              <a:buSzPts val="1100"/>
              <a:buChar char="●"/>
              <a:defRPr>
                <a:solidFill>
                  <a:schemeClr val="accent1"/>
                </a:solidFill>
              </a:defRPr>
            </a:lvl7pPr>
            <a:lvl8pPr marL="3657600" lvl="7" indent="-298450">
              <a:spcBef>
                <a:spcPts val="0"/>
              </a:spcBef>
              <a:spcAft>
                <a:spcPts val="0"/>
              </a:spcAft>
              <a:buClr>
                <a:schemeClr val="accent1"/>
              </a:buClr>
              <a:buSzPts val="1100"/>
              <a:buChar char="○"/>
              <a:defRPr>
                <a:solidFill>
                  <a:schemeClr val="accent1"/>
                </a:solidFill>
              </a:defRPr>
            </a:lvl8pPr>
            <a:lvl9pPr marL="4114800" lvl="8" indent="-298450">
              <a:spcBef>
                <a:spcPts val="0"/>
              </a:spcBef>
              <a:spcAft>
                <a:spcPts val="0"/>
              </a:spcAft>
              <a:buClr>
                <a:schemeClr val="accent1"/>
              </a:buClr>
              <a:buSzPts val="1100"/>
              <a:buChar char="■"/>
              <a:defRPr>
                <a:solidFill>
                  <a:schemeClr val="accent1"/>
                </a:solidFill>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lide with 4 key metrics v3">
  <p:cSld name="CUSTOM_12">
    <p:spTree>
      <p:nvGrpSpPr>
        <p:cNvPr id="1" name="Shape 679"/>
        <p:cNvGrpSpPr/>
        <p:nvPr/>
      </p:nvGrpSpPr>
      <p:grpSpPr>
        <a:xfrm>
          <a:off x="0" y="0"/>
          <a:ext cx="0" cy="0"/>
          <a:chOff x="0" y="0"/>
          <a:chExt cx="0" cy="0"/>
        </a:xfrm>
      </p:grpSpPr>
      <p:sp>
        <p:nvSpPr>
          <p:cNvPr id="680" name="Google Shape;680;p31"/>
          <p:cNvSpPr txBox="1">
            <a:spLocks noGrp="1"/>
          </p:cNvSpPr>
          <p:nvPr>
            <p:ph type="title"/>
          </p:nvPr>
        </p:nvSpPr>
        <p:spPr>
          <a:xfrm>
            <a:off x="516150" y="269950"/>
            <a:ext cx="8111700" cy="458100"/>
          </a:xfrm>
          <a:prstGeom prst="rect">
            <a:avLst/>
          </a:prstGeom>
        </p:spPr>
        <p:txBody>
          <a:bodyPr spcFirstLastPara="1" wrap="square" lIns="0" tIns="0" rIns="0" bIns="0" anchor="t" anchorCtr="0">
            <a:noAutofit/>
          </a:bodyPr>
          <a:lstStyle>
            <a:lvl1pPr lvl="0" algn="ctr">
              <a:spcBef>
                <a:spcPts val="0"/>
              </a:spcBef>
              <a:spcAft>
                <a:spcPts val="0"/>
              </a:spcAft>
              <a:buSzPts val="2000"/>
              <a:buNone/>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a:endParaRPr/>
          </a:p>
        </p:txBody>
      </p:sp>
      <p:sp>
        <p:nvSpPr>
          <p:cNvPr id="681" name="Google Shape;681;p31"/>
          <p:cNvSpPr txBox="1">
            <a:spLocks noGrp="1"/>
          </p:cNvSpPr>
          <p:nvPr>
            <p:ph type="subTitle" idx="1"/>
          </p:nvPr>
        </p:nvSpPr>
        <p:spPr>
          <a:xfrm>
            <a:off x="450938" y="1830025"/>
            <a:ext cx="1668900" cy="458100"/>
          </a:xfrm>
          <a:prstGeom prst="rect">
            <a:avLst/>
          </a:prstGeom>
        </p:spPr>
        <p:txBody>
          <a:bodyPr spcFirstLastPara="1" wrap="square" lIns="0" tIns="0" rIns="0" bIns="0" anchor="ctr" anchorCtr="0">
            <a:noAutofit/>
          </a:bodyPr>
          <a:lstStyle>
            <a:lvl1pPr lvl="0" algn="ctr">
              <a:spcBef>
                <a:spcPts val="0"/>
              </a:spcBef>
              <a:spcAft>
                <a:spcPts val="0"/>
              </a:spcAft>
              <a:buClr>
                <a:schemeClr val="accent5"/>
              </a:buClr>
              <a:buSzPts val="2000"/>
              <a:buFont typeface="DM Sans Medium"/>
              <a:buNone/>
              <a:defRPr sz="2000">
                <a:solidFill>
                  <a:schemeClr val="accent5"/>
                </a:solidFill>
                <a:latin typeface="DM Sans Medium"/>
                <a:ea typeface="DM Sans Medium"/>
                <a:cs typeface="DM Sans Medium"/>
                <a:sym typeface="DM Sans Medium"/>
              </a:defRPr>
            </a:lvl1pPr>
            <a:lvl2pPr lvl="1" algn="ctr">
              <a:spcBef>
                <a:spcPts val="0"/>
              </a:spcBef>
              <a:spcAft>
                <a:spcPts val="0"/>
              </a:spcAft>
              <a:buClr>
                <a:schemeClr val="accent5"/>
              </a:buClr>
              <a:buSzPts val="2000"/>
              <a:buNone/>
              <a:defRPr sz="2000">
                <a:solidFill>
                  <a:schemeClr val="accent5"/>
                </a:solidFill>
              </a:defRPr>
            </a:lvl2pPr>
            <a:lvl3pPr lvl="2" algn="ctr">
              <a:spcBef>
                <a:spcPts val="0"/>
              </a:spcBef>
              <a:spcAft>
                <a:spcPts val="0"/>
              </a:spcAft>
              <a:buClr>
                <a:schemeClr val="accent5"/>
              </a:buClr>
              <a:buSzPts val="2000"/>
              <a:buNone/>
              <a:defRPr sz="2000">
                <a:solidFill>
                  <a:schemeClr val="accent5"/>
                </a:solidFill>
              </a:defRPr>
            </a:lvl3pPr>
            <a:lvl4pPr lvl="3" algn="ctr">
              <a:spcBef>
                <a:spcPts val="0"/>
              </a:spcBef>
              <a:spcAft>
                <a:spcPts val="0"/>
              </a:spcAft>
              <a:buClr>
                <a:schemeClr val="accent5"/>
              </a:buClr>
              <a:buSzPts val="2000"/>
              <a:buNone/>
              <a:defRPr sz="2000">
                <a:solidFill>
                  <a:schemeClr val="accent5"/>
                </a:solidFill>
              </a:defRPr>
            </a:lvl4pPr>
            <a:lvl5pPr lvl="4" algn="ctr">
              <a:spcBef>
                <a:spcPts val="0"/>
              </a:spcBef>
              <a:spcAft>
                <a:spcPts val="0"/>
              </a:spcAft>
              <a:buClr>
                <a:schemeClr val="accent5"/>
              </a:buClr>
              <a:buSzPts val="2000"/>
              <a:buNone/>
              <a:defRPr sz="2000">
                <a:solidFill>
                  <a:schemeClr val="accent5"/>
                </a:solidFill>
              </a:defRPr>
            </a:lvl5pPr>
            <a:lvl6pPr lvl="5" algn="ctr">
              <a:spcBef>
                <a:spcPts val="0"/>
              </a:spcBef>
              <a:spcAft>
                <a:spcPts val="0"/>
              </a:spcAft>
              <a:buClr>
                <a:schemeClr val="accent5"/>
              </a:buClr>
              <a:buSzPts val="2000"/>
              <a:buNone/>
              <a:defRPr sz="2000">
                <a:solidFill>
                  <a:schemeClr val="accent5"/>
                </a:solidFill>
              </a:defRPr>
            </a:lvl6pPr>
            <a:lvl7pPr lvl="6" algn="ctr">
              <a:spcBef>
                <a:spcPts val="0"/>
              </a:spcBef>
              <a:spcAft>
                <a:spcPts val="0"/>
              </a:spcAft>
              <a:buClr>
                <a:schemeClr val="accent5"/>
              </a:buClr>
              <a:buSzPts val="2000"/>
              <a:buNone/>
              <a:defRPr sz="2000">
                <a:solidFill>
                  <a:schemeClr val="accent5"/>
                </a:solidFill>
              </a:defRPr>
            </a:lvl7pPr>
            <a:lvl8pPr lvl="7" algn="ctr">
              <a:spcBef>
                <a:spcPts val="0"/>
              </a:spcBef>
              <a:spcAft>
                <a:spcPts val="0"/>
              </a:spcAft>
              <a:buClr>
                <a:schemeClr val="accent5"/>
              </a:buClr>
              <a:buSzPts val="2000"/>
              <a:buNone/>
              <a:defRPr sz="2000">
                <a:solidFill>
                  <a:schemeClr val="accent5"/>
                </a:solidFill>
              </a:defRPr>
            </a:lvl8pPr>
            <a:lvl9pPr lvl="8" algn="ctr">
              <a:spcBef>
                <a:spcPts val="0"/>
              </a:spcBef>
              <a:spcAft>
                <a:spcPts val="0"/>
              </a:spcAft>
              <a:buClr>
                <a:schemeClr val="accent5"/>
              </a:buClr>
              <a:buSzPts val="2000"/>
              <a:buNone/>
              <a:defRPr sz="2000">
                <a:solidFill>
                  <a:schemeClr val="accent5"/>
                </a:solidFill>
              </a:defRPr>
            </a:lvl9pPr>
          </a:lstStyle>
          <a:p>
            <a:endParaRPr/>
          </a:p>
        </p:txBody>
      </p:sp>
      <p:sp>
        <p:nvSpPr>
          <p:cNvPr id="682" name="Google Shape;682;p31"/>
          <p:cNvSpPr txBox="1">
            <a:spLocks noGrp="1"/>
          </p:cNvSpPr>
          <p:nvPr>
            <p:ph type="body" idx="2"/>
          </p:nvPr>
        </p:nvSpPr>
        <p:spPr>
          <a:xfrm>
            <a:off x="450938" y="2655500"/>
            <a:ext cx="1668900" cy="745800"/>
          </a:xfrm>
          <a:prstGeom prst="rect">
            <a:avLst/>
          </a:prstGeom>
        </p:spPr>
        <p:txBody>
          <a:bodyPr spcFirstLastPara="1" wrap="square" lIns="0" tIns="0" rIns="0" bIns="0" anchor="t" anchorCtr="0">
            <a:noAutofit/>
          </a:bodyPr>
          <a:lstStyle>
            <a:lvl1pPr marL="457200" lvl="0" indent="-298450" algn="ctr">
              <a:spcBef>
                <a:spcPts val="0"/>
              </a:spcBef>
              <a:spcAft>
                <a:spcPts val="0"/>
              </a:spcAft>
              <a:buSzPts val="11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683" name="Google Shape;683;p31"/>
          <p:cNvSpPr txBox="1">
            <a:spLocks noGrp="1"/>
          </p:cNvSpPr>
          <p:nvPr>
            <p:ph type="subTitle" idx="3"/>
          </p:nvPr>
        </p:nvSpPr>
        <p:spPr>
          <a:xfrm>
            <a:off x="2584504" y="1830025"/>
            <a:ext cx="1668900" cy="458100"/>
          </a:xfrm>
          <a:prstGeom prst="rect">
            <a:avLst/>
          </a:prstGeom>
        </p:spPr>
        <p:txBody>
          <a:bodyPr spcFirstLastPara="1" wrap="square" lIns="0" tIns="0" rIns="0" bIns="0" anchor="ctr" anchorCtr="0">
            <a:noAutofit/>
          </a:bodyPr>
          <a:lstStyle>
            <a:lvl1pPr lvl="0" algn="ctr">
              <a:spcBef>
                <a:spcPts val="0"/>
              </a:spcBef>
              <a:spcAft>
                <a:spcPts val="0"/>
              </a:spcAft>
              <a:buClr>
                <a:schemeClr val="accent5"/>
              </a:buClr>
              <a:buSzPts val="2000"/>
              <a:buFont typeface="DM Sans Medium"/>
              <a:buNone/>
              <a:defRPr sz="2000">
                <a:solidFill>
                  <a:schemeClr val="accent5"/>
                </a:solidFill>
                <a:latin typeface="DM Sans Medium"/>
                <a:ea typeface="DM Sans Medium"/>
                <a:cs typeface="DM Sans Medium"/>
                <a:sym typeface="DM Sans Medium"/>
              </a:defRPr>
            </a:lvl1pPr>
            <a:lvl2pPr lvl="1" algn="ctr">
              <a:spcBef>
                <a:spcPts val="0"/>
              </a:spcBef>
              <a:spcAft>
                <a:spcPts val="0"/>
              </a:spcAft>
              <a:buClr>
                <a:schemeClr val="accent5"/>
              </a:buClr>
              <a:buSzPts val="2000"/>
              <a:buNone/>
              <a:defRPr sz="2000">
                <a:solidFill>
                  <a:schemeClr val="accent5"/>
                </a:solidFill>
              </a:defRPr>
            </a:lvl2pPr>
            <a:lvl3pPr lvl="2" algn="ctr">
              <a:spcBef>
                <a:spcPts val="0"/>
              </a:spcBef>
              <a:spcAft>
                <a:spcPts val="0"/>
              </a:spcAft>
              <a:buClr>
                <a:schemeClr val="accent5"/>
              </a:buClr>
              <a:buSzPts val="2000"/>
              <a:buNone/>
              <a:defRPr sz="2000">
                <a:solidFill>
                  <a:schemeClr val="accent5"/>
                </a:solidFill>
              </a:defRPr>
            </a:lvl3pPr>
            <a:lvl4pPr lvl="3" algn="ctr">
              <a:spcBef>
                <a:spcPts val="0"/>
              </a:spcBef>
              <a:spcAft>
                <a:spcPts val="0"/>
              </a:spcAft>
              <a:buClr>
                <a:schemeClr val="accent5"/>
              </a:buClr>
              <a:buSzPts val="2000"/>
              <a:buNone/>
              <a:defRPr sz="2000">
                <a:solidFill>
                  <a:schemeClr val="accent5"/>
                </a:solidFill>
              </a:defRPr>
            </a:lvl4pPr>
            <a:lvl5pPr lvl="4" algn="ctr">
              <a:spcBef>
                <a:spcPts val="0"/>
              </a:spcBef>
              <a:spcAft>
                <a:spcPts val="0"/>
              </a:spcAft>
              <a:buClr>
                <a:schemeClr val="accent5"/>
              </a:buClr>
              <a:buSzPts val="2000"/>
              <a:buNone/>
              <a:defRPr sz="2000">
                <a:solidFill>
                  <a:schemeClr val="accent5"/>
                </a:solidFill>
              </a:defRPr>
            </a:lvl5pPr>
            <a:lvl6pPr lvl="5" algn="ctr">
              <a:spcBef>
                <a:spcPts val="0"/>
              </a:spcBef>
              <a:spcAft>
                <a:spcPts val="0"/>
              </a:spcAft>
              <a:buClr>
                <a:schemeClr val="accent5"/>
              </a:buClr>
              <a:buSzPts val="2000"/>
              <a:buNone/>
              <a:defRPr sz="2000">
                <a:solidFill>
                  <a:schemeClr val="accent5"/>
                </a:solidFill>
              </a:defRPr>
            </a:lvl6pPr>
            <a:lvl7pPr lvl="6" algn="ctr">
              <a:spcBef>
                <a:spcPts val="0"/>
              </a:spcBef>
              <a:spcAft>
                <a:spcPts val="0"/>
              </a:spcAft>
              <a:buClr>
                <a:schemeClr val="accent5"/>
              </a:buClr>
              <a:buSzPts val="2000"/>
              <a:buNone/>
              <a:defRPr sz="2000">
                <a:solidFill>
                  <a:schemeClr val="accent5"/>
                </a:solidFill>
              </a:defRPr>
            </a:lvl7pPr>
            <a:lvl8pPr lvl="7" algn="ctr">
              <a:spcBef>
                <a:spcPts val="0"/>
              </a:spcBef>
              <a:spcAft>
                <a:spcPts val="0"/>
              </a:spcAft>
              <a:buClr>
                <a:schemeClr val="accent5"/>
              </a:buClr>
              <a:buSzPts val="2000"/>
              <a:buNone/>
              <a:defRPr sz="2000">
                <a:solidFill>
                  <a:schemeClr val="accent5"/>
                </a:solidFill>
              </a:defRPr>
            </a:lvl8pPr>
            <a:lvl9pPr lvl="8" algn="ctr">
              <a:spcBef>
                <a:spcPts val="0"/>
              </a:spcBef>
              <a:spcAft>
                <a:spcPts val="0"/>
              </a:spcAft>
              <a:buClr>
                <a:schemeClr val="accent5"/>
              </a:buClr>
              <a:buSzPts val="2000"/>
              <a:buNone/>
              <a:defRPr sz="2000">
                <a:solidFill>
                  <a:schemeClr val="accent5"/>
                </a:solidFill>
              </a:defRPr>
            </a:lvl9pPr>
          </a:lstStyle>
          <a:p>
            <a:endParaRPr/>
          </a:p>
        </p:txBody>
      </p:sp>
      <p:sp>
        <p:nvSpPr>
          <p:cNvPr id="684" name="Google Shape;684;p31"/>
          <p:cNvSpPr txBox="1">
            <a:spLocks noGrp="1"/>
          </p:cNvSpPr>
          <p:nvPr>
            <p:ph type="body" idx="4"/>
          </p:nvPr>
        </p:nvSpPr>
        <p:spPr>
          <a:xfrm>
            <a:off x="2584504" y="2655500"/>
            <a:ext cx="1668900" cy="745800"/>
          </a:xfrm>
          <a:prstGeom prst="rect">
            <a:avLst/>
          </a:prstGeom>
        </p:spPr>
        <p:txBody>
          <a:bodyPr spcFirstLastPara="1" wrap="square" lIns="0" tIns="0" rIns="0" bIns="0" anchor="t" anchorCtr="0">
            <a:noAutofit/>
          </a:bodyPr>
          <a:lstStyle>
            <a:lvl1pPr marL="457200" lvl="0" indent="-298450" algn="ctr">
              <a:spcBef>
                <a:spcPts val="0"/>
              </a:spcBef>
              <a:spcAft>
                <a:spcPts val="0"/>
              </a:spcAft>
              <a:buSzPts val="11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685" name="Google Shape;685;p31"/>
          <p:cNvSpPr txBox="1">
            <a:spLocks noGrp="1"/>
          </p:cNvSpPr>
          <p:nvPr>
            <p:ph type="subTitle" idx="5"/>
          </p:nvPr>
        </p:nvSpPr>
        <p:spPr>
          <a:xfrm>
            <a:off x="4718071" y="1830025"/>
            <a:ext cx="1668900" cy="458100"/>
          </a:xfrm>
          <a:prstGeom prst="rect">
            <a:avLst/>
          </a:prstGeom>
        </p:spPr>
        <p:txBody>
          <a:bodyPr spcFirstLastPara="1" wrap="square" lIns="0" tIns="0" rIns="0" bIns="0" anchor="ctr" anchorCtr="0">
            <a:noAutofit/>
          </a:bodyPr>
          <a:lstStyle>
            <a:lvl1pPr lvl="0" algn="ctr">
              <a:spcBef>
                <a:spcPts val="0"/>
              </a:spcBef>
              <a:spcAft>
                <a:spcPts val="0"/>
              </a:spcAft>
              <a:buClr>
                <a:schemeClr val="accent5"/>
              </a:buClr>
              <a:buSzPts val="2000"/>
              <a:buFont typeface="DM Sans Medium"/>
              <a:buNone/>
              <a:defRPr sz="2000">
                <a:solidFill>
                  <a:schemeClr val="accent5"/>
                </a:solidFill>
                <a:latin typeface="DM Sans Medium"/>
                <a:ea typeface="DM Sans Medium"/>
                <a:cs typeface="DM Sans Medium"/>
                <a:sym typeface="DM Sans Medium"/>
              </a:defRPr>
            </a:lvl1pPr>
            <a:lvl2pPr lvl="1" algn="ctr">
              <a:spcBef>
                <a:spcPts val="0"/>
              </a:spcBef>
              <a:spcAft>
                <a:spcPts val="0"/>
              </a:spcAft>
              <a:buClr>
                <a:schemeClr val="accent5"/>
              </a:buClr>
              <a:buSzPts val="2000"/>
              <a:buNone/>
              <a:defRPr sz="2000">
                <a:solidFill>
                  <a:schemeClr val="accent5"/>
                </a:solidFill>
              </a:defRPr>
            </a:lvl2pPr>
            <a:lvl3pPr lvl="2" algn="ctr">
              <a:spcBef>
                <a:spcPts val="0"/>
              </a:spcBef>
              <a:spcAft>
                <a:spcPts val="0"/>
              </a:spcAft>
              <a:buClr>
                <a:schemeClr val="accent5"/>
              </a:buClr>
              <a:buSzPts val="2000"/>
              <a:buNone/>
              <a:defRPr sz="2000">
                <a:solidFill>
                  <a:schemeClr val="accent5"/>
                </a:solidFill>
              </a:defRPr>
            </a:lvl3pPr>
            <a:lvl4pPr lvl="3" algn="ctr">
              <a:spcBef>
                <a:spcPts val="0"/>
              </a:spcBef>
              <a:spcAft>
                <a:spcPts val="0"/>
              </a:spcAft>
              <a:buClr>
                <a:schemeClr val="accent5"/>
              </a:buClr>
              <a:buSzPts val="2000"/>
              <a:buNone/>
              <a:defRPr sz="2000">
                <a:solidFill>
                  <a:schemeClr val="accent5"/>
                </a:solidFill>
              </a:defRPr>
            </a:lvl4pPr>
            <a:lvl5pPr lvl="4" algn="ctr">
              <a:spcBef>
                <a:spcPts val="0"/>
              </a:spcBef>
              <a:spcAft>
                <a:spcPts val="0"/>
              </a:spcAft>
              <a:buClr>
                <a:schemeClr val="accent5"/>
              </a:buClr>
              <a:buSzPts val="2000"/>
              <a:buNone/>
              <a:defRPr sz="2000">
                <a:solidFill>
                  <a:schemeClr val="accent5"/>
                </a:solidFill>
              </a:defRPr>
            </a:lvl5pPr>
            <a:lvl6pPr lvl="5" algn="ctr">
              <a:spcBef>
                <a:spcPts val="0"/>
              </a:spcBef>
              <a:spcAft>
                <a:spcPts val="0"/>
              </a:spcAft>
              <a:buClr>
                <a:schemeClr val="accent5"/>
              </a:buClr>
              <a:buSzPts val="2000"/>
              <a:buNone/>
              <a:defRPr sz="2000">
                <a:solidFill>
                  <a:schemeClr val="accent5"/>
                </a:solidFill>
              </a:defRPr>
            </a:lvl6pPr>
            <a:lvl7pPr lvl="6" algn="ctr">
              <a:spcBef>
                <a:spcPts val="0"/>
              </a:spcBef>
              <a:spcAft>
                <a:spcPts val="0"/>
              </a:spcAft>
              <a:buClr>
                <a:schemeClr val="accent5"/>
              </a:buClr>
              <a:buSzPts val="2000"/>
              <a:buNone/>
              <a:defRPr sz="2000">
                <a:solidFill>
                  <a:schemeClr val="accent5"/>
                </a:solidFill>
              </a:defRPr>
            </a:lvl7pPr>
            <a:lvl8pPr lvl="7" algn="ctr">
              <a:spcBef>
                <a:spcPts val="0"/>
              </a:spcBef>
              <a:spcAft>
                <a:spcPts val="0"/>
              </a:spcAft>
              <a:buClr>
                <a:schemeClr val="accent5"/>
              </a:buClr>
              <a:buSzPts val="2000"/>
              <a:buNone/>
              <a:defRPr sz="2000">
                <a:solidFill>
                  <a:schemeClr val="accent5"/>
                </a:solidFill>
              </a:defRPr>
            </a:lvl8pPr>
            <a:lvl9pPr lvl="8" algn="ctr">
              <a:spcBef>
                <a:spcPts val="0"/>
              </a:spcBef>
              <a:spcAft>
                <a:spcPts val="0"/>
              </a:spcAft>
              <a:buClr>
                <a:schemeClr val="accent5"/>
              </a:buClr>
              <a:buSzPts val="2000"/>
              <a:buNone/>
              <a:defRPr sz="2000">
                <a:solidFill>
                  <a:schemeClr val="accent5"/>
                </a:solidFill>
              </a:defRPr>
            </a:lvl9pPr>
          </a:lstStyle>
          <a:p>
            <a:endParaRPr/>
          </a:p>
        </p:txBody>
      </p:sp>
      <p:sp>
        <p:nvSpPr>
          <p:cNvPr id="686" name="Google Shape;686;p31"/>
          <p:cNvSpPr txBox="1">
            <a:spLocks noGrp="1"/>
          </p:cNvSpPr>
          <p:nvPr>
            <p:ph type="body" idx="6"/>
          </p:nvPr>
        </p:nvSpPr>
        <p:spPr>
          <a:xfrm>
            <a:off x="4718071" y="2655500"/>
            <a:ext cx="1668900" cy="745800"/>
          </a:xfrm>
          <a:prstGeom prst="rect">
            <a:avLst/>
          </a:prstGeom>
        </p:spPr>
        <p:txBody>
          <a:bodyPr spcFirstLastPara="1" wrap="square" lIns="0" tIns="0" rIns="0" bIns="0" anchor="t" anchorCtr="0">
            <a:noAutofit/>
          </a:bodyPr>
          <a:lstStyle>
            <a:lvl1pPr marL="457200" lvl="0" indent="-298450" algn="ctr">
              <a:spcBef>
                <a:spcPts val="0"/>
              </a:spcBef>
              <a:spcAft>
                <a:spcPts val="0"/>
              </a:spcAft>
              <a:buSzPts val="11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687" name="Google Shape;687;p31"/>
          <p:cNvSpPr txBox="1">
            <a:spLocks noGrp="1"/>
          </p:cNvSpPr>
          <p:nvPr>
            <p:ph type="subTitle" idx="7"/>
          </p:nvPr>
        </p:nvSpPr>
        <p:spPr>
          <a:xfrm>
            <a:off x="6851621" y="1830025"/>
            <a:ext cx="1668900" cy="458100"/>
          </a:xfrm>
          <a:prstGeom prst="rect">
            <a:avLst/>
          </a:prstGeom>
        </p:spPr>
        <p:txBody>
          <a:bodyPr spcFirstLastPara="1" wrap="square" lIns="0" tIns="0" rIns="0" bIns="0" anchor="ctr" anchorCtr="0">
            <a:noAutofit/>
          </a:bodyPr>
          <a:lstStyle>
            <a:lvl1pPr lvl="0" algn="ctr">
              <a:spcBef>
                <a:spcPts val="0"/>
              </a:spcBef>
              <a:spcAft>
                <a:spcPts val="0"/>
              </a:spcAft>
              <a:buClr>
                <a:schemeClr val="accent5"/>
              </a:buClr>
              <a:buSzPts val="2000"/>
              <a:buFont typeface="DM Sans Medium"/>
              <a:buNone/>
              <a:defRPr sz="2000">
                <a:solidFill>
                  <a:schemeClr val="accent5"/>
                </a:solidFill>
                <a:latin typeface="DM Sans Medium"/>
                <a:ea typeface="DM Sans Medium"/>
                <a:cs typeface="DM Sans Medium"/>
                <a:sym typeface="DM Sans Medium"/>
              </a:defRPr>
            </a:lvl1pPr>
            <a:lvl2pPr lvl="1" algn="ctr">
              <a:spcBef>
                <a:spcPts val="0"/>
              </a:spcBef>
              <a:spcAft>
                <a:spcPts val="0"/>
              </a:spcAft>
              <a:buClr>
                <a:schemeClr val="accent5"/>
              </a:buClr>
              <a:buSzPts val="2000"/>
              <a:buNone/>
              <a:defRPr sz="2000">
                <a:solidFill>
                  <a:schemeClr val="accent5"/>
                </a:solidFill>
              </a:defRPr>
            </a:lvl2pPr>
            <a:lvl3pPr lvl="2" algn="ctr">
              <a:spcBef>
                <a:spcPts val="0"/>
              </a:spcBef>
              <a:spcAft>
                <a:spcPts val="0"/>
              </a:spcAft>
              <a:buClr>
                <a:schemeClr val="accent5"/>
              </a:buClr>
              <a:buSzPts val="2000"/>
              <a:buNone/>
              <a:defRPr sz="2000">
                <a:solidFill>
                  <a:schemeClr val="accent5"/>
                </a:solidFill>
              </a:defRPr>
            </a:lvl3pPr>
            <a:lvl4pPr lvl="3" algn="ctr">
              <a:spcBef>
                <a:spcPts val="0"/>
              </a:spcBef>
              <a:spcAft>
                <a:spcPts val="0"/>
              </a:spcAft>
              <a:buClr>
                <a:schemeClr val="accent5"/>
              </a:buClr>
              <a:buSzPts val="2000"/>
              <a:buNone/>
              <a:defRPr sz="2000">
                <a:solidFill>
                  <a:schemeClr val="accent5"/>
                </a:solidFill>
              </a:defRPr>
            </a:lvl4pPr>
            <a:lvl5pPr lvl="4" algn="ctr">
              <a:spcBef>
                <a:spcPts val="0"/>
              </a:spcBef>
              <a:spcAft>
                <a:spcPts val="0"/>
              </a:spcAft>
              <a:buClr>
                <a:schemeClr val="accent5"/>
              </a:buClr>
              <a:buSzPts val="2000"/>
              <a:buNone/>
              <a:defRPr sz="2000">
                <a:solidFill>
                  <a:schemeClr val="accent5"/>
                </a:solidFill>
              </a:defRPr>
            </a:lvl5pPr>
            <a:lvl6pPr lvl="5" algn="ctr">
              <a:spcBef>
                <a:spcPts val="0"/>
              </a:spcBef>
              <a:spcAft>
                <a:spcPts val="0"/>
              </a:spcAft>
              <a:buClr>
                <a:schemeClr val="accent5"/>
              </a:buClr>
              <a:buSzPts val="2000"/>
              <a:buNone/>
              <a:defRPr sz="2000">
                <a:solidFill>
                  <a:schemeClr val="accent5"/>
                </a:solidFill>
              </a:defRPr>
            </a:lvl6pPr>
            <a:lvl7pPr lvl="6" algn="ctr">
              <a:spcBef>
                <a:spcPts val="0"/>
              </a:spcBef>
              <a:spcAft>
                <a:spcPts val="0"/>
              </a:spcAft>
              <a:buClr>
                <a:schemeClr val="accent5"/>
              </a:buClr>
              <a:buSzPts val="2000"/>
              <a:buNone/>
              <a:defRPr sz="2000">
                <a:solidFill>
                  <a:schemeClr val="accent5"/>
                </a:solidFill>
              </a:defRPr>
            </a:lvl7pPr>
            <a:lvl8pPr lvl="7" algn="ctr">
              <a:spcBef>
                <a:spcPts val="0"/>
              </a:spcBef>
              <a:spcAft>
                <a:spcPts val="0"/>
              </a:spcAft>
              <a:buClr>
                <a:schemeClr val="accent5"/>
              </a:buClr>
              <a:buSzPts val="2000"/>
              <a:buNone/>
              <a:defRPr sz="2000">
                <a:solidFill>
                  <a:schemeClr val="accent5"/>
                </a:solidFill>
              </a:defRPr>
            </a:lvl8pPr>
            <a:lvl9pPr lvl="8" algn="ctr">
              <a:spcBef>
                <a:spcPts val="0"/>
              </a:spcBef>
              <a:spcAft>
                <a:spcPts val="0"/>
              </a:spcAft>
              <a:buClr>
                <a:schemeClr val="accent5"/>
              </a:buClr>
              <a:buSzPts val="2000"/>
              <a:buNone/>
              <a:defRPr sz="2000">
                <a:solidFill>
                  <a:schemeClr val="accent5"/>
                </a:solidFill>
              </a:defRPr>
            </a:lvl9pPr>
          </a:lstStyle>
          <a:p>
            <a:endParaRPr/>
          </a:p>
        </p:txBody>
      </p:sp>
      <p:sp>
        <p:nvSpPr>
          <p:cNvPr id="688" name="Google Shape;688;p31"/>
          <p:cNvSpPr txBox="1">
            <a:spLocks noGrp="1"/>
          </p:cNvSpPr>
          <p:nvPr>
            <p:ph type="body" idx="8"/>
          </p:nvPr>
        </p:nvSpPr>
        <p:spPr>
          <a:xfrm>
            <a:off x="6851621" y="2655500"/>
            <a:ext cx="1668900" cy="745800"/>
          </a:xfrm>
          <a:prstGeom prst="rect">
            <a:avLst/>
          </a:prstGeom>
        </p:spPr>
        <p:txBody>
          <a:bodyPr spcFirstLastPara="1" wrap="square" lIns="0" tIns="0" rIns="0" bIns="0" anchor="t" anchorCtr="0">
            <a:noAutofit/>
          </a:bodyPr>
          <a:lstStyle>
            <a:lvl1pPr marL="457200" lvl="0" indent="-298450" algn="ctr">
              <a:spcBef>
                <a:spcPts val="0"/>
              </a:spcBef>
              <a:spcAft>
                <a:spcPts val="0"/>
              </a:spcAft>
              <a:buSzPts val="11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689" name="Google Shape;689;p31"/>
          <p:cNvSpPr/>
          <p:nvPr/>
        </p:nvSpPr>
        <p:spPr>
          <a:xfrm>
            <a:off x="-72425" y="4274900"/>
            <a:ext cx="1002600" cy="9207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90" name="Google Shape;690;p31"/>
          <p:cNvSpPr/>
          <p:nvPr/>
        </p:nvSpPr>
        <p:spPr>
          <a:xfrm rot="10800000">
            <a:off x="8141400" y="0"/>
            <a:ext cx="1002600" cy="8619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91" name="Google Shape;691;p31"/>
          <p:cNvSpPr/>
          <p:nvPr/>
        </p:nvSpPr>
        <p:spPr>
          <a:xfrm>
            <a:off x="8588401" y="4579699"/>
            <a:ext cx="1132200" cy="1132200"/>
          </a:xfrm>
          <a:prstGeom prst="donut">
            <a:avLst>
              <a:gd name="adj" fmla="val 17041"/>
            </a:avLst>
          </a:prstGeom>
          <a:noFill/>
          <a:ln w="38100" cap="flat" cmpd="sng">
            <a:solidFill>
              <a:schemeClr val="lt2"/>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692" name="Google Shape;692;p31"/>
          <p:cNvGrpSpPr/>
          <p:nvPr/>
        </p:nvGrpSpPr>
        <p:grpSpPr>
          <a:xfrm>
            <a:off x="73663" y="105163"/>
            <a:ext cx="392675" cy="392675"/>
            <a:chOff x="458050" y="265600"/>
            <a:chExt cx="392675" cy="392675"/>
          </a:xfrm>
        </p:grpSpPr>
        <p:sp>
          <p:nvSpPr>
            <p:cNvPr id="693" name="Google Shape;693;p31"/>
            <p:cNvSpPr/>
            <p:nvPr/>
          </p:nvSpPr>
          <p:spPr>
            <a:xfrm>
              <a:off x="638050" y="265600"/>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94" name="Google Shape;694;p31"/>
            <p:cNvSpPr/>
            <p:nvPr/>
          </p:nvSpPr>
          <p:spPr>
            <a:xfrm>
              <a:off x="638050" y="5229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95" name="Google Shape;695;p31"/>
            <p:cNvSpPr/>
            <p:nvPr/>
          </p:nvSpPr>
          <p:spPr>
            <a:xfrm rot="-5400000">
              <a:off x="509350"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96" name="Google Shape;696;p31"/>
            <p:cNvSpPr/>
            <p:nvPr/>
          </p:nvSpPr>
          <p:spPr>
            <a:xfrm rot="-5400000">
              <a:off x="766725"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697" name="Google Shape;697;p31"/>
          <p:cNvGrpSpPr/>
          <p:nvPr/>
        </p:nvGrpSpPr>
        <p:grpSpPr>
          <a:xfrm>
            <a:off x="613563" y="105150"/>
            <a:ext cx="392675" cy="392675"/>
            <a:chOff x="458050" y="265600"/>
            <a:chExt cx="392675" cy="392675"/>
          </a:xfrm>
        </p:grpSpPr>
        <p:sp>
          <p:nvSpPr>
            <p:cNvPr id="698" name="Google Shape;698;p31"/>
            <p:cNvSpPr/>
            <p:nvPr/>
          </p:nvSpPr>
          <p:spPr>
            <a:xfrm>
              <a:off x="638050" y="265600"/>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99" name="Google Shape;699;p31"/>
            <p:cNvSpPr/>
            <p:nvPr/>
          </p:nvSpPr>
          <p:spPr>
            <a:xfrm>
              <a:off x="638050" y="5229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00" name="Google Shape;700;p31"/>
            <p:cNvSpPr/>
            <p:nvPr/>
          </p:nvSpPr>
          <p:spPr>
            <a:xfrm rot="-5400000">
              <a:off x="509350"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01" name="Google Shape;701;p31"/>
            <p:cNvSpPr/>
            <p:nvPr/>
          </p:nvSpPr>
          <p:spPr>
            <a:xfrm rot="-5400000">
              <a:off x="766725"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lide with 3 key metrics">
  <p:cSld name="CUSTOM_12_1">
    <p:spTree>
      <p:nvGrpSpPr>
        <p:cNvPr id="1" name="Shape 702"/>
        <p:cNvGrpSpPr/>
        <p:nvPr/>
      </p:nvGrpSpPr>
      <p:grpSpPr>
        <a:xfrm>
          <a:off x="0" y="0"/>
          <a:ext cx="0" cy="0"/>
          <a:chOff x="0" y="0"/>
          <a:chExt cx="0" cy="0"/>
        </a:xfrm>
      </p:grpSpPr>
      <p:sp>
        <p:nvSpPr>
          <p:cNvPr id="703" name="Google Shape;703;p32"/>
          <p:cNvSpPr txBox="1">
            <a:spLocks noGrp="1"/>
          </p:cNvSpPr>
          <p:nvPr>
            <p:ph type="title"/>
          </p:nvPr>
        </p:nvSpPr>
        <p:spPr>
          <a:xfrm>
            <a:off x="516150" y="269950"/>
            <a:ext cx="8111700" cy="458100"/>
          </a:xfrm>
          <a:prstGeom prst="rect">
            <a:avLst/>
          </a:prstGeom>
        </p:spPr>
        <p:txBody>
          <a:bodyPr spcFirstLastPara="1" wrap="square" lIns="0" tIns="0" rIns="0" bIns="0" anchor="t" anchorCtr="0">
            <a:noAutofit/>
          </a:bodyPr>
          <a:lstStyle>
            <a:lvl1pPr lvl="0" algn="ctr">
              <a:spcBef>
                <a:spcPts val="0"/>
              </a:spcBef>
              <a:spcAft>
                <a:spcPts val="0"/>
              </a:spcAft>
              <a:buSzPts val="2000"/>
              <a:buNone/>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a:endParaRPr/>
          </a:p>
        </p:txBody>
      </p:sp>
      <p:sp>
        <p:nvSpPr>
          <p:cNvPr id="704" name="Google Shape;704;p32"/>
          <p:cNvSpPr txBox="1">
            <a:spLocks noGrp="1"/>
          </p:cNvSpPr>
          <p:nvPr>
            <p:ph type="subTitle" idx="1"/>
          </p:nvPr>
        </p:nvSpPr>
        <p:spPr>
          <a:xfrm>
            <a:off x="450954" y="1786100"/>
            <a:ext cx="2232600" cy="458100"/>
          </a:xfrm>
          <a:prstGeom prst="rect">
            <a:avLst/>
          </a:prstGeom>
        </p:spPr>
        <p:txBody>
          <a:bodyPr spcFirstLastPara="1" wrap="square" lIns="0" tIns="0" rIns="0" bIns="0" anchor="ctr" anchorCtr="0">
            <a:noAutofit/>
          </a:bodyPr>
          <a:lstStyle>
            <a:lvl1pPr lvl="0" algn="ctr">
              <a:spcBef>
                <a:spcPts val="0"/>
              </a:spcBef>
              <a:spcAft>
                <a:spcPts val="0"/>
              </a:spcAft>
              <a:buClr>
                <a:schemeClr val="accent5"/>
              </a:buClr>
              <a:buSzPts val="2000"/>
              <a:buFont typeface="DM Sans Medium"/>
              <a:buNone/>
              <a:defRPr sz="2000">
                <a:solidFill>
                  <a:schemeClr val="accent5"/>
                </a:solidFill>
                <a:latin typeface="DM Sans Medium"/>
                <a:ea typeface="DM Sans Medium"/>
                <a:cs typeface="DM Sans Medium"/>
                <a:sym typeface="DM Sans Medium"/>
              </a:defRPr>
            </a:lvl1pPr>
            <a:lvl2pPr lvl="1" algn="ctr">
              <a:spcBef>
                <a:spcPts val="0"/>
              </a:spcBef>
              <a:spcAft>
                <a:spcPts val="0"/>
              </a:spcAft>
              <a:buClr>
                <a:schemeClr val="accent5"/>
              </a:buClr>
              <a:buSzPts val="2000"/>
              <a:buNone/>
              <a:defRPr sz="2000">
                <a:solidFill>
                  <a:schemeClr val="accent5"/>
                </a:solidFill>
              </a:defRPr>
            </a:lvl2pPr>
            <a:lvl3pPr lvl="2" algn="ctr">
              <a:spcBef>
                <a:spcPts val="0"/>
              </a:spcBef>
              <a:spcAft>
                <a:spcPts val="0"/>
              </a:spcAft>
              <a:buClr>
                <a:schemeClr val="accent5"/>
              </a:buClr>
              <a:buSzPts val="2000"/>
              <a:buNone/>
              <a:defRPr sz="2000">
                <a:solidFill>
                  <a:schemeClr val="accent5"/>
                </a:solidFill>
              </a:defRPr>
            </a:lvl3pPr>
            <a:lvl4pPr lvl="3" algn="ctr">
              <a:spcBef>
                <a:spcPts val="0"/>
              </a:spcBef>
              <a:spcAft>
                <a:spcPts val="0"/>
              </a:spcAft>
              <a:buClr>
                <a:schemeClr val="accent5"/>
              </a:buClr>
              <a:buSzPts val="2000"/>
              <a:buNone/>
              <a:defRPr sz="2000">
                <a:solidFill>
                  <a:schemeClr val="accent5"/>
                </a:solidFill>
              </a:defRPr>
            </a:lvl4pPr>
            <a:lvl5pPr lvl="4" algn="ctr">
              <a:spcBef>
                <a:spcPts val="0"/>
              </a:spcBef>
              <a:spcAft>
                <a:spcPts val="0"/>
              </a:spcAft>
              <a:buClr>
                <a:schemeClr val="accent5"/>
              </a:buClr>
              <a:buSzPts val="2000"/>
              <a:buNone/>
              <a:defRPr sz="2000">
                <a:solidFill>
                  <a:schemeClr val="accent5"/>
                </a:solidFill>
              </a:defRPr>
            </a:lvl5pPr>
            <a:lvl6pPr lvl="5" algn="ctr">
              <a:spcBef>
                <a:spcPts val="0"/>
              </a:spcBef>
              <a:spcAft>
                <a:spcPts val="0"/>
              </a:spcAft>
              <a:buClr>
                <a:schemeClr val="accent5"/>
              </a:buClr>
              <a:buSzPts val="2000"/>
              <a:buNone/>
              <a:defRPr sz="2000">
                <a:solidFill>
                  <a:schemeClr val="accent5"/>
                </a:solidFill>
              </a:defRPr>
            </a:lvl6pPr>
            <a:lvl7pPr lvl="6" algn="ctr">
              <a:spcBef>
                <a:spcPts val="0"/>
              </a:spcBef>
              <a:spcAft>
                <a:spcPts val="0"/>
              </a:spcAft>
              <a:buClr>
                <a:schemeClr val="accent5"/>
              </a:buClr>
              <a:buSzPts val="2000"/>
              <a:buNone/>
              <a:defRPr sz="2000">
                <a:solidFill>
                  <a:schemeClr val="accent5"/>
                </a:solidFill>
              </a:defRPr>
            </a:lvl7pPr>
            <a:lvl8pPr lvl="7" algn="ctr">
              <a:spcBef>
                <a:spcPts val="0"/>
              </a:spcBef>
              <a:spcAft>
                <a:spcPts val="0"/>
              </a:spcAft>
              <a:buClr>
                <a:schemeClr val="accent5"/>
              </a:buClr>
              <a:buSzPts val="2000"/>
              <a:buNone/>
              <a:defRPr sz="2000">
                <a:solidFill>
                  <a:schemeClr val="accent5"/>
                </a:solidFill>
              </a:defRPr>
            </a:lvl8pPr>
            <a:lvl9pPr lvl="8" algn="ctr">
              <a:spcBef>
                <a:spcPts val="0"/>
              </a:spcBef>
              <a:spcAft>
                <a:spcPts val="0"/>
              </a:spcAft>
              <a:buClr>
                <a:schemeClr val="accent5"/>
              </a:buClr>
              <a:buSzPts val="2000"/>
              <a:buNone/>
              <a:defRPr sz="2000">
                <a:solidFill>
                  <a:schemeClr val="accent5"/>
                </a:solidFill>
              </a:defRPr>
            </a:lvl9pPr>
          </a:lstStyle>
          <a:p>
            <a:endParaRPr/>
          </a:p>
        </p:txBody>
      </p:sp>
      <p:sp>
        <p:nvSpPr>
          <p:cNvPr id="705" name="Google Shape;705;p32"/>
          <p:cNvSpPr txBox="1">
            <a:spLocks noGrp="1"/>
          </p:cNvSpPr>
          <p:nvPr>
            <p:ph type="body" idx="2"/>
          </p:nvPr>
        </p:nvSpPr>
        <p:spPr>
          <a:xfrm>
            <a:off x="450954" y="2611575"/>
            <a:ext cx="2232600" cy="745800"/>
          </a:xfrm>
          <a:prstGeom prst="rect">
            <a:avLst/>
          </a:prstGeom>
        </p:spPr>
        <p:txBody>
          <a:bodyPr spcFirstLastPara="1" wrap="square" lIns="0" tIns="0" rIns="0" bIns="0" anchor="t" anchorCtr="0">
            <a:noAutofit/>
          </a:bodyPr>
          <a:lstStyle>
            <a:lvl1pPr marL="457200" lvl="0" indent="-298450" algn="ctr">
              <a:spcBef>
                <a:spcPts val="0"/>
              </a:spcBef>
              <a:spcAft>
                <a:spcPts val="0"/>
              </a:spcAft>
              <a:buSzPts val="11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706" name="Google Shape;706;p32"/>
          <p:cNvSpPr/>
          <p:nvPr/>
        </p:nvSpPr>
        <p:spPr>
          <a:xfrm>
            <a:off x="-72425" y="4274900"/>
            <a:ext cx="1002600" cy="9207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07" name="Google Shape;707;p32"/>
          <p:cNvSpPr/>
          <p:nvPr/>
        </p:nvSpPr>
        <p:spPr>
          <a:xfrm rot="10800000">
            <a:off x="8141400" y="0"/>
            <a:ext cx="1002600" cy="8619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08" name="Google Shape;708;p32"/>
          <p:cNvSpPr/>
          <p:nvPr/>
        </p:nvSpPr>
        <p:spPr>
          <a:xfrm>
            <a:off x="8588401" y="4579699"/>
            <a:ext cx="1132200" cy="1132200"/>
          </a:xfrm>
          <a:prstGeom prst="donut">
            <a:avLst>
              <a:gd name="adj" fmla="val 17041"/>
            </a:avLst>
          </a:prstGeom>
          <a:noFill/>
          <a:ln w="38100" cap="flat" cmpd="sng">
            <a:solidFill>
              <a:schemeClr val="lt2"/>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709" name="Google Shape;709;p32"/>
          <p:cNvGrpSpPr/>
          <p:nvPr/>
        </p:nvGrpSpPr>
        <p:grpSpPr>
          <a:xfrm>
            <a:off x="73663" y="105163"/>
            <a:ext cx="392675" cy="392675"/>
            <a:chOff x="458050" y="265600"/>
            <a:chExt cx="392675" cy="392675"/>
          </a:xfrm>
        </p:grpSpPr>
        <p:sp>
          <p:nvSpPr>
            <p:cNvPr id="710" name="Google Shape;710;p32"/>
            <p:cNvSpPr/>
            <p:nvPr/>
          </p:nvSpPr>
          <p:spPr>
            <a:xfrm>
              <a:off x="638050" y="265600"/>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11" name="Google Shape;711;p32"/>
            <p:cNvSpPr/>
            <p:nvPr/>
          </p:nvSpPr>
          <p:spPr>
            <a:xfrm>
              <a:off x="638050" y="5229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12" name="Google Shape;712;p32"/>
            <p:cNvSpPr/>
            <p:nvPr/>
          </p:nvSpPr>
          <p:spPr>
            <a:xfrm rot="-5400000">
              <a:off x="509350"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13" name="Google Shape;713;p32"/>
            <p:cNvSpPr/>
            <p:nvPr/>
          </p:nvSpPr>
          <p:spPr>
            <a:xfrm rot="-5400000">
              <a:off x="766725"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714" name="Google Shape;714;p32"/>
          <p:cNvGrpSpPr/>
          <p:nvPr/>
        </p:nvGrpSpPr>
        <p:grpSpPr>
          <a:xfrm>
            <a:off x="613563" y="105150"/>
            <a:ext cx="392675" cy="392675"/>
            <a:chOff x="458050" y="265600"/>
            <a:chExt cx="392675" cy="392675"/>
          </a:xfrm>
        </p:grpSpPr>
        <p:sp>
          <p:nvSpPr>
            <p:cNvPr id="715" name="Google Shape;715;p32"/>
            <p:cNvSpPr/>
            <p:nvPr/>
          </p:nvSpPr>
          <p:spPr>
            <a:xfrm>
              <a:off x="638050" y="265600"/>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16" name="Google Shape;716;p32"/>
            <p:cNvSpPr/>
            <p:nvPr/>
          </p:nvSpPr>
          <p:spPr>
            <a:xfrm>
              <a:off x="638050" y="5229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17" name="Google Shape;717;p32"/>
            <p:cNvSpPr/>
            <p:nvPr/>
          </p:nvSpPr>
          <p:spPr>
            <a:xfrm rot="-5400000">
              <a:off x="509350"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18" name="Google Shape;718;p32"/>
            <p:cNvSpPr/>
            <p:nvPr/>
          </p:nvSpPr>
          <p:spPr>
            <a:xfrm rot="-5400000">
              <a:off x="766725"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719" name="Google Shape;719;p32"/>
          <p:cNvSpPr txBox="1">
            <a:spLocks noGrp="1"/>
          </p:cNvSpPr>
          <p:nvPr>
            <p:ph type="subTitle" idx="3"/>
          </p:nvPr>
        </p:nvSpPr>
        <p:spPr>
          <a:xfrm>
            <a:off x="6293054" y="1786100"/>
            <a:ext cx="2232600" cy="458100"/>
          </a:xfrm>
          <a:prstGeom prst="rect">
            <a:avLst/>
          </a:prstGeom>
        </p:spPr>
        <p:txBody>
          <a:bodyPr spcFirstLastPara="1" wrap="square" lIns="0" tIns="0" rIns="0" bIns="0" anchor="ctr" anchorCtr="0">
            <a:noAutofit/>
          </a:bodyPr>
          <a:lstStyle>
            <a:lvl1pPr lvl="0" algn="ctr">
              <a:spcBef>
                <a:spcPts val="0"/>
              </a:spcBef>
              <a:spcAft>
                <a:spcPts val="0"/>
              </a:spcAft>
              <a:buClr>
                <a:schemeClr val="accent5"/>
              </a:buClr>
              <a:buSzPts val="2000"/>
              <a:buFont typeface="DM Sans Medium"/>
              <a:buNone/>
              <a:defRPr sz="2000">
                <a:solidFill>
                  <a:schemeClr val="accent5"/>
                </a:solidFill>
                <a:latin typeface="DM Sans Medium"/>
                <a:ea typeface="DM Sans Medium"/>
                <a:cs typeface="DM Sans Medium"/>
                <a:sym typeface="DM Sans Medium"/>
              </a:defRPr>
            </a:lvl1pPr>
            <a:lvl2pPr lvl="1" algn="ctr">
              <a:spcBef>
                <a:spcPts val="0"/>
              </a:spcBef>
              <a:spcAft>
                <a:spcPts val="0"/>
              </a:spcAft>
              <a:buClr>
                <a:schemeClr val="accent5"/>
              </a:buClr>
              <a:buSzPts val="2000"/>
              <a:buNone/>
              <a:defRPr sz="2000">
                <a:solidFill>
                  <a:schemeClr val="accent5"/>
                </a:solidFill>
              </a:defRPr>
            </a:lvl2pPr>
            <a:lvl3pPr lvl="2" algn="ctr">
              <a:spcBef>
                <a:spcPts val="0"/>
              </a:spcBef>
              <a:spcAft>
                <a:spcPts val="0"/>
              </a:spcAft>
              <a:buClr>
                <a:schemeClr val="accent5"/>
              </a:buClr>
              <a:buSzPts val="2000"/>
              <a:buNone/>
              <a:defRPr sz="2000">
                <a:solidFill>
                  <a:schemeClr val="accent5"/>
                </a:solidFill>
              </a:defRPr>
            </a:lvl3pPr>
            <a:lvl4pPr lvl="3" algn="ctr">
              <a:spcBef>
                <a:spcPts val="0"/>
              </a:spcBef>
              <a:spcAft>
                <a:spcPts val="0"/>
              </a:spcAft>
              <a:buClr>
                <a:schemeClr val="accent5"/>
              </a:buClr>
              <a:buSzPts val="2000"/>
              <a:buNone/>
              <a:defRPr sz="2000">
                <a:solidFill>
                  <a:schemeClr val="accent5"/>
                </a:solidFill>
              </a:defRPr>
            </a:lvl4pPr>
            <a:lvl5pPr lvl="4" algn="ctr">
              <a:spcBef>
                <a:spcPts val="0"/>
              </a:spcBef>
              <a:spcAft>
                <a:spcPts val="0"/>
              </a:spcAft>
              <a:buClr>
                <a:schemeClr val="accent5"/>
              </a:buClr>
              <a:buSzPts val="2000"/>
              <a:buNone/>
              <a:defRPr sz="2000">
                <a:solidFill>
                  <a:schemeClr val="accent5"/>
                </a:solidFill>
              </a:defRPr>
            </a:lvl5pPr>
            <a:lvl6pPr lvl="5" algn="ctr">
              <a:spcBef>
                <a:spcPts val="0"/>
              </a:spcBef>
              <a:spcAft>
                <a:spcPts val="0"/>
              </a:spcAft>
              <a:buClr>
                <a:schemeClr val="accent5"/>
              </a:buClr>
              <a:buSzPts val="2000"/>
              <a:buNone/>
              <a:defRPr sz="2000">
                <a:solidFill>
                  <a:schemeClr val="accent5"/>
                </a:solidFill>
              </a:defRPr>
            </a:lvl6pPr>
            <a:lvl7pPr lvl="6" algn="ctr">
              <a:spcBef>
                <a:spcPts val="0"/>
              </a:spcBef>
              <a:spcAft>
                <a:spcPts val="0"/>
              </a:spcAft>
              <a:buClr>
                <a:schemeClr val="accent5"/>
              </a:buClr>
              <a:buSzPts val="2000"/>
              <a:buNone/>
              <a:defRPr sz="2000">
                <a:solidFill>
                  <a:schemeClr val="accent5"/>
                </a:solidFill>
              </a:defRPr>
            </a:lvl7pPr>
            <a:lvl8pPr lvl="7" algn="ctr">
              <a:spcBef>
                <a:spcPts val="0"/>
              </a:spcBef>
              <a:spcAft>
                <a:spcPts val="0"/>
              </a:spcAft>
              <a:buClr>
                <a:schemeClr val="accent5"/>
              </a:buClr>
              <a:buSzPts val="2000"/>
              <a:buNone/>
              <a:defRPr sz="2000">
                <a:solidFill>
                  <a:schemeClr val="accent5"/>
                </a:solidFill>
              </a:defRPr>
            </a:lvl8pPr>
            <a:lvl9pPr lvl="8" algn="ctr">
              <a:spcBef>
                <a:spcPts val="0"/>
              </a:spcBef>
              <a:spcAft>
                <a:spcPts val="0"/>
              </a:spcAft>
              <a:buClr>
                <a:schemeClr val="accent5"/>
              </a:buClr>
              <a:buSzPts val="2000"/>
              <a:buNone/>
              <a:defRPr sz="2000">
                <a:solidFill>
                  <a:schemeClr val="accent5"/>
                </a:solidFill>
              </a:defRPr>
            </a:lvl9pPr>
          </a:lstStyle>
          <a:p>
            <a:endParaRPr/>
          </a:p>
        </p:txBody>
      </p:sp>
      <p:sp>
        <p:nvSpPr>
          <p:cNvPr id="720" name="Google Shape;720;p32"/>
          <p:cNvSpPr txBox="1">
            <a:spLocks noGrp="1"/>
          </p:cNvSpPr>
          <p:nvPr>
            <p:ph type="body" idx="4"/>
          </p:nvPr>
        </p:nvSpPr>
        <p:spPr>
          <a:xfrm>
            <a:off x="6293054" y="2611575"/>
            <a:ext cx="2232600" cy="745800"/>
          </a:xfrm>
          <a:prstGeom prst="rect">
            <a:avLst/>
          </a:prstGeom>
        </p:spPr>
        <p:txBody>
          <a:bodyPr spcFirstLastPara="1" wrap="square" lIns="0" tIns="0" rIns="0" bIns="0" anchor="t" anchorCtr="0">
            <a:noAutofit/>
          </a:bodyPr>
          <a:lstStyle>
            <a:lvl1pPr marL="457200" lvl="0" indent="-298450" algn="ctr">
              <a:spcBef>
                <a:spcPts val="0"/>
              </a:spcBef>
              <a:spcAft>
                <a:spcPts val="0"/>
              </a:spcAft>
              <a:buSzPts val="11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721" name="Google Shape;721;p32"/>
          <p:cNvSpPr txBox="1">
            <a:spLocks noGrp="1"/>
          </p:cNvSpPr>
          <p:nvPr>
            <p:ph type="subTitle" idx="5"/>
          </p:nvPr>
        </p:nvSpPr>
        <p:spPr>
          <a:xfrm>
            <a:off x="3405754" y="1786100"/>
            <a:ext cx="2232600" cy="458100"/>
          </a:xfrm>
          <a:prstGeom prst="rect">
            <a:avLst/>
          </a:prstGeom>
        </p:spPr>
        <p:txBody>
          <a:bodyPr spcFirstLastPara="1" wrap="square" lIns="0" tIns="0" rIns="0" bIns="0" anchor="ctr" anchorCtr="0">
            <a:noAutofit/>
          </a:bodyPr>
          <a:lstStyle>
            <a:lvl1pPr lvl="0" algn="ctr">
              <a:spcBef>
                <a:spcPts val="0"/>
              </a:spcBef>
              <a:spcAft>
                <a:spcPts val="0"/>
              </a:spcAft>
              <a:buClr>
                <a:schemeClr val="accent5"/>
              </a:buClr>
              <a:buSzPts val="2000"/>
              <a:buFont typeface="DM Sans Medium"/>
              <a:buNone/>
              <a:defRPr sz="2000">
                <a:solidFill>
                  <a:schemeClr val="accent5"/>
                </a:solidFill>
                <a:latin typeface="DM Sans Medium"/>
                <a:ea typeface="DM Sans Medium"/>
                <a:cs typeface="DM Sans Medium"/>
                <a:sym typeface="DM Sans Medium"/>
              </a:defRPr>
            </a:lvl1pPr>
            <a:lvl2pPr lvl="1" algn="ctr">
              <a:spcBef>
                <a:spcPts val="0"/>
              </a:spcBef>
              <a:spcAft>
                <a:spcPts val="0"/>
              </a:spcAft>
              <a:buClr>
                <a:schemeClr val="accent5"/>
              </a:buClr>
              <a:buSzPts val="2000"/>
              <a:buNone/>
              <a:defRPr sz="2000">
                <a:solidFill>
                  <a:schemeClr val="accent5"/>
                </a:solidFill>
              </a:defRPr>
            </a:lvl2pPr>
            <a:lvl3pPr lvl="2" algn="ctr">
              <a:spcBef>
                <a:spcPts val="0"/>
              </a:spcBef>
              <a:spcAft>
                <a:spcPts val="0"/>
              </a:spcAft>
              <a:buClr>
                <a:schemeClr val="accent5"/>
              </a:buClr>
              <a:buSzPts val="2000"/>
              <a:buNone/>
              <a:defRPr sz="2000">
                <a:solidFill>
                  <a:schemeClr val="accent5"/>
                </a:solidFill>
              </a:defRPr>
            </a:lvl3pPr>
            <a:lvl4pPr lvl="3" algn="ctr">
              <a:spcBef>
                <a:spcPts val="0"/>
              </a:spcBef>
              <a:spcAft>
                <a:spcPts val="0"/>
              </a:spcAft>
              <a:buClr>
                <a:schemeClr val="accent5"/>
              </a:buClr>
              <a:buSzPts val="2000"/>
              <a:buNone/>
              <a:defRPr sz="2000">
                <a:solidFill>
                  <a:schemeClr val="accent5"/>
                </a:solidFill>
              </a:defRPr>
            </a:lvl4pPr>
            <a:lvl5pPr lvl="4" algn="ctr">
              <a:spcBef>
                <a:spcPts val="0"/>
              </a:spcBef>
              <a:spcAft>
                <a:spcPts val="0"/>
              </a:spcAft>
              <a:buClr>
                <a:schemeClr val="accent5"/>
              </a:buClr>
              <a:buSzPts val="2000"/>
              <a:buNone/>
              <a:defRPr sz="2000">
                <a:solidFill>
                  <a:schemeClr val="accent5"/>
                </a:solidFill>
              </a:defRPr>
            </a:lvl5pPr>
            <a:lvl6pPr lvl="5" algn="ctr">
              <a:spcBef>
                <a:spcPts val="0"/>
              </a:spcBef>
              <a:spcAft>
                <a:spcPts val="0"/>
              </a:spcAft>
              <a:buClr>
                <a:schemeClr val="accent5"/>
              </a:buClr>
              <a:buSzPts val="2000"/>
              <a:buNone/>
              <a:defRPr sz="2000">
                <a:solidFill>
                  <a:schemeClr val="accent5"/>
                </a:solidFill>
              </a:defRPr>
            </a:lvl6pPr>
            <a:lvl7pPr lvl="6" algn="ctr">
              <a:spcBef>
                <a:spcPts val="0"/>
              </a:spcBef>
              <a:spcAft>
                <a:spcPts val="0"/>
              </a:spcAft>
              <a:buClr>
                <a:schemeClr val="accent5"/>
              </a:buClr>
              <a:buSzPts val="2000"/>
              <a:buNone/>
              <a:defRPr sz="2000">
                <a:solidFill>
                  <a:schemeClr val="accent5"/>
                </a:solidFill>
              </a:defRPr>
            </a:lvl7pPr>
            <a:lvl8pPr lvl="7" algn="ctr">
              <a:spcBef>
                <a:spcPts val="0"/>
              </a:spcBef>
              <a:spcAft>
                <a:spcPts val="0"/>
              </a:spcAft>
              <a:buClr>
                <a:schemeClr val="accent5"/>
              </a:buClr>
              <a:buSzPts val="2000"/>
              <a:buNone/>
              <a:defRPr sz="2000">
                <a:solidFill>
                  <a:schemeClr val="accent5"/>
                </a:solidFill>
              </a:defRPr>
            </a:lvl8pPr>
            <a:lvl9pPr lvl="8" algn="ctr">
              <a:spcBef>
                <a:spcPts val="0"/>
              </a:spcBef>
              <a:spcAft>
                <a:spcPts val="0"/>
              </a:spcAft>
              <a:buClr>
                <a:schemeClr val="accent5"/>
              </a:buClr>
              <a:buSzPts val="2000"/>
              <a:buNone/>
              <a:defRPr sz="2000">
                <a:solidFill>
                  <a:schemeClr val="accent5"/>
                </a:solidFill>
              </a:defRPr>
            </a:lvl9pPr>
          </a:lstStyle>
          <a:p>
            <a:endParaRPr/>
          </a:p>
        </p:txBody>
      </p:sp>
      <p:sp>
        <p:nvSpPr>
          <p:cNvPr id="722" name="Google Shape;722;p32"/>
          <p:cNvSpPr txBox="1">
            <a:spLocks noGrp="1"/>
          </p:cNvSpPr>
          <p:nvPr>
            <p:ph type="body" idx="6"/>
          </p:nvPr>
        </p:nvSpPr>
        <p:spPr>
          <a:xfrm>
            <a:off x="3405754" y="2611575"/>
            <a:ext cx="2232600" cy="745800"/>
          </a:xfrm>
          <a:prstGeom prst="rect">
            <a:avLst/>
          </a:prstGeom>
        </p:spPr>
        <p:txBody>
          <a:bodyPr spcFirstLastPara="1" wrap="square" lIns="0" tIns="0" rIns="0" bIns="0" anchor="t" anchorCtr="0">
            <a:noAutofit/>
          </a:bodyPr>
          <a:lstStyle>
            <a:lvl1pPr marL="457200" lvl="0" indent="-298450" algn="ctr">
              <a:spcBef>
                <a:spcPts val="0"/>
              </a:spcBef>
              <a:spcAft>
                <a:spcPts val="0"/>
              </a:spcAft>
              <a:buSzPts val="11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lide with 3 key metrics v2">
  <p:cSld name="CUSTOM_12_1_1">
    <p:bg>
      <p:bgPr>
        <a:solidFill>
          <a:schemeClr val="lt2"/>
        </a:solidFill>
        <a:effectLst/>
      </p:bgPr>
    </p:bg>
    <p:spTree>
      <p:nvGrpSpPr>
        <p:cNvPr id="1" name="Shape 723"/>
        <p:cNvGrpSpPr/>
        <p:nvPr/>
      </p:nvGrpSpPr>
      <p:grpSpPr>
        <a:xfrm>
          <a:off x="0" y="0"/>
          <a:ext cx="0" cy="0"/>
          <a:chOff x="0" y="0"/>
          <a:chExt cx="0" cy="0"/>
        </a:xfrm>
      </p:grpSpPr>
      <p:sp>
        <p:nvSpPr>
          <p:cNvPr id="724" name="Google Shape;724;p33"/>
          <p:cNvSpPr/>
          <p:nvPr/>
        </p:nvSpPr>
        <p:spPr>
          <a:xfrm>
            <a:off x="-150" y="3768575"/>
            <a:ext cx="9144000" cy="13749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25" name="Google Shape;725;p33"/>
          <p:cNvSpPr/>
          <p:nvPr/>
        </p:nvSpPr>
        <p:spPr>
          <a:xfrm>
            <a:off x="463825" y="1350075"/>
            <a:ext cx="2461200" cy="2807700"/>
          </a:xfrm>
          <a:prstGeom prst="snip1Rect">
            <a:avLst>
              <a:gd name="adj" fmla="val 16667"/>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26" name="Google Shape;726;p33"/>
          <p:cNvSpPr txBox="1">
            <a:spLocks noGrp="1"/>
          </p:cNvSpPr>
          <p:nvPr>
            <p:ph type="title"/>
          </p:nvPr>
        </p:nvSpPr>
        <p:spPr>
          <a:xfrm>
            <a:off x="516150" y="269950"/>
            <a:ext cx="8111700" cy="458100"/>
          </a:xfrm>
          <a:prstGeom prst="rect">
            <a:avLst/>
          </a:prstGeom>
        </p:spPr>
        <p:txBody>
          <a:bodyPr spcFirstLastPara="1" wrap="square" lIns="0" tIns="0" rIns="0" bIns="0" anchor="t" anchorCtr="0">
            <a:noAutofit/>
          </a:bodyPr>
          <a:lstStyle>
            <a:lvl1pPr lvl="0" algn="ctr">
              <a:spcBef>
                <a:spcPts val="0"/>
              </a:spcBef>
              <a:spcAft>
                <a:spcPts val="0"/>
              </a:spcAft>
              <a:buSzPts val="2000"/>
              <a:buNone/>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a:endParaRPr/>
          </a:p>
        </p:txBody>
      </p:sp>
      <p:sp>
        <p:nvSpPr>
          <p:cNvPr id="727" name="Google Shape;727;p33"/>
          <p:cNvSpPr txBox="1">
            <a:spLocks noGrp="1"/>
          </p:cNvSpPr>
          <p:nvPr>
            <p:ph type="subTitle" idx="1"/>
          </p:nvPr>
        </p:nvSpPr>
        <p:spPr>
          <a:xfrm>
            <a:off x="624875" y="1786100"/>
            <a:ext cx="2141400" cy="458100"/>
          </a:xfrm>
          <a:prstGeom prst="rect">
            <a:avLst/>
          </a:prstGeom>
        </p:spPr>
        <p:txBody>
          <a:bodyPr spcFirstLastPara="1" wrap="square" lIns="0" tIns="0" rIns="0" bIns="0" anchor="ctr" anchorCtr="0">
            <a:noAutofit/>
          </a:bodyPr>
          <a:lstStyle>
            <a:lvl1pPr lvl="0">
              <a:spcBef>
                <a:spcPts val="0"/>
              </a:spcBef>
              <a:spcAft>
                <a:spcPts val="0"/>
              </a:spcAft>
              <a:buClr>
                <a:schemeClr val="accent1"/>
              </a:buClr>
              <a:buSzPts val="2000"/>
              <a:buFont typeface="DM Sans Medium"/>
              <a:buNone/>
              <a:defRPr sz="2000">
                <a:solidFill>
                  <a:schemeClr val="accent1"/>
                </a:solidFill>
                <a:latin typeface="DM Sans Medium"/>
                <a:ea typeface="DM Sans Medium"/>
                <a:cs typeface="DM Sans Medium"/>
                <a:sym typeface="DM Sans Medium"/>
              </a:defRPr>
            </a:lvl1pPr>
            <a:lvl2pPr lvl="1">
              <a:spcBef>
                <a:spcPts val="0"/>
              </a:spcBef>
              <a:spcAft>
                <a:spcPts val="0"/>
              </a:spcAft>
              <a:buClr>
                <a:schemeClr val="accent1"/>
              </a:buClr>
              <a:buSzPts val="2000"/>
              <a:buNone/>
              <a:defRPr sz="2000">
                <a:solidFill>
                  <a:schemeClr val="accent1"/>
                </a:solidFill>
              </a:defRPr>
            </a:lvl2pPr>
            <a:lvl3pPr lvl="2">
              <a:spcBef>
                <a:spcPts val="0"/>
              </a:spcBef>
              <a:spcAft>
                <a:spcPts val="0"/>
              </a:spcAft>
              <a:buClr>
                <a:schemeClr val="accent1"/>
              </a:buClr>
              <a:buSzPts val="2000"/>
              <a:buNone/>
              <a:defRPr sz="2000">
                <a:solidFill>
                  <a:schemeClr val="accent1"/>
                </a:solidFill>
              </a:defRPr>
            </a:lvl3pPr>
            <a:lvl4pPr lvl="3">
              <a:spcBef>
                <a:spcPts val="0"/>
              </a:spcBef>
              <a:spcAft>
                <a:spcPts val="0"/>
              </a:spcAft>
              <a:buClr>
                <a:schemeClr val="accent1"/>
              </a:buClr>
              <a:buSzPts val="2000"/>
              <a:buNone/>
              <a:defRPr sz="2000">
                <a:solidFill>
                  <a:schemeClr val="accent1"/>
                </a:solidFill>
              </a:defRPr>
            </a:lvl4pPr>
            <a:lvl5pPr lvl="4">
              <a:spcBef>
                <a:spcPts val="0"/>
              </a:spcBef>
              <a:spcAft>
                <a:spcPts val="0"/>
              </a:spcAft>
              <a:buClr>
                <a:schemeClr val="accent1"/>
              </a:buClr>
              <a:buSzPts val="2000"/>
              <a:buNone/>
              <a:defRPr sz="2000">
                <a:solidFill>
                  <a:schemeClr val="accent1"/>
                </a:solidFill>
              </a:defRPr>
            </a:lvl5pPr>
            <a:lvl6pPr lvl="5">
              <a:spcBef>
                <a:spcPts val="0"/>
              </a:spcBef>
              <a:spcAft>
                <a:spcPts val="0"/>
              </a:spcAft>
              <a:buClr>
                <a:schemeClr val="accent1"/>
              </a:buClr>
              <a:buSzPts val="2000"/>
              <a:buNone/>
              <a:defRPr sz="2000">
                <a:solidFill>
                  <a:schemeClr val="accent1"/>
                </a:solidFill>
              </a:defRPr>
            </a:lvl6pPr>
            <a:lvl7pPr lvl="6">
              <a:spcBef>
                <a:spcPts val="0"/>
              </a:spcBef>
              <a:spcAft>
                <a:spcPts val="0"/>
              </a:spcAft>
              <a:buClr>
                <a:schemeClr val="accent1"/>
              </a:buClr>
              <a:buSzPts val="2000"/>
              <a:buNone/>
              <a:defRPr sz="2000">
                <a:solidFill>
                  <a:schemeClr val="accent1"/>
                </a:solidFill>
              </a:defRPr>
            </a:lvl7pPr>
            <a:lvl8pPr lvl="7">
              <a:spcBef>
                <a:spcPts val="0"/>
              </a:spcBef>
              <a:spcAft>
                <a:spcPts val="0"/>
              </a:spcAft>
              <a:buClr>
                <a:schemeClr val="accent1"/>
              </a:buClr>
              <a:buSzPts val="2000"/>
              <a:buNone/>
              <a:defRPr sz="2000">
                <a:solidFill>
                  <a:schemeClr val="accent1"/>
                </a:solidFill>
              </a:defRPr>
            </a:lvl8pPr>
            <a:lvl9pPr lvl="8">
              <a:spcBef>
                <a:spcPts val="0"/>
              </a:spcBef>
              <a:spcAft>
                <a:spcPts val="0"/>
              </a:spcAft>
              <a:buClr>
                <a:schemeClr val="accent1"/>
              </a:buClr>
              <a:buSzPts val="2000"/>
              <a:buNone/>
              <a:defRPr sz="2000">
                <a:solidFill>
                  <a:schemeClr val="accent1"/>
                </a:solidFill>
              </a:defRPr>
            </a:lvl9pPr>
          </a:lstStyle>
          <a:p>
            <a:endParaRPr/>
          </a:p>
        </p:txBody>
      </p:sp>
      <p:sp>
        <p:nvSpPr>
          <p:cNvPr id="728" name="Google Shape;728;p33"/>
          <p:cNvSpPr txBox="1">
            <a:spLocks noGrp="1"/>
          </p:cNvSpPr>
          <p:nvPr>
            <p:ph type="body" idx="2"/>
          </p:nvPr>
        </p:nvSpPr>
        <p:spPr>
          <a:xfrm>
            <a:off x="624875" y="2874075"/>
            <a:ext cx="2141400" cy="9855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1"/>
              </a:buClr>
              <a:buSzPts val="1100"/>
              <a:buChar char="●"/>
              <a:defRPr>
                <a:solidFill>
                  <a:schemeClr val="accent1"/>
                </a:solidFill>
              </a:defRPr>
            </a:lvl1pPr>
            <a:lvl2pPr marL="914400" lvl="1" indent="-298450">
              <a:spcBef>
                <a:spcPts val="0"/>
              </a:spcBef>
              <a:spcAft>
                <a:spcPts val="0"/>
              </a:spcAft>
              <a:buClr>
                <a:schemeClr val="accent1"/>
              </a:buClr>
              <a:buSzPts val="1100"/>
              <a:buChar char="○"/>
              <a:defRPr>
                <a:solidFill>
                  <a:schemeClr val="accent1"/>
                </a:solidFill>
              </a:defRPr>
            </a:lvl2pPr>
            <a:lvl3pPr marL="1371600" lvl="2" indent="-298450">
              <a:spcBef>
                <a:spcPts val="0"/>
              </a:spcBef>
              <a:spcAft>
                <a:spcPts val="0"/>
              </a:spcAft>
              <a:buClr>
                <a:schemeClr val="accent1"/>
              </a:buClr>
              <a:buSzPts val="1100"/>
              <a:buChar char="■"/>
              <a:defRPr>
                <a:solidFill>
                  <a:schemeClr val="accent1"/>
                </a:solidFill>
              </a:defRPr>
            </a:lvl3pPr>
            <a:lvl4pPr marL="1828800" lvl="3" indent="-298450">
              <a:spcBef>
                <a:spcPts val="0"/>
              </a:spcBef>
              <a:spcAft>
                <a:spcPts val="0"/>
              </a:spcAft>
              <a:buClr>
                <a:schemeClr val="accent1"/>
              </a:buClr>
              <a:buSzPts val="1100"/>
              <a:buChar char="●"/>
              <a:defRPr>
                <a:solidFill>
                  <a:schemeClr val="accent1"/>
                </a:solidFill>
              </a:defRPr>
            </a:lvl4pPr>
            <a:lvl5pPr marL="2286000" lvl="4" indent="-298450">
              <a:spcBef>
                <a:spcPts val="0"/>
              </a:spcBef>
              <a:spcAft>
                <a:spcPts val="0"/>
              </a:spcAft>
              <a:buClr>
                <a:schemeClr val="accent1"/>
              </a:buClr>
              <a:buSzPts val="1100"/>
              <a:buChar char="○"/>
              <a:defRPr>
                <a:solidFill>
                  <a:schemeClr val="accent1"/>
                </a:solidFill>
              </a:defRPr>
            </a:lvl5pPr>
            <a:lvl6pPr marL="2743200" lvl="5" indent="-298450">
              <a:spcBef>
                <a:spcPts val="0"/>
              </a:spcBef>
              <a:spcAft>
                <a:spcPts val="0"/>
              </a:spcAft>
              <a:buClr>
                <a:schemeClr val="accent1"/>
              </a:buClr>
              <a:buSzPts val="1100"/>
              <a:buChar char="■"/>
              <a:defRPr>
                <a:solidFill>
                  <a:schemeClr val="accent1"/>
                </a:solidFill>
              </a:defRPr>
            </a:lvl6pPr>
            <a:lvl7pPr marL="3200400" lvl="6" indent="-298450">
              <a:spcBef>
                <a:spcPts val="0"/>
              </a:spcBef>
              <a:spcAft>
                <a:spcPts val="0"/>
              </a:spcAft>
              <a:buClr>
                <a:schemeClr val="accent1"/>
              </a:buClr>
              <a:buSzPts val="1100"/>
              <a:buChar char="●"/>
              <a:defRPr>
                <a:solidFill>
                  <a:schemeClr val="accent1"/>
                </a:solidFill>
              </a:defRPr>
            </a:lvl7pPr>
            <a:lvl8pPr marL="3657600" lvl="7" indent="-298450">
              <a:spcBef>
                <a:spcPts val="0"/>
              </a:spcBef>
              <a:spcAft>
                <a:spcPts val="0"/>
              </a:spcAft>
              <a:buClr>
                <a:schemeClr val="accent1"/>
              </a:buClr>
              <a:buSzPts val="1100"/>
              <a:buChar char="○"/>
              <a:defRPr>
                <a:solidFill>
                  <a:schemeClr val="accent1"/>
                </a:solidFill>
              </a:defRPr>
            </a:lvl8pPr>
            <a:lvl9pPr marL="4114800" lvl="8" indent="-298450">
              <a:spcBef>
                <a:spcPts val="0"/>
              </a:spcBef>
              <a:spcAft>
                <a:spcPts val="0"/>
              </a:spcAft>
              <a:buClr>
                <a:schemeClr val="accent1"/>
              </a:buClr>
              <a:buSzPts val="1100"/>
              <a:buChar char="■"/>
              <a:defRPr>
                <a:solidFill>
                  <a:schemeClr val="accent1"/>
                </a:solidFill>
              </a:defRPr>
            </a:lvl9pPr>
          </a:lstStyle>
          <a:p>
            <a:endParaRPr/>
          </a:p>
        </p:txBody>
      </p:sp>
      <p:sp>
        <p:nvSpPr>
          <p:cNvPr id="729" name="Google Shape;729;p33"/>
          <p:cNvSpPr/>
          <p:nvPr/>
        </p:nvSpPr>
        <p:spPr>
          <a:xfrm>
            <a:off x="-820649" y="4579699"/>
            <a:ext cx="1132200" cy="1132200"/>
          </a:xfrm>
          <a:prstGeom prst="donut">
            <a:avLst>
              <a:gd name="adj" fmla="val 17041"/>
            </a:avLst>
          </a:prstGeom>
          <a:noFill/>
          <a:ln w="38100" cap="flat" cmpd="sng">
            <a:solidFill>
              <a:schemeClr val="lt2"/>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730" name="Google Shape;730;p33"/>
          <p:cNvGrpSpPr/>
          <p:nvPr/>
        </p:nvGrpSpPr>
        <p:grpSpPr>
          <a:xfrm>
            <a:off x="8588388" y="105163"/>
            <a:ext cx="392675" cy="392675"/>
            <a:chOff x="458050" y="265600"/>
            <a:chExt cx="392675" cy="392675"/>
          </a:xfrm>
        </p:grpSpPr>
        <p:sp>
          <p:nvSpPr>
            <p:cNvPr id="731" name="Google Shape;731;p33"/>
            <p:cNvSpPr/>
            <p:nvPr/>
          </p:nvSpPr>
          <p:spPr>
            <a:xfrm>
              <a:off x="638050" y="265600"/>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32" name="Google Shape;732;p33"/>
            <p:cNvSpPr/>
            <p:nvPr/>
          </p:nvSpPr>
          <p:spPr>
            <a:xfrm>
              <a:off x="638050" y="5229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33" name="Google Shape;733;p33"/>
            <p:cNvSpPr/>
            <p:nvPr/>
          </p:nvSpPr>
          <p:spPr>
            <a:xfrm rot="-5400000">
              <a:off x="509350"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34" name="Google Shape;734;p33"/>
            <p:cNvSpPr/>
            <p:nvPr/>
          </p:nvSpPr>
          <p:spPr>
            <a:xfrm rot="-5400000">
              <a:off x="766725"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735" name="Google Shape;735;p33"/>
          <p:cNvGrpSpPr/>
          <p:nvPr/>
        </p:nvGrpSpPr>
        <p:grpSpPr>
          <a:xfrm>
            <a:off x="9128288" y="105150"/>
            <a:ext cx="392675" cy="392675"/>
            <a:chOff x="458050" y="265600"/>
            <a:chExt cx="392675" cy="392675"/>
          </a:xfrm>
        </p:grpSpPr>
        <p:sp>
          <p:nvSpPr>
            <p:cNvPr id="736" name="Google Shape;736;p33"/>
            <p:cNvSpPr/>
            <p:nvPr/>
          </p:nvSpPr>
          <p:spPr>
            <a:xfrm>
              <a:off x="638050" y="265600"/>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37" name="Google Shape;737;p33"/>
            <p:cNvSpPr/>
            <p:nvPr/>
          </p:nvSpPr>
          <p:spPr>
            <a:xfrm>
              <a:off x="638050" y="5229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38" name="Google Shape;738;p33"/>
            <p:cNvSpPr/>
            <p:nvPr/>
          </p:nvSpPr>
          <p:spPr>
            <a:xfrm rot="-5400000">
              <a:off x="509350"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39" name="Google Shape;739;p33"/>
            <p:cNvSpPr/>
            <p:nvPr/>
          </p:nvSpPr>
          <p:spPr>
            <a:xfrm rot="-5400000">
              <a:off x="766725"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740" name="Google Shape;740;p33"/>
          <p:cNvSpPr/>
          <p:nvPr/>
        </p:nvSpPr>
        <p:spPr>
          <a:xfrm>
            <a:off x="6114375" y="1350075"/>
            <a:ext cx="2461200" cy="2807700"/>
          </a:xfrm>
          <a:prstGeom prst="snip1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41" name="Google Shape;741;p33"/>
          <p:cNvSpPr txBox="1">
            <a:spLocks noGrp="1"/>
          </p:cNvSpPr>
          <p:nvPr>
            <p:ph type="subTitle" idx="3"/>
          </p:nvPr>
        </p:nvSpPr>
        <p:spPr>
          <a:xfrm>
            <a:off x="6275425" y="1786100"/>
            <a:ext cx="2141400" cy="458100"/>
          </a:xfrm>
          <a:prstGeom prst="rect">
            <a:avLst/>
          </a:prstGeom>
        </p:spPr>
        <p:txBody>
          <a:bodyPr spcFirstLastPara="1" wrap="square" lIns="0" tIns="0" rIns="0" bIns="0" anchor="ctr" anchorCtr="0">
            <a:noAutofit/>
          </a:bodyPr>
          <a:lstStyle>
            <a:lvl1pPr lvl="0">
              <a:spcBef>
                <a:spcPts val="0"/>
              </a:spcBef>
              <a:spcAft>
                <a:spcPts val="0"/>
              </a:spcAft>
              <a:buClr>
                <a:schemeClr val="accent1"/>
              </a:buClr>
              <a:buSzPts val="2000"/>
              <a:buFont typeface="DM Sans Medium"/>
              <a:buNone/>
              <a:defRPr sz="2000">
                <a:solidFill>
                  <a:schemeClr val="accent1"/>
                </a:solidFill>
                <a:latin typeface="DM Sans Medium"/>
                <a:ea typeface="DM Sans Medium"/>
                <a:cs typeface="DM Sans Medium"/>
                <a:sym typeface="DM Sans Medium"/>
              </a:defRPr>
            </a:lvl1pPr>
            <a:lvl2pPr lvl="1">
              <a:spcBef>
                <a:spcPts val="0"/>
              </a:spcBef>
              <a:spcAft>
                <a:spcPts val="0"/>
              </a:spcAft>
              <a:buClr>
                <a:schemeClr val="accent1"/>
              </a:buClr>
              <a:buSzPts val="2000"/>
              <a:buNone/>
              <a:defRPr sz="2000">
                <a:solidFill>
                  <a:schemeClr val="accent1"/>
                </a:solidFill>
              </a:defRPr>
            </a:lvl2pPr>
            <a:lvl3pPr lvl="2">
              <a:spcBef>
                <a:spcPts val="0"/>
              </a:spcBef>
              <a:spcAft>
                <a:spcPts val="0"/>
              </a:spcAft>
              <a:buClr>
                <a:schemeClr val="accent1"/>
              </a:buClr>
              <a:buSzPts val="2000"/>
              <a:buNone/>
              <a:defRPr sz="2000">
                <a:solidFill>
                  <a:schemeClr val="accent1"/>
                </a:solidFill>
              </a:defRPr>
            </a:lvl3pPr>
            <a:lvl4pPr lvl="3">
              <a:spcBef>
                <a:spcPts val="0"/>
              </a:spcBef>
              <a:spcAft>
                <a:spcPts val="0"/>
              </a:spcAft>
              <a:buClr>
                <a:schemeClr val="accent1"/>
              </a:buClr>
              <a:buSzPts val="2000"/>
              <a:buNone/>
              <a:defRPr sz="2000">
                <a:solidFill>
                  <a:schemeClr val="accent1"/>
                </a:solidFill>
              </a:defRPr>
            </a:lvl4pPr>
            <a:lvl5pPr lvl="4">
              <a:spcBef>
                <a:spcPts val="0"/>
              </a:spcBef>
              <a:spcAft>
                <a:spcPts val="0"/>
              </a:spcAft>
              <a:buClr>
                <a:schemeClr val="accent1"/>
              </a:buClr>
              <a:buSzPts val="2000"/>
              <a:buNone/>
              <a:defRPr sz="2000">
                <a:solidFill>
                  <a:schemeClr val="accent1"/>
                </a:solidFill>
              </a:defRPr>
            </a:lvl5pPr>
            <a:lvl6pPr lvl="5">
              <a:spcBef>
                <a:spcPts val="0"/>
              </a:spcBef>
              <a:spcAft>
                <a:spcPts val="0"/>
              </a:spcAft>
              <a:buClr>
                <a:schemeClr val="accent1"/>
              </a:buClr>
              <a:buSzPts val="2000"/>
              <a:buNone/>
              <a:defRPr sz="2000">
                <a:solidFill>
                  <a:schemeClr val="accent1"/>
                </a:solidFill>
              </a:defRPr>
            </a:lvl6pPr>
            <a:lvl7pPr lvl="6">
              <a:spcBef>
                <a:spcPts val="0"/>
              </a:spcBef>
              <a:spcAft>
                <a:spcPts val="0"/>
              </a:spcAft>
              <a:buClr>
                <a:schemeClr val="accent1"/>
              </a:buClr>
              <a:buSzPts val="2000"/>
              <a:buNone/>
              <a:defRPr sz="2000">
                <a:solidFill>
                  <a:schemeClr val="accent1"/>
                </a:solidFill>
              </a:defRPr>
            </a:lvl7pPr>
            <a:lvl8pPr lvl="7">
              <a:spcBef>
                <a:spcPts val="0"/>
              </a:spcBef>
              <a:spcAft>
                <a:spcPts val="0"/>
              </a:spcAft>
              <a:buClr>
                <a:schemeClr val="accent1"/>
              </a:buClr>
              <a:buSzPts val="2000"/>
              <a:buNone/>
              <a:defRPr sz="2000">
                <a:solidFill>
                  <a:schemeClr val="accent1"/>
                </a:solidFill>
              </a:defRPr>
            </a:lvl8pPr>
            <a:lvl9pPr lvl="8">
              <a:spcBef>
                <a:spcPts val="0"/>
              </a:spcBef>
              <a:spcAft>
                <a:spcPts val="0"/>
              </a:spcAft>
              <a:buClr>
                <a:schemeClr val="accent1"/>
              </a:buClr>
              <a:buSzPts val="2000"/>
              <a:buNone/>
              <a:defRPr sz="2000">
                <a:solidFill>
                  <a:schemeClr val="accent1"/>
                </a:solidFill>
              </a:defRPr>
            </a:lvl9pPr>
          </a:lstStyle>
          <a:p>
            <a:endParaRPr/>
          </a:p>
        </p:txBody>
      </p:sp>
      <p:sp>
        <p:nvSpPr>
          <p:cNvPr id="742" name="Google Shape;742;p33"/>
          <p:cNvSpPr txBox="1">
            <a:spLocks noGrp="1"/>
          </p:cNvSpPr>
          <p:nvPr>
            <p:ph type="body" idx="4"/>
          </p:nvPr>
        </p:nvSpPr>
        <p:spPr>
          <a:xfrm>
            <a:off x="6275425" y="2874075"/>
            <a:ext cx="2141400" cy="9855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1"/>
              </a:buClr>
              <a:buSzPts val="1100"/>
              <a:buChar char="●"/>
              <a:defRPr>
                <a:solidFill>
                  <a:schemeClr val="accent1"/>
                </a:solidFill>
              </a:defRPr>
            </a:lvl1pPr>
            <a:lvl2pPr marL="914400" lvl="1" indent="-298450">
              <a:spcBef>
                <a:spcPts val="0"/>
              </a:spcBef>
              <a:spcAft>
                <a:spcPts val="0"/>
              </a:spcAft>
              <a:buClr>
                <a:schemeClr val="accent1"/>
              </a:buClr>
              <a:buSzPts val="1100"/>
              <a:buChar char="○"/>
              <a:defRPr>
                <a:solidFill>
                  <a:schemeClr val="accent1"/>
                </a:solidFill>
              </a:defRPr>
            </a:lvl2pPr>
            <a:lvl3pPr marL="1371600" lvl="2" indent="-298450">
              <a:spcBef>
                <a:spcPts val="0"/>
              </a:spcBef>
              <a:spcAft>
                <a:spcPts val="0"/>
              </a:spcAft>
              <a:buClr>
                <a:schemeClr val="accent1"/>
              </a:buClr>
              <a:buSzPts val="1100"/>
              <a:buChar char="■"/>
              <a:defRPr>
                <a:solidFill>
                  <a:schemeClr val="accent1"/>
                </a:solidFill>
              </a:defRPr>
            </a:lvl3pPr>
            <a:lvl4pPr marL="1828800" lvl="3" indent="-298450">
              <a:spcBef>
                <a:spcPts val="0"/>
              </a:spcBef>
              <a:spcAft>
                <a:spcPts val="0"/>
              </a:spcAft>
              <a:buClr>
                <a:schemeClr val="accent1"/>
              </a:buClr>
              <a:buSzPts val="1100"/>
              <a:buChar char="●"/>
              <a:defRPr>
                <a:solidFill>
                  <a:schemeClr val="accent1"/>
                </a:solidFill>
              </a:defRPr>
            </a:lvl4pPr>
            <a:lvl5pPr marL="2286000" lvl="4" indent="-298450">
              <a:spcBef>
                <a:spcPts val="0"/>
              </a:spcBef>
              <a:spcAft>
                <a:spcPts val="0"/>
              </a:spcAft>
              <a:buClr>
                <a:schemeClr val="accent1"/>
              </a:buClr>
              <a:buSzPts val="1100"/>
              <a:buChar char="○"/>
              <a:defRPr>
                <a:solidFill>
                  <a:schemeClr val="accent1"/>
                </a:solidFill>
              </a:defRPr>
            </a:lvl5pPr>
            <a:lvl6pPr marL="2743200" lvl="5" indent="-298450">
              <a:spcBef>
                <a:spcPts val="0"/>
              </a:spcBef>
              <a:spcAft>
                <a:spcPts val="0"/>
              </a:spcAft>
              <a:buClr>
                <a:schemeClr val="accent1"/>
              </a:buClr>
              <a:buSzPts val="1100"/>
              <a:buChar char="■"/>
              <a:defRPr>
                <a:solidFill>
                  <a:schemeClr val="accent1"/>
                </a:solidFill>
              </a:defRPr>
            </a:lvl6pPr>
            <a:lvl7pPr marL="3200400" lvl="6" indent="-298450">
              <a:spcBef>
                <a:spcPts val="0"/>
              </a:spcBef>
              <a:spcAft>
                <a:spcPts val="0"/>
              </a:spcAft>
              <a:buClr>
                <a:schemeClr val="accent1"/>
              </a:buClr>
              <a:buSzPts val="1100"/>
              <a:buChar char="●"/>
              <a:defRPr>
                <a:solidFill>
                  <a:schemeClr val="accent1"/>
                </a:solidFill>
              </a:defRPr>
            </a:lvl7pPr>
            <a:lvl8pPr marL="3657600" lvl="7" indent="-298450">
              <a:spcBef>
                <a:spcPts val="0"/>
              </a:spcBef>
              <a:spcAft>
                <a:spcPts val="0"/>
              </a:spcAft>
              <a:buClr>
                <a:schemeClr val="accent1"/>
              </a:buClr>
              <a:buSzPts val="1100"/>
              <a:buChar char="○"/>
              <a:defRPr>
                <a:solidFill>
                  <a:schemeClr val="accent1"/>
                </a:solidFill>
              </a:defRPr>
            </a:lvl8pPr>
            <a:lvl9pPr marL="4114800" lvl="8" indent="-298450">
              <a:spcBef>
                <a:spcPts val="0"/>
              </a:spcBef>
              <a:spcAft>
                <a:spcPts val="0"/>
              </a:spcAft>
              <a:buClr>
                <a:schemeClr val="accent1"/>
              </a:buClr>
              <a:buSzPts val="1100"/>
              <a:buChar char="■"/>
              <a:defRPr>
                <a:solidFill>
                  <a:schemeClr val="accent1"/>
                </a:solidFill>
              </a:defRPr>
            </a:lvl9pPr>
          </a:lstStyle>
          <a:p>
            <a:endParaRPr/>
          </a:p>
        </p:txBody>
      </p:sp>
      <p:sp>
        <p:nvSpPr>
          <p:cNvPr id="743" name="Google Shape;743;p33"/>
          <p:cNvSpPr/>
          <p:nvPr/>
        </p:nvSpPr>
        <p:spPr>
          <a:xfrm>
            <a:off x="3289100" y="1350075"/>
            <a:ext cx="2461200" cy="2807700"/>
          </a:xfrm>
          <a:prstGeom prst="snip1Rect">
            <a:avLst>
              <a:gd name="adj" fmla="val 16667"/>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44" name="Google Shape;744;p33"/>
          <p:cNvSpPr txBox="1">
            <a:spLocks noGrp="1"/>
          </p:cNvSpPr>
          <p:nvPr>
            <p:ph type="subTitle" idx="5"/>
          </p:nvPr>
        </p:nvSpPr>
        <p:spPr>
          <a:xfrm>
            <a:off x="3450150" y="1786100"/>
            <a:ext cx="2141400" cy="458100"/>
          </a:xfrm>
          <a:prstGeom prst="rect">
            <a:avLst/>
          </a:prstGeom>
        </p:spPr>
        <p:txBody>
          <a:bodyPr spcFirstLastPara="1" wrap="square" lIns="0" tIns="0" rIns="0" bIns="0" anchor="ctr" anchorCtr="0">
            <a:noAutofit/>
          </a:bodyPr>
          <a:lstStyle>
            <a:lvl1pPr lvl="0">
              <a:spcBef>
                <a:spcPts val="0"/>
              </a:spcBef>
              <a:spcAft>
                <a:spcPts val="0"/>
              </a:spcAft>
              <a:buClr>
                <a:schemeClr val="accent1"/>
              </a:buClr>
              <a:buSzPts val="2000"/>
              <a:buFont typeface="DM Sans Medium"/>
              <a:buNone/>
              <a:defRPr sz="2000">
                <a:solidFill>
                  <a:schemeClr val="accent1"/>
                </a:solidFill>
                <a:latin typeface="DM Sans Medium"/>
                <a:ea typeface="DM Sans Medium"/>
                <a:cs typeface="DM Sans Medium"/>
                <a:sym typeface="DM Sans Medium"/>
              </a:defRPr>
            </a:lvl1pPr>
            <a:lvl2pPr lvl="1">
              <a:spcBef>
                <a:spcPts val="0"/>
              </a:spcBef>
              <a:spcAft>
                <a:spcPts val="0"/>
              </a:spcAft>
              <a:buClr>
                <a:schemeClr val="accent1"/>
              </a:buClr>
              <a:buSzPts val="2000"/>
              <a:buNone/>
              <a:defRPr sz="2000">
                <a:solidFill>
                  <a:schemeClr val="accent1"/>
                </a:solidFill>
              </a:defRPr>
            </a:lvl2pPr>
            <a:lvl3pPr lvl="2">
              <a:spcBef>
                <a:spcPts val="0"/>
              </a:spcBef>
              <a:spcAft>
                <a:spcPts val="0"/>
              </a:spcAft>
              <a:buClr>
                <a:schemeClr val="accent1"/>
              </a:buClr>
              <a:buSzPts val="2000"/>
              <a:buNone/>
              <a:defRPr sz="2000">
                <a:solidFill>
                  <a:schemeClr val="accent1"/>
                </a:solidFill>
              </a:defRPr>
            </a:lvl3pPr>
            <a:lvl4pPr lvl="3">
              <a:spcBef>
                <a:spcPts val="0"/>
              </a:spcBef>
              <a:spcAft>
                <a:spcPts val="0"/>
              </a:spcAft>
              <a:buClr>
                <a:schemeClr val="accent1"/>
              </a:buClr>
              <a:buSzPts val="2000"/>
              <a:buNone/>
              <a:defRPr sz="2000">
                <a:solidFill>
                  <a:schemeClr val="accent1"/>
                </a:solidFill>
              </a:defRPr>
            </a:lvl4pPr>
            <a:lvl5pPr lvl="4">
              <a:spcBef>
                <a:spcPts val="0"/>
              </a:spcBef>
              <a:spcAft>
                <a:spcPts val="0"/>
              </a:spcAft>
              <a:buClr>
                <a:schemeClr val="accent1"/>
              </a:buClr>
              <a:buSzPts val="2000"/>
              <a:buNone/>
              <a:defRPr sz="2000">
                <a:solidFill>
                  <a:schemeClr val="accent1"/>
                </a:solidFill>
              </a:defRPr>
            </a:lvl5pPr>
            <a:lvl6pPr lvl="5">
              <a:spcBef>
                <a:spcPts val="0"/>
              </a:spcBef>
              <a:spcAft>
                <a:spcPts val="0"/>
              </a:spcAft>
              <a:buClr>
                <a:schemeClr val="accent1"/>
              </a:buClr>
              <a:buSzPts val="2000"/>
              <a:buNone/>
              <a:defRPr sz="2000">
                <a:solidFill>
                  <a:schemeClr val="accent1"/>
                </a:solidFill>
              </a:defRPr>
            </a:lvl6pPr>
            <a:lvl7pPr lvl="6">
              <a:spcBef>
                <a:spcPts val="0"/>
              </a:spcBef>
              <a:spcAft>
                <a:spcPts val="0"/>
              </a:spcAft>
              <a:buClr>
                <a:schemeClr val="accent1"/>
              </a:buClr>
              <a:buSzPts val="2000"/>
              <a:buNone/>
              <a:defRPr sz="2000">
                <a:solidFill>
                  <a:schemeClr val="accent1"/>
                </a:solidFill>
              </a:defRPr>
            </a:lvl7pPr>
            <a:lvl8pPr lvl="7">
              <a:spcBef>
                <a:spcPts val="0"/>
              </a:spcBef>
              <a:spcAft>
                <a:spcPts val="0"/>
              </a:spcAft>
              <a:buClr>
                <a:schemeClr val="accent1"/>
              </a:buClr>
              <a:buSzPts val="2000"/>
              <a:buNone/>
              <a:defRPr sz="2000">
                <a:solidFill>
                  <a:schemeClr val="accent1"/>
                </a:solidFill>
              </a:defRPr>
            </a:lvl8pPr>
            <a:lvl9pPr lvl="8">
              <a:spcBef>
                <a:spcPts val="0"/>
              </a:spcBef>
              <a:spcAft>
                <a:spcPts val="0"/>
              </a:spcAft>
              <a:buClr>
                <a:schemeClr val="accent1"/>
              </a:buClr>
              <a:buSzPts val="2000"/>
              <a:buNone/>
              <a:defRPr sz="2000">
                <a:solidFill>
                  <a:schemeClr val="accent1"/>
                </a:solidFill>
              </a:defRPr>
            </a:lvl9pPr>
          </a:lstStyle>
          <a:p>
            <a:endParaRPr/>
          </a:p>
        </p:txBody>
      </p:sp>
      <p:sp>
        <p:nvSpPr>
          <p:cNvPr id="745" name="Google Shape;745;p33"/>
          <p:cNvSpPr txBox="1">
            <a:spLocks noGrp="1"/>
          </p:cNvSpPr>
          <p:nvPr>
            <p:ph type="body" idx="6"/>
          </p:nvPr>
        </p:nvSpPr>
        <p:spPr>
          <a:xfrm>
            <a:off x="3450150" y="2874075"/>
            <a:ext cx="2141400" cy="9855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accent1"/>
              </a:buClr>
              <a:buSzPts val="1100"/>
              <a:buChar char="●"/>
              <a:defRPr>
                <a:solidFill>
                  <a:schemeClr val="accent1"/>
                </a:solidFill>
              </a:defRPr>
            </a:lvl1pPr>
            <a:lvl2pPr marL="914400" lvl="1" indent="-298450">
              <a:spcBef>
                <a:spcPts val="0"/>
              </a:spcBef>
              <a:spcAft>
                <a:spcPts val="0"/>
              </a:spcAft>
              <a:buClr>
                <a:schemeClr val="accent1"/>
              </a:buClr>
              <a:buSzPts val="1100"/>
              <a:buChar char="○"/>
              <a:defRPr>
                <a:solidFill>
                  <a:schemeClr val="accent1"/>
                </a:solidFill>
              </a:defRPr>
            </a:lvl2pPr>
            <a:lvl3pPr marL="1371600" lvl="2" indent="-298450">
              <a:spcBef>
                <a:spcPts val="0"/>
              </a:spcBef>
              <a:spcAft>
                <a:spcPts val="0"/>
              </a:spcAft>
              <a:buClr>
                <a:schemeClr val="accent1"/>
              </a:buClr>
              <a:buSzPts val="1100"/>
              <a:buChar char="■"/>
              <a:defRPr>
                <a:solidFill>
                  <a:schemeClr val="accent1"/>
                </a:solidFill>
              </a:defRPr>
            </a:lvl3pPr>
            <a:lvl4pPr marL="1828800" lvl="3" indent="-298450">
              <a:spcBef>
                <a:spcPts val="0"/>
              </a:spcBef>
              <a:spcAft>
                <a:spcPts val="0"/>
              </a:spcAft>
              <a:buClr>
                <a:schemeClr val="accent1"/>
              </a:buClr>
              <a:buSzPts val="1100"/>
              <a:buChar char="●"/>
              <a:defRPr>
                <a:solidFill>
                  <a:schemeClr val="accent1"/>
                </a:solidFill>
              </a:defRPr>
            </a:lvl4pPr>
            <a:lvl5pPr marL="2286000" lvl="4" indent="-298450">
              <a:spcBef>
                <a:spcPts val="0"/>
              </a:spcBef>
              <a:spcAft>
                <a:spcPts val="0"/>
              </a:spcAft>
              <a:buClr>
                <a:schemeClr val="accent1"/>
              </a:buClr>
              <a:buSzPts val="1100"/>
              <a:buChar char="○"/>
              <a:defRPr>
                <a:solidFill>
                  <a:schemeClr val="accent1"/>
                </a:solidFill>
              </a:defRPr>
            </a:lvl5pPr>
            <a:lvl6pPr marL="2743200" lvl="5" indent="-298450">
              <a:spcBef>
                <a:spcPts val="0"/>
              </a:spcBef>
              <a:spcAft>
                <a:spcPts val="0"/>
              </a:spcAft>
              <a:buClr>
                <a:schemeClr val="accent1"/>
              </a:buClr>
              <a:buSzPts val="1100"/>
              <a:buChar char="■"/>
              <a:defRPr>
                <a:solidFill>
                  <a:schemeClr val="accent1"/>
                </a:solidFill>
              </a:defRPr>
            </a:lvl6pPr>
            <a:lvl7pPr marL="3200400" lvl="6" indent="-298450">
              <a:spcBef>
                <a:spcPts val="0"/>
              </a:spcBef>
              <a:spcAft>
                <a:spcPts val="0"/>
              </a:spcAft>
              <a:buClr>
                <a:schemeClr val="accent1"/>
              </a:buClr>
              <a:buSzPts val="1100"/>
              <a:buChar char="●"/>
              <a:defRPr>
                <a:solidFill>
                  <a:schemeClr val="accent1"/>
                </a:solidFill>
              </a:defRPr>
            </a:lvl7pPr>
            <a:lvl8pPr marL="3657600" lvl="7" indent="-298450">
              <a:spcBef>
                <a:spcPts val="0"/>
              </a:spcBef>
              <a:spcAft>
                <a:spcPts val="0"/>
              </a:spcAft>
              <a:buClr>
                <a:schemeClr val="accent1"/>
              </a:buClr>
              <a:buSzPts val="1100"/>
              <a:buChar char="○"/>
              <a:defRPr>
                <a:solidFill>
                  <a:schemeClr val="accent1"/>
                </a:solidFill>
              </a:defRPr>
            </a:lvl8pPr>
            <a:lvl9pPr marL="4114800" lvl="8" indent="-298450">
              <a:spcBef>
                <a:spcPts val="0"/>
              </a:spcBef>
              <a:spcAft>
                <a:spcPts val="0"/>
              </a:spcAft>
              <a:buClr>
                <a:schemeClr val="accent1"/>
              </a:buClr>
              <a:buSzPts val="1100"/>
              <a:buChar char="■"/>
              <a:defRPr>
                <a:solidFill>
                  <a:schemeClr val="accent1"/>
                </a:solidFil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ustom Layout 1">
  <p:cSld name="CUSTOM_7">
    <p:bg>
      <p:bgPr>
        <a:solidFill>
          <a:schemeClr val="accent5"/>
        </a:solidFill>
        <a:effectLst/>
      </p:bgPr>
    </p:bg>
    <p:spTree>
      <p:nvGrpSpPr>
        <p:cNvPr id="1" name="Shape 746"/>
        <p:cNvGrpSpPr/>
        <p:nvPr/>
      </p:nvGrpSpPr>
      <p:grpSpPr>
        <a:xfrm>
          <a:off x="0" y="0"/>
          <a:ext cx="0" cy="0"/>
          <a:chOff x="0" y="0"/>
          <a:chExt cx="0" cy="0"/>
        </a:xfrm>
      </p:grpSpPr>
      <p:sp>
        <p:nvSpPr>
          <p:cNvPr id="747" name="Google Shape;747;p34"/>
          <p:cNvSpPr/>
          <p:nvPr/>
        </p:nvSpPr>
        <p:spPr>
          <a:xfrm flipH="1">
            <a:off x="6029550" y="1195474"/>
            <a:ext cx="1132200" cy="1132200"/>
          </a:xfrm>
          <a:prstGeom prst="donut">
            <a:avLst>
              <a:gd name="adj" fmla="val 17041"/>
            </a:avLst>
          </a:prstGeom>
          <a:noFill/>
          <a:ln w="38100" cap="flat" cmpd="sng">
            <a:solidFill>
              <a:schemeClr val="accent3"/>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48" name="Google Shape;748;p34"/>
          <p:cNvSpPr/>
          <p:nvPr/>
        </p:nvSpPr>
        <p:spPr>
          <a:xfrm flipH="1">
            <a:off x="1903351" y="1918650"/>
            <a:ext cx="4569900" cy="1915800"/>
          </a:xfrm>
          <a:prstGeom prst="snip2DiagRect">
            <a:avLst>
              <a:gd name="adj1" fmla="val 0"/>
              <a:gd name="adj2" fmla="val 24581"/>
            </a:avLst>
          </a:prstGeom>
          <a:solidFill>
            <a:schemeClr val="accent3"/>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49" name="Google Shape;749;p34"/>
          <p:cNvSpPr/>
          <p:nvPr/>
        </p:nvSpPr>
        <p:spPr>
          <a:xfrm flipH="1">
            <a:off x="2055751" y="1766250"/>
            <a:ext cx="4569900" cy="1915800"/>
          </a:xfrm>
          <a:prstGeom prst="snip2DiagRect">
            <a:avLst>
              <a:gd name="adj1" fmla="val 0"/>
              <a:gd name="adj2" fmla="val 24581"/>
            </a:avLst>
          </a:prstGeom>
          <a:solidFill>
            <a:schemeClr val="accent6"/>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50" name="Google Shape;750;p34"/>
          <p:cNvSpPr/>
          <p:nvPr/>
        </p:nvSpPr>
        <p:spPr>
          <a:xfrm flipH="1">
            <a:off x="2208151" y="1613850"/>
            <a:ext cx="4569900" cy="1915800"/>
          </a:xfrm>
          <a:prstGeom prst="snip2DiagRect">
            <a:avLst>
              <a:gd name="adj1" fmla="val 0"/>
              <a:gd name="adj2" fmla="val 24581"/>
            </a:avLst>
          </a:prstGeom>
          <a:solidFill>
            <a:schemeClr val="lt1"/>
          </a:solid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51" name="Google Shape;751;p34"/>
          <p:cNvSpPr/>
          <p:nvPr/>
        </p:nvSpPr>
        <p:spPr>
          <a:xfrm>
            <a:off x="-60650" y="5022275"/>
            <a:ext cx="3819000" cy="168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52" name="Google Shape;752;p34"/>
          <p:cNvSpPr/>
          <p:nvPr/>
        </p:nvSpPr>
        <p:spPr>
          <a:xfrm>
            <a:off x="-60650" y="2057225"/>
            <a:ext cx="177000" cy="30471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53" name="Google Shape;753;p34"/>
          <p:cNvSpPr/>
          <p:nvPr/>
        </p:nvSpPr>
        <p:spPr>
          <a:xfrm rot="10800000">
            <a:off x="7811975" y="-86625"/>
            <a:ext cx="1486200" cy="6804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54" name="Google Shape;754;p34"/>
          <p:cNvSpPr/>
          <p:nvPr/>
        </p:nvSpPr>
        <p:spPr>
          <a:xfrm rot="10800000">
            <a:off x="8869950" y="471375"/>
            <a:ext cx="424800" cy="1872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55" name="Google Shape;755;p34"/>
          <p:cNvSpPr txBox="1">
            <a:spLocks noGrp="1"/>
          </p:cNvSpPr>
          <p:nvPr>
            <p:ph type="title"/>
          </p:nvPr>
        </p:nvSpPr>
        <p:spPr>
          <a:xfrm>
            <a:off x="2626207" y="2342700"/>
            <a:ext cx="3891600" cy="458100"/>
          </a:xfrm>
          <a:prstGeom prst="rect">
            <a:avLst/>
          </a:prstGeom>
        </p:spPr>
        <p:txBody>
          <a:bodyPr spcFirstLastPara="1" wrap="square" lIns="0" tIns="0" rIns="0" bIns="0" anchor="ctr" anchorCtr="0">
            <a:noAutofit/>
          </a:bodyPr>
          <a:lstStyle>
            <a:lvl1pPr lvl="0" algn="ctr">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grpSp>
        <p:nvGrpSpPr>
          <p:cNvPr id="756" name="Google Shape;756;p34"/>
          <p:cNvGrpSpPr/>
          <p:nvPr/>
        </p:nvGrpSpPr>
        <p:grpSpPr>
          <a:xfrm>
            <a:off x="-482802" y="3349356"/>
            <a:ext cx="2277538" cy="2277538"/>
            <a:chOff x="987244" y="313753"/>
            <a:chExt cx="555321" cy="555321"/>
          </a:xfrm>
        </p:grpSpPr>
        <p:grpSp>
          <p:nvGrpSpPr>
            <p:cNvPr id="757" name="Google Shape;757;p34"/>
            <p:cNvGrpSpPr/>
            <p:nvPr/>
          </p:nvGrpSpPr>
          <p:grpSpPr>
            <a:xfrm>
              <a:off x="1068575" y="395075"/>
              <a:ext cx="392675" cy="392675"/>
              <a:chOff x="458050" y="265600"/>
              <a:chExt cx="392675" cy="392675"/>
            </a:xfrm>
          </p:grpSpPr>
          <p:sp>
            <p:nvSpPr>
              <p:cNvPr id="758" name="Google Shape;758;p34"/>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59" name="Google Shape;759;p34"/>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60" name="Google Shape;760;p34"/>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61" name="Google Shape;761;p34"/>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762" name="Google Shape;762;p34"/>
            <p:cNvGrpSpPr/>
            <p:nvPr/>
          </p:nvGrpSpPr>
          <p:grpSpPr>
            <a:xfrm rot="-2700000">
              <a:off x="1068569" y="395078"/>
              <a:ext cx="392671" cy="392671"/>
              <a:chOff x="458050" y="265600"/>
              <a:chExt cx="392675" cy="392675"/>
            </a:xfrm>
          </p:grpSpPr>
          <p:sp>
            <p:nvSpPr>
              <p:cNvPr id="763" name="Google Shape;763;p34"/>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64" name="Google Shape;764;p34"/>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65" name="Google Shape;765;p34"/>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66" name="Google Shape;766;p34"/>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grpSp>
        <p:nvGrpSpPr>
          <p:cNvPr id="767" name="Google Shape;767;p34"/>
          <p:cNvGrpSpPr/>
          <p:nvPr/>
        </p:nvGrpSpPr>
        <p:grpSpPr>
          <a:xfrm rot="10800000" flipH="1">
            <a:off x="8137738" y="153313"/>
            <a:ext cx="392675" cy="392675"/>
            <a:chOff x="458050" y="265600"/>
            <a:chExt cx="392675" cy="392675"/>
          </a:xfrm>
        </p:grpSpPr>
        <p:sp>
          <p:nvSpPr>
            <p:cNvPr id="768" name="Google Shape;768;p34"/>
            <p:cNvSpPr/>
            <p:nvPr/>
          </p:nvSpPr>
          <p:spPr>
            <a:xfrm>
              <a:off x="638050" y="265600"/>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69" name="Google Shape;769;p34"/>
            <p:cNvSpPr/>
            <p:nvPr/>
          </p:nvSpPr>
          <p:spPr>
            <a:xfrm>
              <a:off x="638050" y="5229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70" name="Google Shape;770;p34"/>
            <p:cNvSpPr/>
            <p:nvPr/>
          </p:nvSpPr>
          <p:spPr>
            <a:xfrm rot="-5400000">
              <a:off x="509350"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71" name="Google Shape;771;p34"/>
            <p:cNvSpPr/>
            <p:nvPr/>
          </p:nvSpPr>
          <p:spPr>
            <a:xfrm rot="-5400000">
              <a:off x="766725"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772" name="Google Shape;772;p34"/>
          <p:cNvGrpSpPr/>
          <p:nvPr/>
        </p:nvGrpSpPr>
        <p:grpSpPr>
          <a:xfrm rot="10800000" flipH="1">
            <a:off x="8677638" y="153325"/>
            <a:ext cx="392675" cy="392675"/>
            <a:chOff x="458050" y="265600"/>
            <a:chExt cx="392675" cy="392675"/>
          </a:xfrm>
        </p:grpSpPr>
        <p:sp>
          <p:nvSpPr>
            <p:cNvPr id="773" name="Google Shape;773;p34"/>
            <p:cNvSpPr/>
            <p:nvPr/>
          </p:nvSpPr>
          <p:spPr>
            <a:xfrm>
              <a:off x="638050" y="265600"/>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74" name="Google Shape;774;p34"/>
            <p:cNvSpPr/>
            <p:nvPr/>
          </p:nvSpPr>
          <p:spPr>
            <a:xfrm>
              <a:off x="638050" y="5229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75" name="Google Shape;775;p34"/>
            <p:cNvSpPr/>
            <p:nvPr/>
          </p:nvSpPr>
          <p:spPr>
            <a:xfrm rot="-5400000">
              <a:off x="509350"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76" name="Google Shape;776;p34"/>
            <p:cNvSpPr/>
            <p:nvPr/>
          </p:nvSpPr>
          <p:spPr>
            <a:xfrm rot="-5400000">
              <a:off x="766725"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777" name="Google Shape;777;p34"/>
          <p:cNvGrpSpPr/>
          <p:nvPr/>
        </p:nvGrpSpPr>
        <p:grpSpPr>
          <a:xfrm rot="10800000" flipH="1">
            <a:off x="8412138" y="545988"/>
            <a:ext cx="392675" cy="392675"/>
            <a:chOff x="458050" y="265600"/>
            <a:chExt cx="392675" cy="392675"/>
          </a:xfrm>
        </p:grpSpPr>
        <p:sp>
          <p:nvSpPr>
            <p:cNvPr id="778" name="Google Shape;778;p34"/>
            <p:cNvSpPr/>
            <p:nvPr/>
          </p:nvSpPr>
          <p:spPr>
            <a:xfrm>
              <a:off x="638050" y="265600"/>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79" name="Google Shape;779;p34"/>
            <p:cNvSpPr/>
            <p:nvPr/>
          </p:nvSpPr>
          <p:spPr>
            <a:xfrm>
              <a:off x="638050" y="5229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80" name="Google Shape;780;p34"/>
            <p:cNvSpPr/>
            <p:nvPr/>
          </p:nvSpPr>
          <p:spPr>
            <a:xfrm rot="-5400000">
              <a:off x="509350"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81" name="Google Shape;781;p34"/>
            <p:cNvSpPr/>
            <p:nvPr/>
          </p:nvSpPr>
          <p:spPr>
            <a:xfrm rot="-5400000">
              <a:off x="766725"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782" name="Google Shape;782;p34"/>
          <p:cNvSpPr/>
          <p:nvPr/>
        </p:nvSpPr>
        <p:spPr>
          <a:xfrm rot="-5400000">
            <a:off x="8233375" y="4274900"/>
            <a:ext cx="1002600" cy="9207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83" name="Google Shape;783;p34"/>
          <p:cNvSpPr/>
          <p:nvPr/>
        </p:nvSpPr>
        <p:spPr>
          <a:xfrm rot="5400000">
            <a:off x="-97165" y="0"/>
            <a:ext cx="1002600" cy="861900"/>
          </a:xfrm>
          <a:prstGeom prst="rtTriangl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lide with 2 columns v1">
  <p:cSld name="DEFAULT">
    <p:bg>
      <p:bgPr>
        <a:solidFill>
          <a:schemeClr val="accent1"/>
        </a:solidFill>
        <a:effectLst/>
      </p:bgPr>
    </p:bg>
    <p:spTree>
      <p:nvGrpSpPr>
        <p:cNvPr id="1" name="Shape 784"/>
        <p:cNvGrpSpPr/>
        <p:nvPr/>
      </p:nvGrpSpPr>
      <p:grpSpPr>
        <a:xfrm>
          <a:off x="0" y="0"/>
          <a:ext cx="0" cy="0"/>
          <a:chOff x="0" y="0"/>
          <a:chExt cx="0" cy="0"/>
        </a:xfrm>
      </p:grpSpPr>
      <p:sp>
        <p:nvSpPr>
          <p:cNvPr id="785" name="Google Shape;785;p35"/>
          <p:cNvSpPr txBox="1">
            <a:spLocks noGrp="1"/>
          </p:cNvSpPr>
          <p:nvPr>
            <p:ph type="title"/>
          </p:nvPr>
        </p:nvSpPr>
        <p:spPr>
          <a:xfrm>
            <a:off x="483300" y="346150"/>
            <a:ext cx="8177400" cy="556500"/>
          </a:xfrm>
          <a:prstGeom prst="rect">
            <a:avLst/>
          </a:prstGeom>
        </p:spPr>
        <p:txBody>
          <a:bodyPr spcFirstLastPara="1" wrap="square" lIns="0" tIns="0" rIns="0" bIns="0" anchor="t" anchorCtr="0">
            <a:noAutofit/>
          </a:bodyPr>
          <a:lstStyle>
            <a:lvl1pPr lvl="0">
              <a:spcBef>
                <a:spcPts val="0"/>
              </a:spcBef>
              <a:spcAft>
                <a:spcPts val="0"/>
              </a:spcAft>
              <a:buClr>
                <a:schemeClr val="accent4"/>
              </a:buClr>
              <a:buSzPts val="2000"/>
              <a:buNone/>
              <a:defRPr>
                <a:solidFill>
                  <a:schemeClr val="accent4"/>
                </a:solidFill>
              </a:defRPr>
            </a:lvl1pPr>
            <a:lvl2pPr lvl="1">
              <a:spcBef>
                <a:spcPts val="0"/>
              </a:spcBef>
              <a:spcAft>
                <a:spcPts val="0"/>
              </a:spcAft>
              <a:buSzPts val="3400"/>
              <a:buNone/>
              <a:defRPr sz="3400"/>
            </a:lvl2pPr>
            <a:lvl3pPr lvl="2">
              <a:spcBef>
                <a:spcPts val="0"/>
              </a:spcBef>
              <a:spcAft>
                <a:spcPts val="0"/>
              </a:spcAft>
              <a:buSzPts val="3400"/>
              <a:buNone/>
              <a:defRPr sz="3400"/>
            </a:lvl3pPr>
            <a:lvl4pPr lvl="3">
              <a:spcBef>
                <a:spcPts val="0"/>
              </a:spcBef>
              <a:spcAft>
                <a:spcPts val="0"/>
              </a:spcAft>
              <a:buSzPts val="3400"/>
              <a:buNone/>
              <a:defRPr sz="3400"/>
            </a:lvl4pPr>
            <a:lvl5pPr lvl="4">
              <a:spcBef>
                <a:spcPts val="0"/>
              </a:spcBef>
              <a:spcAft>
                <a:spcPts val="0"/>
              </a:spcAft>
              <a:buSzPts val="3400"/>
              <a:buNone/>
              <a:defRPr sz="3400"/>
            </a:lvl5pPr>
            <a:lvl6pPr lvl="5">
              <a:spcBef>
                <a:spcPts val="0"/>
              </a:spcBef>
              <a:spcAft>
                <a:spcPts val="0"/>
              </a:spcAft>
              <a:buSzPts val="3400"/>
              <a:buNone/>
              <a:defRPr sz="3400"/>
            </a:lvl6pPr>
            <a:lvl7pPr lvl="6">
              <a:spcBef>
                <a:spcPts val="0"/>
              </a:spcBef>
              <a:spcAft>
                <a:spcPts val="0"/>
              </a:spcAft>
              <a:buSzPts val="3400"/>
              <a:buNone/>
              <a:defRPr sz="3400"/>
            </a:lvl7pPr>
            <a:lvl8pPr lvl="7">
              <a:spcBef>
                <a:spcPts val="0"/>
              </a:spcBef>
              <a:spcAft>
                <a:spcPts val="0"/>
              </a:spcAft>
              <a:buSzPts val="3400"/>
              <a:buNone/>
              <a:defRPr sz="3400"/>
            </a:lvl8pPr>
            <a:lvl9pPr lvl="8">
              <a:spcBef>
                <a:spcPts val="0"/>
              </a:spcBef>
              <a:spcAft>
                <a:spcPts val="0"/>
              </a:spcAft>
              <a:buSzPts val="3400"/>
              <a:buNone/>
              <a:defRPr sz="3400"/>
            </a:lvl9pPr>
          </a:lstStyle>
          <a:p>
            <a:endParaRPr/>
          </a:p>
        </p:txBody>
      </p:sp>
      <p:sp>
        <p:nvSpPr>
          <p:cNvPr id="786" name="Google Shape;786;p35"/>
          <p:cNvSpPr txBox="1">
            <a:spLocks noGrp="1"/>
          </p:cNvSpPr>
          <p:nvPr>
            <p:ph type="subTitle" idx="1"/>
          </p:nvPr>
        </p:nvSpPr>
        <p:spPr>
          <a:xfrm>
            <a:off x="774525" y="1252525"/>
            <a:ext cx="3370200" cy="291600"/>
          </a:xfrm>
          <a:prstGeom prst="rect">
            <a:avLst/>
          </a:prstGeom>
        </p:spPr>
        <p:txBody>
          <a:bodyPr spcFirstLastPara="1" wrap="square" lIns="0" tIns="0" rIns="0" bIns="0" anchor="t" anchorCtr="0">
            <a:noAutofit/>
          </a:bodyPr>
          <a:lstStyle>
            <a:lvl1pPr lvl="0">
              <a:spcBef>
                <a:spcPts val="0"/>
              </a:spcBef>
              <a:spcAft>
                <a:spcPts val="0"/>
              </a:spcAft>
              <a:buClr>
                <a:schemeClr val="accent6"/>
              </a:buClr>
              <a:buSzPts val="1400"/>
              <a:buNone/>
              <a:defRPr sz="1400">
                <a:solidFill>
                  <a:schemeClr val="accent6"/>
                </a:solidFill>
              </a:defRPr>
            </a:lvl1pPr>
            <a:lvl2pPr lvl="1">
              <a:spcBef>
                <a:spcPts val="0"/>
              </a:spcBef>
              <a:spcAft>
                <a:spcPts val="0"/>
              </a:spcAft>
              <a:buClr>
                <a:schemeClr val="accent6"/>
              </a:buClr>
              <a:buSzPts val="1100"/>
              <a:buNone/>
              <a:defRPr>
                <a:solidFill>
                  <a:schemeClr val="accent6"/>
                </a:solidFill>
              </a:defRPr>
            </a:lvl2pPr>
            <a:lvl3pPr lvl="2">
              <a:spcBef>
                <a:spcPts val="0"/>
              </a:spcBef>
              <a:spcAft>
                <a:spcPts val="0"/>
              </a:spcAft>
              <a:buClr>
                <a:schemeClr val="accent6"/>
              </a:buClr>
              <a:buSzPts val="1100"/>
              <a:buNone/>
              <a:defRPr>
                <a:solidFill>
                  <a:schemeClr val="accent6"/>
                </a:solidFill>
              </a:defRPr>
            </a:lvl3pPr>
            <a:lvl4pPr lvl="3">
              <a:spcBef>
                <a:spcPts val="0"/>
              </a:spcBef>
              <a:spcAft>
                <a:spcPts val="0"/>
              </a:spcAft>
              <a:buClr>
                <a:schemeClr val="accent6"/>
              </a:buClr>
              <a:buSzPts val="1100"/>
              <a:buNone/>
              <a:defRPr>
                <a:solidFill>
                  <a:schemeClr val="accent6"/>
                </a:solidFill>
              </a:defRPr>
            </a:lvl4pPr>
            <a:lvl5pPr lvl="4">
              <a:spcBef>
                <a:spcPts val="0"/>
              </a:spcBef>
              <a:spcAft>
                <a:spcPts val="0"/>
              </a:spcAft>
              <a:buClr>
                <a:schemeClr val="accent6"/>
              </a:buClr>
              <a:buSzPts val="1100"/>
              <a:buNone/>
              <a:defRPr>
                <a:solidFill>
                  <a:schemeClr val="accent6"/>
                </a:solidFill>
              </a:defRPr>
            </a:lvl5pPr>
            <a:lvl6pPr lvl="5">
              <a:spcBef>
                <a:spcPts val="0"/>
              </a:spcBef>
              <a:spcAft>
                <a:spcPts val="0"/>
              </a:spcAft>
              <a:buClr>
                <a:schemeClr val="accent6"/>
              </a:buClr>
              <a:buSzPts val="1100"/>
              <a:buNone/>
              <a:defRPr>
                <a:solidFill>
                  <a:schemeClr val="accent6"/>
                </a:solidFill>
              </a:defRPr>
            </a:lvl6pPr>
            <a:lvl7pPr lvl="6">
              <a:spcBef>
                <a:spcPts val="0"/>
              </a:spcBef>
              <a:spcAft>
                <a:spcPts val="0"/>
              </a:spcAft>
              <a:buClr>
                <a:schemeClr val="accent6"/>
              </a:buClr>
              <a:buSzPts val="1100"/>
              <a:buNone/>
              <a:defRPr>
                <a:solidFill>
                  <a:schemeClr val="accent6"/>
                </a:solidFill>
              </a:defRPr>
            </a:lvl7pPr>
            <a:lvl8pPr lvl="7">
              <a:spcBef>
                <a:spcPts val="0"/>
              </a:spcBef>
              <a:spcAft>
                <a:spcPts val="0"/>
              </a:spcAft>
              <a:buClr>
                <a:schemeClr val="accent6"/>
              </a:buClr>
              <a:buSzPts val="1100"/>
              <a:buNone/>
              <a:defRPr>
                <a:solidFill>
                  <a:schemeClr val="accent6"/>
                </a:solidFill>
              </a:defRPr>
            </a:lvl8pPr>
            <a:lvl9pPr lvl="8">
              <a:spcBef>
                <a:spcPts val="0"/>
              </a:spcBef>
              <a:spcAft>
                <a:spcPts val="0"/>
              </a:spcAft>
              <a:buClr>
                <a:schemeClr val="accent6"/>
              </a:buClr>
              <a:buSzPts val="1100"/>
              <a:buNone/>
              <a:defRPr>
                <a:solidFill>
                  <a:schemeClr val="accent6"/>
                </a:solidFill>
              </a:defRPr>
            </a:lvl9pPr>
          </a:lstStyle>
          <a:p>
            <a:endParaRPr/>
          </a:p>
        </p:txBody>
      </p:sp>
      <p:sp>
        <p:nvSpPr>
          <p:cNvPr id="787" name="Google Shape;787;p35"/>
          <p:cNvSpPr txBox="1">
            <a:spLocks noGrp="1"/>
          </p:cNvSpPr>
          <p:nvPr>
            <p:ph type="body" idx="2"/>
          </p:nvPr>
        </p:nvSpPr>
        <p:spPr>
          <a:xfrm>
            <a:off x="774525" y="1805525"/>
            <a:ext cx="3370200" cy="2658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788" name="Google Shape;788;p35"/>
          <p:cNvSpPr txBox="1">
            <a:spLocks noGrp="1"/>
          </p:cNvSpPr>
          <p:nvPr>
            <p:ph type="subTitle" idx="3"/>
          </p:nvPr>
        </p:nvSpPr>
        <p:spPr>
          <a:xfrm>
            <a:off x="5290500" y="1252525"/>
            <a:ext cx="3370200" cy="291600"/>
          </a:xfrm>
          <a:prstGeom prst="rect">
            <a:avLst/>
          </a:prstGeom>
        </p:spPr>
        <p:txBody>
          <a:bodyPr spcFirstLastPara="1" wrap="square" lIns="0" tIns="0" rIns="0" bIns="0" anchor="t" anchorCtr="0">
            <a:noAutofit/>
          </a:bodyPr>
          <a:lstStyle>
            <a:lvl1pPr lvl="0">
              <a:spcBef>
                <a:spcPts val="0"/>
              </a:spcBef>
              <a:spcAft>
                <a:spcPts val="0"/>
              </a:spcAft>
              <a:buClr>
                <a:schemeClr val="accent6"/>
              </a:buClr>
              <a:buSzPts val="1400"/>
              <a:buNone/>
              <a:defRPr sz="1400">
                <a:solidFill>
                  <a:schemeClr val="accent6"/>
                </a:solidFill>
              </a:defRPr>
            </a:lvl1pPr>
            <a:lvl2pPr lvl="1">
              <a:spcBef>
                <a:spcPts val="0"/>
              </a:spcBef>
              <a:spcAft>
                <a:spcPts val="0"/>
              </a:spcAft>
              <a:buClr>
                <a:schemeClr val="accent6"/>
              </a:buClr>
              <a:buSzPts val="1100"/>
              <a:buNone/>
              <a:defRPr>
                <a:solidFill>
                  <a:schemeClr val="accent6"/>
                </a:solidFill>
              </a:defRPr>
            </a:lvl2pPr>
            <a:lvl3pPr lvl="2">
              <a:spcBef>
                <a:spcPts val="0"/>
              </a:spcBef>
              <a:spcAft>
                <a:spcPts val="0"/>
              </a:spcAft>
              <a:buClr>
                <a:schemeClr val="accent6"/>
              </a:buClr>
              <a:buSzPts val="1100"/>
              <a:buNone/>
              <a:defRPr>
                <a:solidFill>
                  <a:schemeClr val="accent6"/>
                </a:solidFill>
              </a:defRPr>
            </a:lvl3pPr>
            <a:lvl4pPr lvl="3">
              <a:spcBef>
                <a:spcPts val="0"/>
              </a:spcBef>
              <a:spcAft>
                <a:spcPts val="0"/>
              </a:spcAft>
              <a:buClr>
                <a:schemeClr val="accent6"/>
              </a:buClr>
              <a:buSzPts val="1100"/>
              <a:buNone/>
              <a:defRPr>
                <a:solidFill>
                  <a:schemeClr val="accent6"/>
                </a:solidFill>
              </a:defRPr>
            </a:lvl4pPr>
            <a:lvl5pPr lvl="4">
              <a:spcBef>
                <a:spcPts val="0"/>
              </a:spcBef>
              <a:spcAft>
                <a:spcPts val="0"/>
              </a:spcAft>
              <a:buClr>
                <a:schemeClr val="accent6"/>
              </a:buClr>
              <a:buSzPts val="1100"/>
              <a:buNone/>
              <a:defRPr>
                <a:solidFill>
                  <a:schemeClr val="accent6"/>
                </a:solidFill>
              </a:defRPr>
            </a:lvl5pPr>
            <a:lvl6pPr lvl="5">
              <a:spcBef>
                <a:spcPts val="0"/>
              </a:spcBef>
              <a:spcAft>
                <a:spcPts val="0"/>
              </a:spcAft>
              <a:buClr>
                <a:schemeClr val="accent6"/>
              </a:buClr>
              <a:buSzPts val="1100"/>
              <a:buNone/>
              <a:defRPr>
                <a:solidFill>
                  <a:schemeClr val="accent6"/>
                </a:solidFill>
              </a:defRPr>
            </a:lvl6pPr>
            <a:lvl7pPr lvl="6">
              <a:spcBef>
                <a:spcPts val="0"/>
              </a:spcBef>
              <a:spcAft>
                <a:spcPts val="0"/>
              </a:spcAft>
              <a:buClr>
                <a:schemeClr val="accent6"/>
              </a:buClr>
              <a:buSzPts val="1100"/>
              <a:buNone/>
              <a:defRPr>
                <a:solidFill>
                  <a:schemeClr val="accent6"/>
                </a:solidFill>
              </a:defRPr>
            </a:lvl7pPr>
            <a:lvl8pPr lvl="7">
              <a:spcBef>
                <a:spcPts val="0"/>
              </a:spcBef>
              <a:spcAft>
                <a:spcPts val="0"/>
              </a:spcAft>
              <a:buClr>
                <a:schemeClr val="accent6"/>
              </a:buClr>
              <a:buSzPts val="1100"/>
              <a:buNone/>
              <a:defRPr>
                <a:solidFill>
                  <a:schemeClr val="accent6"/>
                </a:solidFill>
              </a:defRPr>
            </a:lvl8pPr>
            <a:lvl9pPr lvl="8">
              <a:spcBef>
                <a:spcPts val="0"/>
              </a:spcBef>
              <a:spcAft>
                <a:spcPts val="0"/>
              </a:spcAft>
              <a:buClr>
                <a:schemeClr val="accent6"/>
              </a:buClr>
              <a:buSzPts val="1100"/>
              <a:buNone/>
              <a:defRPr>
                <a:solidFill>
                  <a:schemeClr val="accent6"/>
                </a:solidFill>
              </a:defRPr>
            </a:lvl9pPr>
          </a:lstStyle>
          <a:p>
            <a:endParaRPr/>
          </a:p>
        </p:txBody>
      </p:sp>
      <p:sp>
        <p:nvSpPr>
          <p:cNvPr id="789" name="Google Shape;789;p35"/>
          <p:cNvSpPr txBox="1">
            <a:spLocks noGrp="1"/>
          </p:cNvSpPr>
          <p:nvPr>
            <p:ph type="body" idx="4"/>
          </p:nvPr>
        </p:nvSpPr>
        <p:spPr>
          <a:xfrm>
            <a:off x="5290500" y="1805525"/>
            <a:ext cx="3370200" cy="2658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790" name="Google Shape;790;p35"/>
          <p:cNvSpPr/>
          <p:nvPr/>
        </p:nvSpPr>
        <p:spPr>
          <a:xfrm flipH="1">
            <a:off x="8165975" y="58299"/>
            <a:ext cx="1132200" cy="1132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791" name="Google Shape;791;p35"/>
          <p:cNvGrpSpPr/>
          <p:nvPr/>
        </p:nvGrpSpPr>
        <p:grpSpPr>
          <a:xfrm rot="-5400000">
            <a:off x="-1114733" y="2773680"/>
            <a:ext cx="3276643" cy="234348"/>
            <a:chOff x="-4640549" y="265600"/>
            <a:chExt cx="5491274" cy="392675"/>
          </a:xfrm>
        </p:grpSpPr>
        <p:sp>
          <p:nvSpPr>
            <p:cNvPr id="792" name="Google Shape;792;p35"/>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93" name="Google Shape;793;p35"/>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94" name="Google Shape;794;p35"/>
            <p:cNvSpPr/>
            <p:nvPr/>
          </p:nvSpPr>
          <p:spPr>
            <a:xfrm rot="-5400000">
              <a:off x="-2039849" y="-2155107"/>
              <a:ext cx="32700" cy="52341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95" name="Google Shape;795;p35"/>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796" name="Google Shape;796;p35"/>
          <p:cNvGrpSpPr/>
          <p:nvPr/>
        </p:nvGrpSpPr>
        <p:grpSpPr>
          <a:xfrm rot="-5400000">
            <a:off x="3414067" y="2773680"/>
            <a:ext cx="3276643" cy="234348"/>
            <a:chOff x="-4640549" y="265600"/>
            <a:chExt cx="5491274" cy="392675"/>
          </a:xfrm>
        </p:grpSpPr>
        <p:sp>
          <p:nvSpPr>
            <p:cNvPr id="797" name="Google Shape;797;p35"/>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98" name="Google Shape;798;p35"/>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799" name="Google Shape;799;p35"/>
            <p:cNvSpPr/>
            <p:nvPr/>
          </p:nvSpPr>
          <p:spPr>
            <a:xfrm rot="-5400000">
              <a:off x="-2039849" y="-2155107"/>
              <a:ext cx="32700" cy="52341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00" name="Google Shape;800;p35"/>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lide with 2 columns v1 Image">
  <p:cSld name="DEFAULT_4">
    <p:bg>
      <p:bgPr>
        <a:solidFill>
          <a:schemeClr val="accent1"/>
        </a:solidFill>
        <a:effectLst/>
      </p:bgPr>
    </p:bg>
    <p:spTree>
      <p:nvGrpSpPr>
        <p:cNvPr id="1" name="Shape 801"/>
        <p:cNvGrpSpPr/>
        <p:nvPr/>
      </p:nvGrpSpPr>
      <p:grpSpPr>
        <a:xfrm>
          <a:off x="0" y="0"/>
          <a:ext cx="0" cy="0"/>
          <a:chOff x="0" y="0"/>
          <a:chExt cx="0" cy="0"/>
        </a:xfrm>
      </p:grpSpPr>
      <p:sp>
        <p:nvSpPr>
          <p:cNvPr id="802" name="Google Shape;802;p36"/>
          <p:cNvSpPr txBox="1">
            <a:spLocks noGrp="1"/>
          </p:cNvSpPr>
          <p:nvPr>
            <p:ph type="title"/>
          </p:nvPr>
        </p:nvSpPr>
        <p:spPr>
          <a:xfrm>
            <a:off x="483300" y="346150"/>
            <a:ext cx="8177400" cy="556500"/>
          </a:xfrm>
          <a:prstGeom prst="rect">
            <a:avLst/>
          </a:prstGeom>
        </p:spPr>
        <p:txBody>
          <a:bodyPr spcFirstLastPara="1" wrap="square" lIns="0" tIns="0" rIns="0" bIns="0" anchor="t" anchorCtr="0">
            <a:noAutofit/>
          </a:bodyPr>
          <a:lstStyle>
            <a:lvl1pPr lvl="0">
              <a:spcBef>
                <a:spcPts val="0"/>
              </a:spcBef>
              <a:spcAft>
                <a:spcPts val="0"/>
              </a:spcAft>
              <a:buClr>
                <a:schemeClr val="accent4"/>
              </a:buClr>
              <a:buSzPts val="2000"/>
              <a:buNone/>
              <a:defRPr>
                <a:solidFill>
                  <a:schemeClr val="accent4"/>
                </a:solidFill>
              </a:defRPr>
            </a:lvl1pPr>
            <a:lvl2pPr lvl="1">
              <a:spcBef>
                <a:spcPts val="0"/>
              </a:spcBef>
              <a:spcAft>
                <a:spcPts val="0"/>
              </a:spcAft>
              <a:buSzPts val="3400"/>
              <a:buNone/>
              <a:defRPr sz="3400"/>
            </a:lvl2pPr>
            <a:lvl3pPr lvl="2">
              <a:spcBef>
                <a:spcPts val="0"/>
              </a:spcBef>
              <a:spcAft>
                <a:spcPts val="0"/>
              </a:spcAft>
              <a:buSzPts val="3400"/>
              <a:buNone/>
              <a:defRPr sz="3400"/>
            </a:lvl3pPr>
            <a:lvl4pPr lvl="3">
              <a:spcBef>
                <a:spcPts val="0"/>
              </a:spcBef>
              <a:spcAft>
                <a:spcPts val="0"/>
              </a:spcAft>
              <a:buSzPts val="3400"/>
              <a:buNone/>
              <a:defRPr sz="3400"/>
            </a:lvl4pPr>
            <a:lvl5pPr lvl="4">
              <a:spcBef>
                <a:spcPts val="0"/>
              </a:spcBef>
              <a:spcAft>
                <a:spcPts val="0"/>
              </a:spcAft>
              <a:buSzPts val="3400"/>
              <a:buNone/>
              <a:defRPr sz="3400"/>
            </a:lvl5pPr>
            <a:lvl6pPr lvl="5">
              <a:spcBef>
                <a:spcPts val="0"/>
              </a:spcBef>
              <a:spcAft>
                <a:spcPts val="0"/>
              </a:spcAft>
              <a:buSzPts val="3400"/>
              <a:buNone/>
              <a:defRPr sz="3400"/>
            </a:lvl6pPr>
            <a:lvl7pPr lvl="6">
              <a:spcBef>
                <a:spcPts val="0"/>
              </a:spcBef>
              <a:spcAft>
                <a:spcPts val="0"/>
              </a:spcAft>
              <a:buSzPts val="3400"/>
              <a:buNone/>
              <a:defRPr sz="3400"/>
            </a:lvl7pPr>
            <a:lvl8pPr lvl="7">
              <a:spcBef>
                <a:spcPts val="0"/>
              </a:spcBef>
              <a:spcAft>
                <a:spcPts val="0"/>
              </a:spcAft>
              <a:buSzPts val="3400"/>
              <a:buNone/>
              <a:defRPr sz="3400"/>
            </a:lvl8pPr>
            <a:lvl9pPr lvl="8">
              <a:spcBef>
                <a:spcPts val="0"/>
              </a:spcBef>
              <a:spcAft>
                <a:spcPts val="0"/>
              </a:spcAft>
              <a:buSzPts val="3400"/>
              <a:buNone/>
              <a:defRPr sz="3400"/>
            </a:lvl9pPr>
          </a:lstStyle>
          <a:p>
            <a:endParaRPr/>
          </a:p>
        </p:txBody>
      </p:sp>
      <p:sp>
        <p:nvSpPr>
          <p:cNvPr id="803" name="Google Shape;803;p36"/>
          <p:cNvSpPr txBox="1">
            <a:spLocks noGrp="1"/>
          </p:cNvSpPr>
          <p:nvPr>
            <p:ph type="subTitle" idx="1"/>
          </p:nvPr>
        </p:nvSpPr>
        <p:spPr>
          <a:xfrm>
            <a:off x="774525" y="2515000"/>
            <a:ext cx="3370200" cy="190800"/>
          </a:xfrm>
          <a:prstGeom prst="rect">
            <a:avLst/>
          </a:prstGeom>
        </p:spPr>
        <p:txBody>
          <a:bodyPr spcFirstLastPara="1" wrap="square" lIns="0" tIns="0" rIns="0" bIns="0" anchor="t" anchorCtr="0">
            <a:noAutofit/>
          </a:bodyPr>
          <a:lstStyle>
            <a:lvl1pPr lvl="0">
              <a:spcBef>
                <a:spcPts val="0"/>
              </a:spcBef>
              <a:spcAft>
                <a:spcPts val="0"/>
              </a:spcAft>
              <a:buClr>
                <a:schemeClr val="accent6"/>
              </a:buClr>
              <a:buSzPts val="1400"/>
              <a:buNone/>
              <a:defRPr sz="1400">
                <a:solidFill>
                  <a:schemeClr val="accent6"/>
                </a:solidFill>
              </a:defRPr>
            </a:lvl1pPr>
            <a:lvl2pPr lvl="1">
              <a:spcBef>
                <a:spcPts val="0"/>
              </a:spcBef>
              <a:spcAft>
                <a:spcPts val="0"/>
              </a:spcAft>
              <a:buClr>
                <a:schemeClr val="accent6"/>
              </a:buClr>
              <a:buSzPts val="1100"/>
              <a:buNone/>
              <a:defRPr>
                <a:solidFill>
                  <a:schemeClr val="accent6"/>
                </a:solidFill>
              </a:defRPr>
            </a:lvl2pPr>
            <a:lvl3pPr lvl="2">
              <a:spcBef>
                <a:spcPts val="0"/>
              </a:spcBef>
              <a:spcAft>
                <a:spcPts val="0"/>
              </a:spcAft>
              <a:buClr>
                <a:schemeClr val="accent6"/>
              </a:buClr>
              <a:buSzPts val="1100"/>
              <a:buNone/>
              <a:defRPr>
                <a:solidFill>
                  <a:schemeClr val="accent6"/>
                </a:solidFill>
              </a:defRPr>
            </a:lvl3pPr>
            <a:lvl4pPr lvl="3">
              <a:spcBef>
                <a:spcPts val="0"/>
              </a:spcBef>
              <a:spcAft>
                <a:spcPts val="0"/>
              </a:spcAft>
              <a:buClr>
                <a:schemeClr val="accent6"/>
              </a:buClr>
              <a:buSzPts val="1100"/>
              <a:buNone/>
              <a:defRPr>
                <a:solidFill>
                  <a:schemeClr val="accent6"/>
                </a:solidFill>
              </a:defRPr>
            </a:lvl4pPr>
            <a:lvl5pPr lvl="4">
              <a:spcBef>
                <a:spcPts val="0"/>
              </a:spcBef>
              <a:spcAft>
                <a:spcPts val="0"/>
              </a:spcAft>
              <a:buClr>
                <a:schemeClr val="accent6"/>
              </a:buClr>
              <a:buSzPts val="1100"/>
              <a:buNone/>
              <a:defRPr>
                <a:solidFill>
                  <a:schemeClr val="accent6"/>
                </a:solidFill>
              </a:defRPr>
            </a:lvl5pPr>
            <a:lvl6pPr lvl="5">
              <a:spcBef>
                <a:spcPts val="0"/>
              </a:spcBef>
              <a:spcAft>
                <a:spcPts val="0"/>
              </a:spcAft>
              <a:buClr>
                <a:schemeClr val="accent6"/>
              </a:buClr>
              <a:buSzPts val="1100"/>
              <a:buNone/>
              <a:defRPr>
                <a:solidFill>
                  <a:schemeClr val="accent6"/>
                </a:solidFill>
              </a:defRPr>
            </a:lvl6pPr>
            <a:lvl7pPr lvl="6">
              <a:spcBef>
                <a:spcPts val="0"/>
              </a:spcBef>
              <a:spcAft>
                <a:spcPts val="0"/>
              </a:spcAft>
              <a:buClr>
                <a:schemeClr val="accent6"/>
              </a:buClr>
              <a:buSzPts val="1100"/>
              <a:buNone/>
              <a:defRPr>
                <a:solidFill>
                  <a:schemeClr val="accent6"/>
                </a:solidFill>
              </a:defRPr>
            </a:lvl7pPr>
            <a:lvl8pPr lvl="7">
              <a:spcBef>
                <a:spcPts val="0"/>
              </a:spcBef>
              <a:spcAft>
                <a:spcPts val="0"/>
              </a:spcAft>
              <a:buClr>
                <a:schemeClr val="accent6"/>
              </a:buClr>
              <a:buSzPts val="1100"/>
              <a:buNone/>
              <a:defRPr>
                <a:solidFill>
                  <a:schemeClr val="accent6"/>
                </a:solidFill>
              </a:defRPr>
            </a:lvl8pPr>
            <a:lvl9pPr lvl="8">
              <a:spcBef>
                <a:spcPts val="0"/>
              </a:spcBef>
              <a:spcAft>
                <a:spcPts val="0"/>
              </a:spcAft>
              <a:buClr>
                <a:schemeClr val="accent6"/>
              </a:buClr>
              <a:buSzPts val="1100"/>
              <a:buNone/>
              <a:defRPr>
                <a:solidFill>
                  <a:schemeClr val="accent6"/>
                </a:solidFill>
              </a:defRPr>
            </a:lvl9pPr>
          </a:lstStyle>
          <a:p>
            <a:endParaRPr/>
          </a:p>
        </p:txBody>
      </p:sp>
      <p:sp>
        <p:nvSpPr>
          <p:cNvPr id="804" name="Google Shape;804;p36"/>
          <p:cNvSpPr txBox="1">
            <a:spLocks noGrp="1"/>
          </p:cNvSpPr>
          <p:nvPr>
            <p:ph type="body" idx="2"/>
          </p:nvPr>
        </p:nvSpPr>
        <p:spPr>
          <a:xfrm>
            <a:off x="774525" y="2876926"/>
            <a:ext cx="3370200" cy="18930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805" name="Google Shape;805;p36"/>
          <p:cNvSpPr txBox="1">
            <a:spLocks noGrp="1"/>
          </p:cNvSpPr>
          <p:nvPr>
            <p:ph type="subTitle" idx="3"/>
          </p:nvPr>
        </p:nvSpPr>
        <p:spPr>
          <a:xfrm>
            <a:off x="5290500" y="2515000"/>
            <a:ext cx="3370200" cy="190800"/>
          </a:xfrm>
          <a:prstGeom prst="rect">
            <a:avLst/>
          </a:prstGeom>
        </p:spPr>
        <p:txBody>
          <a:bodyPr spcFirstLastPara="1" wrap="square" lIns="0" tIns="0" rIns="0" bIns="0" anchor="t" anchorCtr="0">
            <a:noAutofit/>
          </a:bodyPr>
          <a:lstStyle>
            <a:lvl1pPr lvl="0">
              <a:spcBef>
                <a:spcPts val="0"/>
              </a:spcBef>
              <a:spcAft>
                <a:spcPts val="0"/>
              </a:spcAft>
              <a:buClr>
                <a:schemeClr val="accent6"/>
              </a:buClr>
              <a:buSzPts val="1400"/>
              <a:buNone/>
              <a:defRPr sz="1400">
                <a:solidFill>
                  <a:schemeClr val="accent6"/>
                </a:solidFill>
              </a:defRPr>
            </a:lvl1pPr>
            <a:lvl2pPr lvl="1">
              <a:spcBef>
                <a:spcPts val="0"/>
              </a:spcBef>
              <a:spcAft>
                <a:spcPts val="0"/>
              </a:spcAft>
              <a:buClr>
                <a:schemeClr val="accent6"/>
              </a:buClr>
              <a:buSzPts val="1100"/>
              <a:buNone/>
              <a:defRPr>
                <a:solidFill>
                  <a:schemeClr val="accent6"/>
                </a:solidFill>
              </a:defRPr>
            </a:lvl2pPr>
            <a:lvl3pPr lvl="2">
              <a:spcBef>
                <a:spcPts val="0"/>
              </a:spcBef>
              <a:spcAft>
                <a:spcPts val="0"/>
              </a:spcAft>
              <a:buClr>
                <a:schemeClr val="accent6"/>
              </a:buClr>
              <a:buSzPts val="1100"/>
              <a:buNone/>
              <a:defRPr>
                <a:solidFill>
                  <a:schemeClr val="accent6"/>
                </a:solidFill>
              </a:defRPr>
            </a:lvl3pPr>
            <a:lvl4pPr lvl="3">
              <a:spcBef>
                <a:spcPts val="0"/>
              </a:spcBef>
              <a:spcAft>
                <a:spcPts val="0"/>
              </a:spcAft>
              <a:buClr>
                <a:schemeClr val="accent6"/>
              </a:buClr>
              <a:buSzPts val="1100"/>
              <a:buNone/>
              <a:defRPr>
                <a:solidFill>
                  <a:schemeClr val="accent6"/>
                </a:solidFill>
              </a:defRPr>
            </a:lvl4pPr>
            <a:lvl5pPr lvl="4">
              <a:spcBef>
                <a:spcPts val="0"/>
              </a:spcBef>
              <a:spcAft>
                <a:spcPts val="0"/>
              </a:spcAft>
              <a:buClr>
                <a:schemeClr val="accent6"/>
              </a:buClr>
              <a:buSzPts val="1100"/>
              <a:buNone/>
              <a:defRPr>
                <a:solidFill>
                  <a:schemeClr val="accent6"/>
                </a:solidFill>
              </a:defRPr>
            </a:lvl5pPr>
            <a:lvl6pPr lvl="5">
              <a:spcBef>
                <a:spcPts val="0"/>
              </a:spcBef>
              <a:spcAft>
                <a:spcPts val="0"/>
              </a:spcAft>
              <a:buClr>
                <a:schemeClr val="accent6"/>
              </a:buClr>
              <a:buSzPts val="1100"/>
              <a:buNone/>
              <a:defRPr>
                <a:solidFill>
                  <a:schemeClr val="accent6"/>
                </a:solidFill>
              </a:defRPr>
            </a:lvl6pPr>
            <a:lvl7pPr lvl="6">
              <a:spcBef>
                <a:spcPts val="0"/>
              </a:spcBef>
              <a:spcAft>
                <a:spcPts val="0"/>
              </a:spcAft>
              <a:buClr>
                <a:schemeClr val="accent6"/>
              </a:buClr>
              <a:buSzPts val="1100"/>
              <a:buNone/>
              <a:defRPr>
                <a:solidFill>
                  <a:schemeClr val="accent6"/>
                </a:solidFill>
              </a:defRPr>
            </a:lvl7pPr>
            <a:lvl8pPr lvl="7">
              <a:spcBef>
                <a:spcPts val="0"/>
              </a:spcBef>
              <a:spcAft>
                <a:spcPts val="0"/>
              </a:spcAft>
              <a:buClr>
                <a:schemeClr val="accent6"/>
              </a:buClr>
              <a:buSzPts val="1100"/>
              <a:buNone/>
              <a:defRPr>
                <a:solidFill>
                  <a:schemeClr val="accent6"/>
                </a:solidFill>
              </a:defRPr>
            </a:lvl8pPr>
            <a:lvl9pPr lvl="8">
              <a:spcBef>
                <a:spcPts val="0"/>
              </a:spcBef>
              <a:spcAft>
                <a:spcPts val="0"/>
              </a:spcAft>
              <a:buClr>
                <a:schemeClr val="accent6"/>
              </a:buClr>
              <a:buSzPts val="1100"/>
              <a:buNone/>
              <a:defRPr>
                <a:solidFill>
                  <a:schemeClr val="accent6"/>
                </a:solidFill>
              </a:defRPr>
            </a:lvl9pPr>
          </a:lstStyle>
          <a:p>
            <a:endParaRPr/>
          </a:p>
        </p:txBody>
      </p:sp>
      <p:sp>
        <p:nvSpPr>
          <p:cNvPr id="806" name="Google Shape;806;p36"/>
          <p:cNvSpPr txBox="1">
            <a:spLocks noGrp="1"/>
          </p:cNvSpPr>
          <p:nvPr>
            <p:ph type="body" idx="4"/>
          </p:nvPr>
        </p:nvSpPr>
        <p:spPr>
          <a:xfrm>
            <a:off x="5290500" y="2876926"/>
            <a:ext cx="3370200" cy="18930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807" name="Google Shape;807;p36"/>
          <p:cNvSpPr/>
          <p:nvPr/>
        </p:nvSpPr>
        <p:spPr>
          <a:xfrm flipH="1">
            <a:off x="8165975" y="58299"/>
            <a:ext cx="1132200" cy="1132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808" name="Google Shape;808;p36"/>
          <p:cNvGrpSpPr/>
          <p:nvPr/>
        </p:nvGrpSpPr>
        <p:grpSpPr>
          <a:xfrm rot="-5400000">
            <a:off x="-1341513" y="2782595"/>
            <a:ext cx="3730222" cy="234348"/>
            <a:chOff x="-4640549" y="265600"/>
            <a:chExt cx="5491274" cy="392675"/>
          </a:xfrm>
        </p:grpSpPr>
        <p:sp>
          <p:nvSpPr>
            <p:cNvPr id="809" name="Google Shape;809;p36"/>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10" name="Google Shape;810;p36"/>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11" name="Google Shape;811;p36"/>
            <p:cNvSpPr/>
            <p:nvPr/>
          </p:nvSpPr>
          <p:spPr>
            <a:xfrm rot="-5400000">
              <a:off x="-2039849" y="-2155107"/>
              <a:ext cx="32700" cy="52341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12" name="Google Shape;812;p36"/>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813" name="Google Shape;813;p36"/>
          <p:cNvGrpSpPr/>
          <p:nvPr/>
        </p:nvGrpSpPr>
        <p:grpSpPr>
          <a:xfrm rot="-5400000">
            <a:off x="3184816" y="2785104"/>
            <a:ext cx="3735165" cy="234348"/>
            <a:chOff x="-4640549" y="265600"/>
            <a:chExt cx="5491274" cy="392675"/>
          </a:xfrm>
        </p:grpSpPr>
        <p:sp>
          <p:nvSpPr>
            <p:cNvPr id="814" name="Google Shape;814;p36"/>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15" name="Google Shape;815;p36"/>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16" name="Google Shape;816;p36"/>
            <p:cNvSpPr/>
            <p:nvPr/>
          </p:nvSpPr>
          <p:spPr>
            <a:xfrm rot="-5400000">
              <a:off x="-2039849" y="-2155107"/>
              <a:ext cx="32700" cy="52341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17" name="Google Shape;817;p36"/>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818" name="Google Shape;818;p36"/>
          <p:cNvSpPr>
            <a:spLocks noGrp="1"/>
          </p:cNvSpPr>
          <p:nvPr>
            <p:ph type="pic" idx="5"/>
          </p:nvPr>
        </p:nvSpPr>
        <p:spPr>
          <a:xfrm>
            <a:off x="767225" y="1034700"/>
            <a:ext cx="3402000" cy="1348200"/>
          </a:xfrm>
          <a:prstGeom prst="rect">
            <a:avLst/>
          </a:prstGeom>
          <a:noFill/>
          <a:ln>
            <a:noFill/>
          </a:ln>
        </p:spPr>
      </p:sp>
      <p:sp>
        <p:nvSpPr>
          <p:cNvPr id="819" name="Google Shape;819;p36"/>
          <p:cNvSpPr>
            <a:spLocks noGrp="1"/>
          </p:cNvSpPr>
          <p:nvPr>
            <p:ph type="pic" idx="6"/>
          </p:nvPr>
        </p:nvSpPr>
        <p:spPr>
          <a:xfrm>
            <a:off x="5274600" y="1034725"/>
            <a:ext cx="3402000" cy="1348200"/>
          </a:xfrm>
          <a:prstGeom prst="rect">
            <a:avLst/>
          </a:prstGeom>
          <a:noFill/>
          <a:ln>
            <a:noFill/>
          </a:ln>
        </p:spPr>
      </p:sp>
    </p:spTree>
  </p:cSld>
  <p:clrMapOvr>
    <a:masterClrMapping/>
  </p:clrMapOvr>
  <p:extLst>
    <p:ext uri="{DCECCB84-F9BA-43D5-87BE-67443E8EF086}">
      <p15:sldGuideLst xmlns:p15="http://schemas.microsoft.com/office/powerpoint/2012/main">
        <p15:guide id="1" orient="horz" pos="1501">
          <p15:clr>
            <a:srgbClr val="E46962"/>
          </p15:clr>
        </p15:guide>
        <p15:guide id="2" orient="horz" pos="3005">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lide with 3 columns-v3 1 Image">
  <p:cSld name="DEFAULT_3">
    <p:bg>
      <p:bgPr>
        <a:solidFill>
          <a:schemeClr val="accent1"/>
        </a:solidFill>
        <a:effectLst/>
      </p:bgPr>
    </p:bg>
    <p:spTree>
      <p:nvGrpSpPr>
        <p:cNvPr id="1" name="Shape 820"/>
        <p:cNvGrpSpPr/>
        <p:nvPr/>
      </p:nvGrpSpPr>
      <p:grpSpPr>
        <a:xfrm>
          <a:off x="0" y="0"/>
          <a:ext cx="0" cy="0"/>
          <a:chOff x="0" y="0"/>
          <a:chExt cx="0" cy="0"/>
        </a:xfrm>
      </p:grpSpPr>
      <p:sp>
        <p:nvSpPr>
          <p:cNvPr id="821" name="Google Shape;821;p37"/>
          <p:cNvSpPr txBox="1">
            <a:spLocks noGrp="1"/>
          </p:cNvSpPr>
          <p:nvPr>
            <p:ph type="title"/>
          </p:nvPr>
        </p:nvSpPr>
        <p:spPr>
          <a:xfrm>
            <a:off x="483300" y="346150"/>
            <a:ext cx="8177400" cy="556500"/>
          </a:xfrm>
          <a:prstGeom prst="rect">
            <a:avLst/>
          </a:prstGeom>
        </p:spPr>
        <p:txBody>
          <a:bodyPr spcFirstLastPara="1" wrap="square" lIns="0" tIns="0" rIns="0" bIns="0" anchor="t" anchorCtr="0">
            <a:noAutofit/>
          </a:bodyPr>
          <a:lstStyle>
            <a:lvl1pPr lvl="0">
              <a:spcBef>
                <a:spcPts val="0"/>
              </a:spcBef>
              <a:spcAft>
                <a:spcPts val="0"/>
              </a:spcAft>
              <a:buClr>
                <a:schemeClr val="accent4"/>
              </a:buClr>
              <a:buSzPts val="2000"/>
              <a:buNone/>
              <a:defRPr>
                <a:solidFill>
                  <a:schemeClr val="accent4"/>
                </a:solidFill>
              </a:defRPr>
            </a:lvl1pPr>
            <a:lvl2pPr lvl="1">
              <a:spcBef>
                <a:spcPts val="0"/>
              </a:spcBef>
              <a:spcAft>
                <a:spcPts val="0"/>
              </a:spcAft>
              <a:buSzPts val="3400"/>
              <a:buNone/>
              <a:defRPr sz="3400"/>
            </a:lvl2pPr>
            <a:lvl3pPr lvl="2">
              <a:spcBef>
                <a:spcPts val="0"/>
              </a:spcBef>
              <a:spcAft>
                <a:spcPts val="0"/>
              </a:spcAft>
              <a:buSzPts val="3400"/>
              <a:buNone/>
              <a:defRPr sz="3400"/>
            </a:lvl3pPr>
            <a:lvl4pPr lvl="3">
              <a:spcBef>
                <a:spcPts val="0"/>
              </a:spcBef>
              <a:spcAft>
                <a:spcPts val="0"/>
              </a:spcAft>
              <a:buSzPts val="3400"/>
              <a:buNone/>
              <a:defRPr sz="3400"/>
            </a:lvl4pPr>
            <a:lvl5pPr lvl="4">
              <a:spcBef>
                <a:spcPts val="0"/>
              </a:spcBef>
              <a:spcAft>
                <a:spcPts val="0"/>
              </a:spcAft>
              <a:buSzPts val="3400"/>
              <a:buNone/>
              <a:defRPr sz="3400"/>
            </a:lvl5pPr>
            <a:lvl6pPr lvl="5">
              <a:spcBef>
                <a:spcPts val="0"/>
              </a:spcBef>
              <a:spcAft>
                <a:spcPts val="0"/>
              </a:spcAft>
              <a:buSzPts val="3400"/>
              <a:buNone/>
              <a:defRPr sz="3400"/>
            </a:lvl6pPr>
            <a:lvl7pPr lvl="6">
              <a:spcBef>
                <a:spcPts val="0"/>
              </a:spcBef>
              <a:spcAft>
                <a:spcPts val="0"/>
              </a:spcAft>
              <a:buSzPts val="3400"/>
              <a:buNone/>
              <a:defRPr sz="3400"/>
            </a:lvl7pPr>
            <a:lvl8pPr lvl="7">
              <a:spcBef>
                <a:spcPts val="0"/>
              </a:spcBef>
              <a:spcAft>
                <a:spcPts val="0"/>
              </a:spcAft>
              <a:buSzPts val="3400"/>
              <a:buNone/>
              <a:defRPr sz="3400"/>
            </a:lvl8pPr>
            <a:lvl9pPr lvl="8">
              <a:spcBef>
                <a:spcPts val="0"/>
              </a:spcBef>
              <a:spcAft>
                <a:spcPts val="0"/>
              </a:spcAft>
              <a:buSzPts val="3400"/>
              <a:buNone/>
              <a:defRPr sz="3400"/>
            </a:lvl9pPr>
          </a:lstStyle>
          <a:p>
            <a:endParaRPr/>
          </a:p>
        </p:txBody>
      </p:sp>
      <p:sp>
        <p:nvSpPr>
          <p:cNvPr id="822" name="Google Shape;822;p37"/>
          <p:cNvSpPr txBox="1">
            <a:spLocks noGrp="1"/>
          </p:cNvSpPr>
          <p:nvPr>
            <p:ph type="subTitle" idx="1"/>
          </p:nvPr>
        </p:nvSpPr>
        <p:spPr>
          <a:xfrm>
            <a:off x="774525" y="2488475"/>
            <a:ext cx="2247600" cy="181200"/>
          </a:xfrm>
          <a:prstGeom prst="rect">
            <a:avLst/>
          </a:prstGeom>
        </p:spPr>
        <p:txBody>
          <a:bodyPr spcFirstLastPara="1" wrap="square" lIns="0" tIns="0" rIns="0" bIns="0" anchor="t" anchorCtr="0">
            <a:noAutofit/>
          </a:bodyPr>
          <a:lstStyle>
            <a:lvl1pPr lvl="0">
              <a:spcBef>
                <a:spcPts val="0"/>
              </a:spcBef>
              <a:spcAft>
                <a:spcPts val="0"/>
              </a:spcAft>
              <a:buClr>
                <a:schemeClr val="accent6"/>
              </a:buClr>
              <a:buSzPts val="1400"/>
              <a:buNone/>
              <a:defRPr sz="1400">
                <a:solidFill>
                  <a:schemeClr val="accent6"/>
                </a:solidFill>
              </a:defRPr>
            </a:lvl1pPr>
            <a:lvl2pPr lvl="1">
              <a:spcBef>
                <a:spcPts val="0"/>
              </a:spcBef>
              <a:spcAft>
                <a:spcPts val="0"/>
              </a:spcAft>
              <a:buClr>
                <a:schemeClr val="accent6"/>
              </a:buClr>
              <a:buSzPts val="1100"/>
              <a:buNone/>
              <a:defRPr>
                <a:solidFill>
                  <a:schemeClr val="accent6"/>
                </a:solidFill>
              </a:defRPr>
            </a:lvl2pPr>
            <a:lvl3pPr lvl="2">
              <a:spcBef>
                <a:spcPts val="0"/>
              </a:spcBef>
              <a:spcAft>
                <a:spcPts val="0"/>
              </a:spcAft>
              <a:buClr>
                <a:schemeClr val="accent6"/>
              </a:buClr>
              <a:buSzPts val="1100"/>
              <a:buNone/>
              <a:defRPr>
                <a:solidFill>
                  <a:schemeClr val="accent6"/>
                </a:solidFill>
              </a:defRPr>
            </a:lvl3pPr>
            <a:lvl4pPr lvl="3">
              <a:spcBef>
                <a:spcPts val="0"/>
              </a:spcBef>
              <a:spcAft>
                <a:spcPts val="0"/>
              </a:spcAft>
              <a:buClr>
                <a:schemeClr val="accent6"/>
              </a:buClr>
              <a:buSzPts val="1100"/>
              <a:buNone/>
              <a:defRPr>
                <a:solidFill>
                  <a:schemeClr val="accent6"/>
                </a:solidFill>
              </a:defRPr>
            </a:lvl4pPr>
            <a:lvl5pPr lvl="4">
              <a:spcBef>
                <a:spcPts val="0"/>
              </a:spcBef>
              <a:spcAft>
                <a:spcPts val="0"/>
              </a:spcAft>
              <a:buClr>
                <a:schemeClr val="accent6"/>
              </a:buClr>
              <a:buSzPts val="1100"/>
              <a:buNone/>
              <a:defRPr>
                <a:solidFill>
                  <a:schemeClr val="accent6"/>
                </a:solidFill>
              </a:defRPr>
            </a:lvl5pPr>
            <a:lvl6pPr lvl="5">
              <a:spcBef>
                <a:spcPts val="0"/>
              </a:spcBef>
              <a:spcAft>
                <a:spcPts val="0"/>
              </a:spcAft>
              <a:buClr>
                <a:schemeClr val="accent6"/>
              </a:buClr>
              <a:buSzPts val="1100"/>
              <a:buNone/>
              <a:defRPr>
                <a:solidFill>
                  <a:schemeClr val="accent6"/>
                </a:solidFill>
              </a:defRPr>
            </a:lvl6pPr>
            <a:lvl7pPr lvl="6">
              <a:spcBef>
                <a:spcPts val="0"/>
              </a:spcBef>
              <a:spcAft>
                <a:spcPts val="0"/>
              </a:spcAft>
              <a:buClr>
                <a:schemeClr val="accent6"/>
              </a:buClr>
              <a:buSzPts val="1100"/>
              <a:buNone/>
              <a:defRPr>
                <a:solidFill>
                  <a:schemeClr val="accent6"/>
                </a:solidFill>
              </a:defRPr>
            </a:lvl7pPr>
            <a:lvl8pPr lvl="7">
              <a:spcBef>
                <a:spcPts val="0"/>
              </a:spcBef>
              <a:spcAft>
                <a:spcPts val="0"/>
              </a:spcAft>
              <a:buClr>
                <a:schemeClr val="accent6"/>
              </a:buClr>
              <a:buSzPts val="1100"/>
              <a:buNone/>
              <a:defRPr>
                <a:solidFill>
                  <a:schemeClr val="accent6"/>
                </a:solidFill>
              </a:defRPr>
            </a:lvl8pPr>
            <a:lvl9pPr lvl="8">
              <a:spcBef>
                <a:spcPts val="0"/>
              </a:spcBef>
              <a:spcAft>
                <a:spcPts val="0"/>
              </a:spcAft>
              <a:buClr>
                <a:schemeClr val="accent6"/>
              </a:buClr>
              <a:buSzPts val="1100"/>
              <a:buNone/>
              <a:defRPr>
                <a:solidFill>
                  <a:schemeClr val="accent6"/>
                </a:solidFill>
              </a:defRPr>
            </a:lvl9pPr>
          </a:lstStyle>
          <a:p>
            <a:endParaRPr/>
          </a:p>
        </p:txBody>
      </p:sp>
      <p:sp>
        <p:nvSpPr>
          <p:cNvPr id="823" name="Google Shape;823;p37"/>
          <p:cNvSpPr txBox="1">
            <a:spLocks noGrp="1"/>
          </p:cNvSpPr>
          <p:nvPr>
            <p:ph type="body" idx="2"/>
          </p:nvPr>
        </p:nvSpPr>
        <p:spPr>
          <a:xfrm>
            <a:off x="774525" y="2831903"/>
            <a:ext cx="2247600" cy="16512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824" name="Google Shape;824;p37"/>
          <p:cNvSpPr/>
          <p:nvPr/>
        </p:nvSpPr>
        <p:spPr>
          <a:xfrm flipH="1">
            <a:off x="8165975" y="58299"/>
            <a:ext cx="1132200" cy="1132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825" name="Google Shape;825;p37"/>
          <p:cNvGrpSpPr/>
          <p:nvPr/>
        </p:nvGrpSpPr>
        <p:grpSpPr>
          <a:xfrm rot="-5400000">
            <a:off x="-1135040" y="2752895"/>
            <a:ext cx="3317279" cy="234348"/>
            <a:chOff x="-4640549" y="265600"/>
            <a:chExt cx="5491274" cy="392675"/>
          </a:xfrm>
        </p:grpSpPr>
        <p:sp>
          <p:nvSpPr>
            <p:cNvPr id="826" name="Google Shape;826;p37"/>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27" name="Google Shape;827;p37"/>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28" name="Google Shape;828;p37"/>
            <p:cNvSpPr/>
            <p:nvPr/>
          </p:nvSpPr>
          <p:spPr>
            <a:xfrm rot="-5400000">
              <a:off x="-2039849" y="-2155107"/>
              <a:ext cx="32700" cy="52341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29" name="Google Shape;829;p37"/>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830" name="Google Shape;830;p37"/>
          <p:cNvSpPr txBox="1">
            <a:spLocks noGrp="1"/>
          </p:cNvSpPr>
          <p:nvPr>
            <p:ph type="subTitle" idx="3"/>
          </p:nvPr>
        </p:nvSpPr>
        <p:spPr>
          <a:xfrm>
            <a:off x="6469600" y="2489054"/>
            <a:ext cx="2247600" cy="181200"/>
          </a:xfrm>
          <a:prstGeom prst="rect">
            <a:avLst/>
          </a:prstGeom>
        </p:spPr>
        <p:txBody>
          <a:bodyPr spcFirstLastPara="1" wrap="square" lIns="0" tIns="0" rIns="0" bIns="0" anchor="t" anchorCtr="0">
            <a:noAutofit/>
          </a:bodyPr>
          <a:lstStyle>
            <a:lvl1pPr lvl="0">
              <a:spcBef>
                <a:spcPts val="0"/>
              </a:spcBef>
              <a:spcAft>
                <a:spcPts val="0"/>
              </a:spcAft>
              <a:buClr>
                <a:schemeClr val="accent6"/>
              </a:buClr>
              <a:buSzPts val="1400"/>
              <a:buNone/>
              <a:defRPr sz="1400">
                <a:solidFill>
                  <a:schemeClr val="accent6"/>
                </a:solidFill>
              </a:defRPr>
            </a:lvl1pPr>
            <a:lvl2pPr lvl="1">
              <a:spcBef>
                <a:spcPts val="0"/>
              </a:spcBef>
              <a:spcAft>
                <a:spcPts val="0"/>
              </a:spcAft>
              <a:buClr>
                <a:schemeClr val="accent6"/>
              </a:buClr>
              <a:buSzPts val="1100"/>
              <a:buNone/>
              <a:defRPr>
                <a:solidFill>
                  <a:schemeClr val="accent6"/>
                </a:solidFill>
              </a:defRPr>
            </a:lvl2pPr>
            <a:lvl3pPr lvl="2">
              <a:spcBef>
                <a:spcPts val="0"/>
              </a:spcBef>
              <a:spcAft>
                <a:spcPts val="0"/>
              </a:spcAft>
              <a:buClr>
                <a:schemeClr val="accent6"/>
              </a:buClr>
              <a:buSzPts val="1100"/>
              <a:buNone/>
              <a:defRPr>
                <a:solidFill>
                  <a:schemeClr val="accent6"/>
                </a:solidFill>
              </a:defRPr>
            </a:lvl3pPr>
            <a:lvl4pPr lvl="3">
              <a:spcBef>
                <a:spcPts val="0"/>
              </a:spcBef>
              <a:spcAft>
                <a:spcPts val="0"/>
              </a:spcAft>
              <a:buClr>
                <a:schemeClr val="accent6"/>
              </a:buClr>
              <a:buSzPts val="1100"/>
              <a:buNone/>
              <a:defRPr>
                <a:solidFill>
                  <a:schemeClr val="accent6"/>
                </a:solidFill>
              </a:defRPr>
            </a:lvl4pPr>
            <a:lvl5pPr lvl="4">
              <a:spcBef>
                <a:spcPts val="0"/>
              </a:spcBef>
              <a:spcAft>
                <a:spcPts val="0"/>
              </a:spcAft>
              <a:buClr>
                <a:schemeClr val="accent6"/>
              </a:buClr>
              <a:buSzPts val="1100"/>
              <a:buNone/>
              <a:defRPr>
                <a:solidFill>
                  <a:schemeClr val="accent6"/>
                </a:solidFill>
              </a:defRPr>
            </a:lvl5pPr>
            <a:lvl6pPr lvl="5">
              <a:spcBef>
                <a:spcPts val="0"/>
              </a:spcBef>
              <a:spcAft>
                <a:spcPts val="0"/>
              </a:spcAft>
              <a:buClr>
                <a:schemeClr val="accent6"/>
              </a:buClr>
              <a:buSzPts val="1100"/>
              <a:buNone/>
              <a:defRPr>
                <a:solidFill>
                  <a:schemeClr val="accent6"/>
                </a:solidFill>
              </a:defRPr>
            </a:lvl6pPr>
            <a:lvl7pPr lvl="6">
              <a:spcBef>
                <a:spcPts val="0"/>
              </a:spcBef>
              <a:spcAft>
                <a:spcPts val="0"/>
              </a:spcAft>
              <a:buClr>
                <a:schemeClr val="accent6"/>
              </a:buClr>
              <a:buSzPts val="1100"/>
              <a:buNone/>
              <a:defRPr>
                <a:solidFill>
                  <a:schemeClr val="accent6"/>
                </a:solidFill>
              </a:defRPr>
            </a:lvl7pPr>
            <a:lvl8pPr lvl="7">
              <a:spcBef>
                <a:spcPts val="0"/>
              </a:spcBef>
              <a:spcAft>
                <a:spcPts val="0"/>
              </a:spcAft>
              <a:buClr>
                <a:schemeClr val="accent6"/>
              </a:buClr>
              <a:buSzPts val="1100"/>
              <a:buNone/>
              <a:defRPr>
                <a:solidFill>
                  <a:schemeClr val="accent6"/>
                </a:solidFill>
              </a:defRPr>
            </a:lvl8pPr>
            <a:lvl9pPr lvl="8">
              <a:spcBef>
                <a:spcPts val="0"/>
              </a:spcBef>
              <a:spcAft>
                <a:spcPts val="0"/>
              </a:spcAft>
              <a:buClr>
                <a:schemeClr val="accent6"/>
              </a:buClr>
              <a:buSzPts val="1100"/>
              <a:buNone/>
              <a:defRPr>
                <a:solidFill>
                  <a:schemeClr val="accent6"/>
                </a:solidFill>
              </a:defRPr>
            </a:lvl9pPr>
          </a:lstStyle>
          <a:p>
            <a:endParaRPr/>
          </a:p>
        </p:txBody>
      </p:sp>
      <p:sp>
        <p:nvSpPr>
          <p:cNvPr id="831" name="Google Shape;831;p37"/>
          <p:cNvSpPr txBox="1">
            <a:spLocks noGrp="1"/>
          </p:cNvSpPr>
          <p:nvPr>
            <p:ph type="body" idx="4"/>
          </p:nvPr>
        </p:nvSpPr>
        <p:spPr>
          <a:xfrm>
            <a:off x="6469600" y="2862768"/>
            <a:ext cx="2247600" cy="16512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grpSp>
        <p:nvGrpSpPr>
          <p:cNvPr id="832" name="Google Shape;832;p37"/>
          <p:cNvGrpSpPr/>
          <p:nvPr/>
        </p:nvGrpSpPr>
        <p:grpSpPr>
          <a:xfrm rot="-5400000">
            <a:off x="4560036" y="2803209"/>
            <a:ext cx="3317279" cy="234348"/>
            <a:chOff x="-4640549" y="265600"/>
            <a:chExt cx="5491274" cy="392675"/>
          </a:xfrm>
        </p:grpSpPr>
        <p:sp>
          <p:nvSpPr>
            <p:cNvPr id="833" name="Google Shape;833;p37"/>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34" name="Google Shape;834;p37"/>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35" name="Google Shape;835;p37"/>
            <p:cNvSpPr/>
            <p:nvPr/>
          </p:nvSpPr>
          <p:spPr>
            <a:xfrm rot="-5400000">
              <a:off x="-2039849" y="-2155107"/>
              <a:ext cx="32700" cy="52341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36" name="Google Shape;836;p37"/>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837" name="Google Shape;837;p37"/>
          <p:cNvSpPr txBox="1">
            <a:spLocks noGrp="1"/>
          </p:cNvSpPr>
          <p:nvPr>
            <p:ph type="subTitle" idx="5"/>
          </p:nvPr>
        </p:nvSpPr>
        <p:spPr>
          <a:xfrm>
            <a:off x="3622063" y="2488475"/>
            <a:ext cx="2247600" cy="181200"/>
          </a:xfrm>
          <a:prstGeom prst="rect">
            <a:avLst/>
          </a:prstGeom>
        </p:spPr>
        <p:txBody>
          <a:bodyPr spcFirstLastPara="1" wrap="square" lIns="0" tIns="0" rIns="0" bIns="0" anchor="t" anchorCtr="0">
            <a:noAutofit/>
          </a:bodyPr>
          <a:lstStyle>
            <a:lvl1pPr lvl="0">
              <a:spcBef>
                <a:spcPts val="0"/>
              </a:spcBef>
              <a:spcAft>
                <a:spcPts val="0"/>
              </a:spcAft>
              <a:buClr>
                <a:schemeClr val="accent6"/>
              </a:buClr>
              <a:buSzPts val="1400"/>
              <a:buNone/>
              <a:defRPr sz="1400">
                <a:solidFill>
                  <a:schemeClr val="accent6"/>
                </a:solidFill>
              </a:defRPr>
            </a:lvl1pPr>
            <a:lvl2pPr lvl="1">
              <a:spcBef>
                <a:spcPts val="0"/>
              </a:spcBef>
              <a:spcAft>
                <a:spcPts val="0"/>
              </a:spcAft>
              <a:buClr>
                <a:schemeClr val="accent6"/>
              </a:buClr>
              <a:buSzPts val="1100"/>
              <a:buNone/>
              <a:defRPr>
                <a:solidFill>
                  <a:schemeClr val="accent6"/>
                </a:solidFill>
              </a:defRPr>
            </a:lvl2pPr>
            <a:lvl3pPr lvl="2">
              <a:spcBef>
                <a:spcPts val="0"/>
              </a:spcBef>
              <a:spcAft>
                <a:spcPts val="0"/>
              </a:spcAft>
              <a:buClr>
                <a:schemeClr val="accent6"/>
              </a:buClr>
              <a:buSzPts val="1100"/>
              <a:buNone/>
              <a:defRPr>
                <a:solidFill>
                  <a:schemeClr val="accent6"/>
                </a:solidFill>
              </a:defRPr>
            </a:lvl3pPr>
            <a:lvl4pPr lvl="3">
              <a:spcBef>
                <a:spcPts val="0"/>
              </a:spcBef>
              <a:spcAft>
                <a:spcPts val="0"/>
              </a:spcAft>
              <a:buClr>
                <a:schemeClr val="accent6"/>
              </a:buClr>
              <a:buSzPts val="1100"/>
              <a:buNone/>
              <a:defRPr>
                <a:solidFill>
                  <a:schemeClr val="accent6"/>
                </a:solidFill>
              </a:defRPr>
            </a:lvl4pPr>
            <a:lvl5pPr lvl="4">
              <a:spcBef>
                <a:spcPts val="0"/>
              </a:spcBef>
              <a:spcAft>
                <a:spcPts val="0"/>
              </a:spcAft>
              <a:buClr>
                <a:schemeClr val="accent6"/>
              </a:buClr>
              <a:buSzPts val="1100"/>
              <a:buNone/>
              <a:defRPr>
                <a:solidFill>
                  <a:schemeClr val="accent6"/>
                </a:solidFill>
              </a:defRPr>
            </a:lvl5pPr>
            <a:lvl6pPr lvl="5">
              <a:spcBef>
                <a:spcPts val="0"/>
              </a:spcBef>
              <a:spcAft>
                <a:spcPts val="0"/>
              </a:spcAft>
              <a:buClr>
                <a:schemeClr val="accent6"/>
              </a:buClr>
              <a:buSzPts val="1100"/>
              <a:buNone/>
              <a:defRPr>
                <a:solidFill>
                  <a:schemeClr val="accent6"/>
                </a:solidFill>
              </a:defRPr>
            </a:lvl6pPr>
            <a:lvl7pPr lvl="6">
              <a:spcBef>
                <a:spcPts val="0"/>
              </a:spcBef>
              <a:spcAft>
                <a:spcPts val="0"/>
              </a:spcAft>
              <a:buClr>
                <a:schemeClr val="accent6"/>
              </a:buClr>
              <a:buSzPts val="1100"/>
              <a:buNone/>
              <a:defRPr>
                <a:solidFill>
                  <a:schemeClr val="accent6"/>
                </a:solidFill>
              </a:defRPr>
            </a:lvl7pPr>
            <a:lvl8pPr lvl="7">
              <a:spcBef>
                <a:spcPts val="0"/>
              </a:spcBef>
              <a:spcAft>
                <a:spcPts val="0"/>
              </a:spcAft>
              <a:buClr>
                <a:schemeClr val="accent6"/>
              </a:buClr>
              <a:buSzPts val="1100"/>
              <a:buNone/>
              <a:defRPr>
                <a:solidFill>
                  <a:schemeClr val="accent6"/>
                </a:solidFill>
              </a:defRPr>
            </a:lvl8pPr>
            <a:lvl9pPr lvl="8">
              <a:spcBef>
                <a:spcPts val="0"/>
              </a:spcBef>
              <a:spcAft>
                <a:spcPts val="0"/>
              </a:spcAft>
              <a:buClr>
                <a:schemeClr val="accent6"/>
              </a:buClr>
              <a:buSzPts val="1100"/>
              <a:buNone/>
              <a:defRPr>
                <a:solidFill>
                  <a:schemeClr val="accent6"/>
                </a:solidFill>
              </a:defRPr>
            </a:lvl9pPr>
          </a:lstStyle>
          <a:p>
            <a:endParaRPr/>
          </a:p>
        </p:txBody>
      </p:sp>
      <p:sp>
        <p:nvSpPr>
          <p:cNvPr id="838" name="Google Shape;838;p37"/>
          <p:cNvSpPr txBox="1">
            <a:spLocks noGrp="1"/>
          </p:cNvSpPr>
          <p:nvPr>
            <p:ph type="body" idx="6"/>
          </p:nvPr>
        </p:nvSpPr>
        <p:spPr>
          <a:xfrm>
            <a:off x="3622063" y="2831903"/>
            <a:ext cx="2247600" cy="16512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grpSp>
        <p:nvGrpSpPr>
          <p:cNvPr id="839" name="Google Shape;839;p37"/>
          <p:cNvGrpSpPr/>
          <p:nvPr/>
        </p:nvGrpSpPr>
        <p:grpSpPr>
          <a:xfrm rot="-5400000">
            <a:off x="1712498" y="2752895"/>
            <a:ext cx="3317279" cy="234348"/>
            <a:chOff x="-4640549" y="265600"/>
            <a:chExt cx="5491274" cy="392675"/>
          </a:xfrm>
        </p:grpSpPr>
        <p:sp>
          <p:nvSpPr>
            <p:cNvPr id="840" name="Google Shape;840;p37"/>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41" name="Google Shape;841;p37"/>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42" name="Google Shape;842;p37"/>
            <p:cNvSpPr/>
            <p:nvPr/>
          </p:nvSpPr>
          <p:spPr>
            <a:xfrm rot="-5400000">
              <a:off x="-2039849" y="-2155107"/>
              <a:ext cx="32700" cy="52341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43" name="Google Shape;843;p37"/>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844" name="Google Shape;844;p37"/>
          <p:cNvSpPr>
            <a:spLocks noGrp="1"/>
          </p:cNvSpPr>
          <p:nvPr>
            <p:ph type="pic" idx="7"/>
          </p:nvPr>
        </p:nvSpPr>
        <p:spPr>
          <a:xfrm>
            <a:off x="774525" y="1190500"/>
            <a:ext cx="2247600" cy="1132200"/>
          </a:xfrm>
          <a:prstGeom prst="rect">
            <a:avLst/>
          </a:prstGeom>
          <a:noFill/>
          <a:ln>
            <a:noFill/>
          </a:ln>
        </p:spPr>
      </p:sp>
      <p:sp>
        <p:nvSpPr>
          <p:cNvPr id="845" name="Google Shape;845;p37"/>
          <p:cNvSpPr>
            <a:spLocks noGrp="1"/>
          </p:cNvSpPr>
          <p:nvPr>
            <p:ph type="pic" idx="8"/>
          </p:nvPr>
        </p:nvSpPr>
        <p:spPr>
          <a:xfrm>
            <a:off x="3622075" y="1190500"/>
            <a:ext cx="2247600" cy="1132200"/>
          </a:xfrm>
          <a:prstGeom prst="rect">
            <a:avLst/>
          </a:prstGeom>
          <a:noFill/>
          <a:ln>
            <a:noFill/>
          </a:ln>
        </p:spPr>
      </p:sp>
      <p:sp>
        <p:nvSpPr>
          <p:cNvPr id="846" name="Google Shape;846;p37"/>
          <p:cNvSpPr>
            <a:spLocks noGrp="1"/>
          </p:cNvSpPr>
          <p:nvPr>
            <p:ph type="pic" idx="9"/>
          </p:nvPr>
        </p:nvSpPr>
        <p:spPr>
          <a:xfrm>
            <a:off x="6469625" y="1190500"/>
            <a:ext cx="2247600" cy="1132200"/>
          </a:xfrm>
          <a:prstGeom prst="rect">
            <a:avLst/>
          </a:prstGeom>
          <a:noFill/>
          <a:ln>
            <a:noFill/>
          </a:ln>
        </p:spPr>
      </p:sp>
    </p:spTree>
  </p:cSld>
  <p:clrMapOvr>
    <a:masterClrMapping/>
  </p:clrMapOvr>
  <p:extLst>
    <p:ext uri="{DCECCB84-F9BA-43D5-87BE-67443E8EF086}">
      <p15:sldGuideLst xmlns:p15="http://schemas.microsoft.com/office/powerpoint/2012/main">
        <p15:guide id="1" pos="488">
          <p15:clr>
            <a:srgbClr val="E46962"/>
          </p15:clr>
        </p15:guide>
        <p15:guide id="2" pos="2282">
          <p15:clr>
            <a:srgbClr val="E46962"/>
          </p15:clr>
        </p15:guide>
        <p15:guide id="3" orient="horz" pos="1463">
          <p15:clr>
            <a:srgbClr val="E46962"/>
          </p15:clr>
        </p15:guide>
        <p15:guide id="4" pos="4075">
          <p15:clr>
            <a:srgbClr val="E46962"/>
          </p15:clr>
        </p15:guide>
        <p15:guide id="5" orient="horz" pos="1568">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lide with 3 columns-v3">
  <p:cSld name="DEFAULT_3_1">
    <p:bg>
      <p:bgPr>
        <a:solidFill>
          <a:schemeClr val="accent1"/>
        </a:solidFill>
        <a:effectLst/>
      </p:bgPr>
    </p:bg>
    <p:spTree>
      <p:nvGrpSpPr>
        <p:cNvPr id="1" name="Shape 847"/>
        <p:cNvGrpSpPr/>
        <p:nvPr/>
      </p:nvGrpSpPr>
      <p:grpSpPr>
        <a:xfrm>
          <a:off x="0" y="0"/>
          <a:ext cx="0" cy="0"/>
          <a:chOff x="0" y="0"/>
          <a:chExt cx="0" cy="0"/>
        </a:xfrm>
      </p:grpSpPr>
      <p:sp>
        <p:nvSpPr>
          <p:cNvPr id="848" name="Google Shape;848;p38"/>
          <p:cNvSpPr txBox="1">
            <a:spLocks noGrp="1"/>
          </p:cNvSpPr>
          <p:nvPr>
            <p:ph type="title"/>
          </p:nvPr>
        </p:nvSpPr>
        <p:spPr>
          <a:xfrm>
            <a:off x="483300" y="346150"/>
            <a:ext cx="8177400" cy="556500"/>
          </a:xfrm>
          <a:prstGeom prst="rect">
            <a:avLst/>
          </a:prstGeom>
        </p:spPr>
        <p:txBody>
          <a:bodyPr spcFirstLastPara="1" wrap="square" lIns="0" tIns="0" rIns="0" bIns="0" anchor="t" anchorCtr="0">
            <a:noAutofit/>
          </a:bodyPr>
          <a:lstStyle>
            <a:lvl1pPr lvl="0">
              <a:spcBef>
                <a:spcPts val="0"/>
              </a:spcBef>
              <a:spcAft>
                <a:spcPts val="0"/>
              </a:spcAft>
              <a:buClr>
                <a:schemeClr val="accent4"/>
              </a:buClr>
              <a:buSzPts val="2000"/>
              <a:buNone/>
              <a:defRPr>
                <a:solidFill>
                  <a:schemeClr val="accent4"/>
                </a:solidFill>
              </a:defRPr>
            </a:lvl1pPr>
            <a:lvl2pPr lvl="1">
              <a:spcBef>
                <a:spcPts val="0"/>
              </a:spcBef>
              <a:spcAft>
                <a:spcPts val="0"/>
              </a:spcAft>
              <a:buSzPts val="3400"/>
              <a:buNone/>
              <a:defRPr sz="3400"/>
            </a:lvl2pPr>
            <a:lvl3pPr lvl="2">
              <a:spcBef>
                <a:spcPts val="0"/>
              </a:spcBef>
              <a:spcAft>
                <a:spcPts val="0"/>
              </a:spcAft>
              <a:buSzPts val="3400"/>
              <a:buNone/>
              <a:defRPr sz="3400"/>
            </a:lvl3pPr>
            <a:lvl4pPr lvl="3">
              <a:spcBef>
                <a:spcPts val="0"/>
              </a:spcBef>
              <a:spcAft>
                <a:spcPts val="0"/>
              </a:spcAft>
              <a:buSzPts val="3400"/>
              <a:buNone/>
              <a:defRPr sz="3400"/>
            </a:lvl4pPr>
            <a:lvl5pPr lvl="4">
              <a:spcBef>
                <a:spcPts val="0"/>
              </a:spcBef>
              <a:spcAft>
                <a:spcPts val="0"/>
              </a:spcAft>
              <a:buSzPts val="3400"/>
              <a:buNone/>
              <a:defRPr sz="3400"/>
            </a:lvl5pPr>
            <a:lvl6pPr lvl="5">
              <a:spcBef>
                <a:spcPts val="0"/>
              </a:spcBef>
              <a:spcAft>
                <a:spcPts val="0"/>
              </a:spcAft>
              <a:buSzPts val="3400"/>
              <a:buNone/>
              <a:defRPr sz="3400"/>
            </a:lvl6pPr>
            <a:lvl7pPr lvl="6">
              <a:spcBef>
                <a:spcPts val="0"/>
              </a:spcBef>
              <a:spcAft>
                <a:spcPts val="0"/>
              </a:spcAft>
              <a:buSzPts val="3400"/>
              <a:buNone/>
              <a:defRPr sz="3400"/>
            </a:lvl7pPr>
            <a:lvl8pPr lvl="7">
              <a:spcBef>
                <a:spcPts val="0"/>
              </a:spcBef>
              <a:spcAft>
                <a:spcPts val="0"/>
              </a:spcAft>
              <a:buSzPts val="3400"/>
              <a:buNone/>
              <a:defRPr sz="3400"/>
            </a:lvl8pPr>
            <a:lvl9pPr lvl="8">
              <a:spcBef>
                <a:spcPts val="0"/>
              </a:spcBef>
              <a:spcAft>
                <a:spcPts val="0"/>
              </a:spcAft>
              <a:buSzPts val="3400"/>
              <a:buNone/>
              <a:defRPr sz="3400"/>
            </a:lvl9pPr>
          </a:lstStyle>
          <a:p>
            <a:endParaRPr/>
          </a:p>
        </p:txBody>
      </p:sp>
      <p:sp>
        <p:nvSpPr>
          <p:cNvPr id="849" name="Google Shape;849;p38"/>
          <p:cNvSpPr txBox="1">
            <a:spLocks noGrp="1"/>
          </p:cNvSpPr>
          <p:nvPr>
            <p:ph type="subTitle" idx="1"/>
          </p:nvPr>
        </p:nvSpPr>
        <p:spPr>
          <a:xfrm>
            <a:off x="774525" y="1252525"/>
            <a:ext cx="2247600" cy="291600"/>
          </a:xfrm>
          <a:prstGeom prst="rect">
            <a:avLst/>
          </a:prstGeom>
        </p:spPr>
        <p:txBody>
          <a:bodyPr spcFirstLastPara="1" wrap="square" lIns="0" tIns="0" rIns="0" bIns="0" anchor="t" anchorCtr="0">
            <a:noAutofit/>
          </a:bodyPr>
          <a:lstStyle>
            <a:lvl1pPr lvl="0">
              <a:spcBef>
                <a:spcPts val="0"/>
              </a:spcBef>
              <a:spcAft>
                <a:spcPts val="0"/>
              </a:spcAft>
              <a:buClr>
                <a:schemeClr val="accent6"/>
              </a:buClr>
              <a:buSzPts val="1400"/>
              <a:buNone/>
              <a:defRPr sz="1400">
                <a:solidFill>
                  <a:schemeClr val="accent6"/>
                </a:solidFill>
              </a:defRPr>
            </a:lvl1pPr>
            <a:lvl2pPr lvl="1">
              <a:spcBef>
                <a:spcPts val="0"/>
              </a:spcBef>
              <a:spcAft>
                <a:spcPts val="0"/>
              </a:spcAft>
              <a:buClr>
                <a:schemeClr val="accent6"/>
              </a:buClr>
              <a:buSzPts val="1100"/>
              <a:buNone/>
              <a:defRPr>
                <a:solidFill>
                  <a:schemeClr val="accent6"/>
                </a:solidFill>
              </a:defRPr>
            </a:lvl2pPr>
            <a:lvl3pPr lvl="2">
              <a:spcBef>
                <a:spcPts val="0"/>
              </a:spcBef>
              <a:spcAft>
                <a:spcPts val="0"/>
              </a:spcAft>
              <a:buClr>
                <a:schemeClr val="accent6"/>
              </a:buClr>
              <a:buSzPts val="1100"/>
              <a:buNone/>
              <a:defRPr>
                <a:solidFill>
                  <a:schemeClr val="accent6"/>
                </a:solidFill>
              </a:defRPr>
            </a:lvl3pPr>
            <a:lvl4pPr lvl="3">
              <a:spcBef>
                <a:spcPts val="0"/>
              </a:spcBef>
              <a:spcAft>
                <a:spcPts val="0"/>
              </a:spcAft>
              <a:buClr>
                <a:schemeClr val="accent6"/>
              </a:buClr>
              <a:buSzPts val="1100"/>
              <a:buNone/>
              <a:defRPr>
                <a:solidFill>
                  <a:schemeClr val="accent6"/>
                </a:solidFill>
              </a:defRPr>
            </a:lvl4pPr>
            <a:lvl5pPr lvl="4">
              <a:spcBef>
                <a:spcPts val="0"/>
              </a:spcBef>
              <a:spcAft>
                <a:spcPts val="0"/>
              </a:spcAft>
              <a:buClr>
                <a:schemeClr val="accent6"/>
              </a:buClr>
              <a:buSzPts val="1100"/>
              <a:buNone/>
              <a:defRPr>
                <a:solidFill>
                  <a:schemeClr val="accent6"/>
                </a:solidFill>
              </a:defRPr>
            </a:lvl5pPr>
            <a:lvl6pPr lvl="5">
              <a:spcBef>
                <a:spcPts val="0"/>
              </a:spcBef>
              <a:spcAft>
                <a:spcPts val="0"/>
              </a:spcAft>
              <a:buClr>
                <a:schemeClr val="accent6"/>
              </a:buClr>
              <a:buSzPts val="1100"/>
              <a:buNone/>
              <a:defRPr>
                <a:solidFill>
                  <a:schemeClr val="accent6"/>
                </a:solidFill>
              </a:defRPr>
            </a:lvl6pPr>
            <a:lvl7pPr lvl="6">
              <a:spcBef>
                <a:spcPts val="0"/>
              </a:spcBef>
              <a:spcAft>
                <a:spcPts val="0"/>
              </a:spcAft>
              <a:buClr>
                <a:schemeClr val="accent6"/>
              </a:buClr>
              <a:buSzPts val="1100"/>
              <a:buNone/>
              <a:defRPr>
                <a:solidFill>
                  <a:schemeClr val="accent6"/>
                </a:solidFill>
              </a:defRPr>
            </a:lvl7pPr>
            <a:lvl8pPr lvl="7">
              <a:spcBef>
                <a:spcPts val="0"/>
              </a:spcBef>
              <a:spcAft>
                <a:spcPts val="0"/>
              </a:spcAft>
              <a:buClr>
                <a:schemeClr val="accent6"/>
              </a:buClr>
              <a:buSzPts val="1100"/>
              <a:buNone/>
              <a:defRPr>
                <a:solidFill>
                  <a:schemeClr val="accent6"/>
                </a:solidFill>
              </a:defRPr>
            </a:lvl8pPr>
            <a:lvl9pPr lvl="8">
              <a:spcBef>
                <a:spcPts val="0"/>
              </a:spcBef>
              <a:spcAft>
                <a:spcPts val="0"/>
              </a:spcAft>
              <a:buClr>
                <a:schemeClr val="accent6"/>
              </a:buClr>
              <a:buSzPts val="1100"/>
              <a:buNone/>
              <a:defRPr>
                <a:solidFill>
                  <a:schemeClr val="accent6"/>
                </a:solidFill>
              </a:defRPr>
            </a:lvl9pPr>
          </a:lstStyle>
          <a:p>
            <a:endParaRPr/>
          </a:p>
        </p:txBody>
      </p:sp>
      <p:sp>
        <p:nvSpPr>
          <p:cNvPr id="850" name="Google Shape;850;p38"/>
          <p:cNvSpPr txBox="1">
            <a:spLocks noGrp="1"/>
          </p:cNvSpPr>
          <p:nvPr>
            <p:ph type="body" idx="2"/>
          </p:nvPr>
        </p:nvSpPr>
        <p:spPr>
          <a:xfrm>
            <a:off x="774525" y="1805525"/>
            <a:ext cx="2247600" cy="2658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851" name="Google Shape;851;p38"/>
          <p:cNvSpPr/>
          <p:nvPr/>
        </p:nvSpPr>
        <p:spPr>
          <a:xfrm flipH="1">
            <a:off x="8165975" y="58299"/>
            <a:ext cx="1132200" cy="1132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852" name="Google Shape;852;p38"/>
          <p:cNvGrpSpPr/>
          <p:nvPr/>
        </p:nvGrpSpPr>
        <p:grpSpPr>
          <a:xfrm rot="-5400000">
            <a:off x="-1114733" y="2773680"/>
            <a:ext cx="3276643" cy="234348"/>
            <a:chOff x="-4640549" y="265600"/>
            <a:chExt cx="5491274" cy="392675"/>
          </a:xfrm>
        </p:grpSpPr>
        <p:sp>
          <p:nvSpPr>
            <p:cNvPr id="853" name="Google Shape;853;p38"/>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54" name="Google Shape;854;p38"/>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55" name="Google Shape;855;p38"/>
            <p:cNvSpPr/>
            <p:nvPr/>
          </p:nvSpPr>
          <p:spPr>
            <a:xfrm rot="-5400000">
              <a:off x="-2039849" y="-2155107"/>
              <a:ext cx="32700" cy="52341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56" name="Google Shape;856;p38"/>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857" name="Google Shape;857;p38"/>
          <p:cNvSpPr txBox="1">
            <a:spLocks noGrp="1"/>
          </p:cNvSpPr>
          <p:nvPr>
            <p:ph type="subTitle" idx="3"/>
          </p:nvPr>
        </p:nvSpPr>
        <p:spPr>
          <a:xfrm>
            <a:off x="6469600" y="1302225"/>
            <a:ext cx="2247600" cy="291600"/>
          </a:xfrm>
          <a:prstGeom prst="rect">
            <a:avLst/>
          </a:prstGeom>
        </p:spPr>
        <p:txBody>
          <a:bodyPr spcFirstLastPara="1" wrap="square" lIns="0" tIns="0" rIns="0" bIns="0" anchor="t" anchorCtr="0">
            <a:noAutofit/>
          </a:bodyPr>
          <a:lstStyle>
            <a:lvl1pPr lvl="0">
              <a:spcBef>
                <a:spcPts val="0"/>
              </a:spcBef>
              <a:spcAft>
                <a:spcPts val="0"/>
              </a:spcAft>
              <a:buClr>
                <a:schemeClr val="accent6"/>
              </a:buClr>
              <a:buSzPts val="1400"/>
              <a:buNone/>
              <a:defRPr sz="1400">
                <a:solidFill>
                  <a:schemeClr val="accent6"/>
                </a:solidFill>
              </a:defRPr>
            </a:lvl1pPr>
            <a:lvl2pPr lvl="1">
              <a:spcBef>
                <a:spcPts val="0"/>
              </a:spcBef>
              <a:spcAft>
                <a:spcPts val="0"/>
              </a:spcAft>
              <a:buClr>
                <a:schemeClr val="accent6"/>
              </a:buClr>
              <a:buSzPts val="1100"/>
              <a:buNone/>
              <a:defRPr>
                <a:solidFill>
                  <a:schemeClr val="accent6"/>
                </a:solidFill>
              </a:defRPr>
            </a:lvl2pPr>
            <a:lvl3pPr lvl="2">
              <a:spcBef>
                <a:spcPts val="0"/>
              </a:spcBef>
              <a:spcAft>
                <a:spcPts val="0"/>
              </a:spcAft>
              <a:buClr>
                <a:schemeClr val="accent6"/>
              </a:buClr>
              <a:buSzPts val="1100"/>
              <a:buNone/>
              <a:defRPr>
                <a:solidFill>
                  <a:schemeClr val="accent6"/>
                </a:solidFill>
              </a:defRPr>
            </a:lvl3pPr>
            <a:lvl4pPr lvl="3">
              <a:spcBef>
                <a:spcPts val="0"/>
              </a:spcBef>
              <a:spcAft>
                <a:spcPts val="0"/>
              </a:spcAft>
              <a:buClr>
                <a:schemeClr val="accent6"/>
              </a:buClr>
              <a:buSzPts val="1100"/>
              <a:buNone/>
              <a:defRPr>
                <a:solidFill>
                  <a:schemeClr val="accent6"/>
                </a:solidFill>
              </a:defRPr>
            </a:lvl4pPr>
            <a:lvl5pPr lvl="4">
              <a:spcBef>
                <a:spcPts val="0"/>
              </a:spcBef>
              <a:spcAft>
                <a:spcPts val="0"/>
              </a:spcAft>
              <a:buClr>
                <a:schemeClr val="accent6"/>
              </a:buClr>
              <a:buSzPts val="1100"/>
              <a:buNone/>
              <a:defRPr>
                <a:solidFill>
                  <a:schemeClr val="accent6"/>
                </a:solidFill>
              </a:defRPr>
            </a:lvl5pPr>
            <a:lvl6pPr lvl="5">
              <a:spcBef>
                <a:spcPts val="0"/>
              </a:spcBef>
              <a:spcAft>
                <a:spcPts val="0"/>
              </a:spcAft>
              <a:buClr>
                <a:schemeClr val="accent6"/>
              </a:buClr>
              <a:buSzPts val="1100"/>
              <a:buNone/>
              <a:defRPr>
                <a:solidFill>
                  <a:schemeClr val="accent6"/>
                </a:solidFill>
              </a:defRPr>
            </a:lvl6pPr>
            <a:lvl7pPr lvl="6">
              <a:spcBef>
                <a:spcPts val="0"/>
              </a:spcBef>
              <a:spcAft>
                <a:spcPts val="0"/>
              </a:spcAft>
              <a:buClr>
                <a:schemeClr val="accent6"/>
              </a:buClr>
              <a:buSzPts val="1100"/>
              <a:buNone/>
              <a:defRPr>
                <a:solidFill>
                  <a:schemeClr val="accent6"/>
                </a:solidFill>
              </a:defRPr>
            </a:lvl7pPr>
            <a:lvl8pPr lvl="7">
              <a:spcBef>
                <a:spcPts val="0"/>
              </a:spcBef>
              <a:spcAft>
                <a:spcPts val="0"/>
              </a:spcAft>
              <a:buClr>
                <a:schemeClr val="accent6"/>
              </a:buClr>
              <a:buSzPts val="1100"/>
              <a:buNone/>
              <a:defRPr>
                <a:solidFill>
                  <a:schemeClr val="accent6"/>
                </a:solidFill>
              </a:defRPr>
            </a:lvl8pPr>
            <a:lvl9pPr lvl="8">
              <a:spcBef>
                <a:spcPts val="0"/>
              </a:spcBef>
              <a:spcAft>
                <a:spcPts val="0"/>
              </a:spcAft>
              <a:buClr>
                <a:schemeClr val="accent6"/>
              </a:buClr>
              <a:buSzPts val="1100"/>
              <a:buNone/>
              <a:defRPr>
                <a:solidFill>
                  <a:schemeClr val="accent6"/>
                </a:solidFill>
              </a:defRPr>
            </a:lvl9pPr>
          </a:lstStyle>
          <a:p>
            <a:endParaRPr/>
          </a:p>
        </p:txBody>
      </p:sp>
      <p:sp>
        <p:nvSpPr>
          <p:cNvPr id="858" name="Google Shape;858;p38"/>
          <p:cNvSpPr txBox="1">
            <a:spLocks noGrp="1"/>
          </p:cNvSpPr>
          <p:nvPr>
            <p:ph type="body" idx="4"/>
          </p:nvPr>
        </p:nvSpPr>
        <p:spPr>
          <a:xfrm>
            <a:off x="6469600" y="1855225"/>
            <a:ext cx="2247600" cy="2658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grpSp>
        <p:nvGrpSpPr>
          <p:cNvPr id="859" name="Google Shape;859;p38"/>
          <p:cNvGrpSpPr/>
          <p:nvPr/>
        </p:nvGrpSpPr>
        <p:grpSpPr>
          <a:xfrm rot="-5400000">
            <a:off x="4580342" y="2823380"/>
            <a:ext cx="3276643" cy="234348"/>
            <a:chOff x="-4640549" y="265600"/>
            <a:chExt cx="5491274" cy="392675"/>
          </a:xfrm>
        </p:grpSpPr>
        <p:sp>
          <p:nvSpPr>
            <p:cNvPr id="860" name="Google Shape;860;p38"/>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61" name="Google Shape;861;p38"/>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62" name="Google Shape;862;p38"/>
            <p:cNvSpPr/>
            <p:nvPr/>
          </p:nvSpPr>
          <p:spPr>
            <a:xfrm rot="-5400000">
              <a:off x="-2039849" y="-2155107"/>
              <a:ext cx="32700" cy="52341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63" name="Google Shape;863;p38"/>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864" name="Google Shape;864;p38"/>
          <p:cNvSpPr txBox="1">
            <a:spLocks noGrp="1"/>
          </p:cNvSpPr>
          <p:nvPr>
            <p:ph type="subTitle" idx="5"/>
          </p:nvPr>
        </p:nvSpPr>
        <p:spPr>
          <a:xfrm>
            <a:off x="3622063" y="1252525"/>
            <a:ext cx="2247600" cy="291600"/>
          </a:xfrm>
          <a:prstGeom prst="rect">
            <a:avLst/>
          </a:prstGeom>
        </p:spPr>
        <p:txBody>
          <a:bodyPr spcFirstLastPara="1" wrap="square" lIns="0" tIns="0" rIns="0" bIns="0" anchor="t" anchorCtr="0">
            <a:noAutofit/>
          </a:bodyPr>
          <a:lstStyle>
            <a:lvl1pPr lvl="0">
              <a:spcBef>
                <a:spcPts val="0"/>
              </a:spcBef>
              <a:spcAft>
                <a:spcPts val="0"/>
              </a:spcAft>
              <a:buClr>
                <a:schemeClr val="accent6"/>
              </a:buClr>
              <a:buSzPts val="1400"/>
              <a:buNone/>
              <a:defRPr sz="1400">
                <a:solidFill>
                  <a:schemeClr val="accent6"/>
                </a:solidFill>
              </a:defRPr>
            </a:lvl1pPr>
            <a:lvl2pPr lvl="1">
              <a:spcBef>
                <a:spcPts val="0"/>
              </a:spcBef>
              <a:spcAft>
                <a:spcPts val="0"/>
              </a:spcAft>
              <a:buClr>
                <a:schemeClr val="accent6"/>
              </a:buClr>
              <a:buSzPts val="1100"/>
              <a:buNone/>
              <a:defRPr>
                <a:solidFill>
                  <a:schemeClr val="accent6"/>
                </a:solidFill>
              </a:defRPr>
            </a:lvl2pPr>
            <a:lvl3pPr lvl="2">
              <a:spcBef>
                <a:spcPts val="0"/>
              </a:spcBef>
              <a:spcAft>
                <a:spcPts val="0"/>
              </a:spcAft>
              <a:buClr>
                <a:schemeClr val="accent6"/>
              </a:buClr>
              <a:buSzPts val="1100"/>
              <a:buNone/>
              <a:defRPr>
                <a:solidFill>
                  <a:schemeClr val="accent6"/>
                </a:solidFill>
              </a:defRPr>
            </a:lvl3pPr>
            <a:lvl4pPr lvl="3">
              <a:spcBef>
                <a:spcPts val="0"/>
              </a:spcBef>
              <a:spcAft>
                <a:spcPts val="0"/>
              </a:spcAft>
              <a:buClr>
                <a:schemeClr val="accent6"/>
              </a:buClr>
              <a:buSzPts val="1100"/>
              <a:buNone/>
              <a:defRPr>
                <a:solidFill>
                  <a:schemeClr val="accent6"/>
                </a:solidFill>
              </a:defRPr>
            </a:lvl4pPr>
            <a:lvl5pPr lvl="4">
              <a:spcBef>
                <a:spcPts val="0"/>
              </a:spcBef>
              <a:spcAft>
                <a:spcPts val="0"/>
              </a:spcAft>
              <a:buClr>
                <a:schemeClr val="accent6"/>
              </a:buClr>
              <a:buSzPts val="1100"/>
              <a:buNone/>
              <a:defRPr>
                <a:solidFill>
                  <a:schemeClr val="accent6"/>
                </a:solidFill>
              </a:defRPr>
            </a:lvl5pPr>
            <a:lvl6pPr lvl="5">
              <a:spcBef>
                <a:spcPts val="0"/>
              </a:spcBef>
              <a:spcAft>
                <a:spcPts val="0"/>
              </a:spcAft>
              <a:buClr>
                <a:schemeClr val="accent6"/>
              </a:buClr>
              <a:buSzPts val="1100"/>
              <a:buNone/>
              <a:defRPr>
                <a:solidFill>
                  <a:schemeClr val="accent6"/>
                </a:solidFill>
              </a:defRPr>
            </a:lvl6pPr>
            <a:lvl7pPr lvl="6">
              <a:spcBef>
                <a:spcPts val="0"/>
              </a:spcBef>
              <a:spcAft>
                <a:spcPts val="0"/>
              </a:spcAft>
              <a:buClr>
                <a:schemeClr val="accent6"/>
              </a:buClr>
              <a:buSzPts val="1100"/>
              <a:buNone/>
              <a:defRPr>
                <a:solidFill>
                  <a:schemeClr val="accent6"/>
                </a:solidFill>
              </a:defRPr>
            </a:lvl7pPr>
            <a:lvl8pPr lvl="7">
              <a:spcBef>
                <a:spcPts val="0"/>
              </a:spcBef>
              <a:spcAft>
                <a:spcPts val="0"/>
              </a:spcAft>
              <a:buClr>
                <a:schemeClr val="accent6"/>
              </a:buClr>
              <a:buSzPts val="1100"/>
              <a:buNone/>
              <a:defRPr>
                <a:solidFill>
                  <a:schemeClr val="accent6"/>
                </a:solidFill>
              </a:defRPr>
            </a:lvl8pPr>
            <a:lvl9pPr lvl="8">
              <a:spcBef>
                <a:spcPts val="0"/>
              </a:spcBef>
              <a:spcAft>
                <a:spcPts val="0"/>
              </a:spcAft>
              <a:buClr>
                <a:schemeClr val="accent6"/>
              </a:buClr>
              <a:buSzPts val="1100"/>
              <a:buNone/>
              <a:defRPr>
                <a:solidFill>
                  <a:schemeClr val="accent6"/>
                </a:solidFill>
              </a:defRPr>
            </a:lvl9pPr>
          </a:lstStyle>
          <a:p>
            <a:endParaRPr/>
          </a:p>
        </p:txBody>
      </p:sp>
      <p:sp>
        <p:nvSpPr>
          <p:cNvPr id="865" name="Google Shape;865;p38"/>
          <p:cNvSpPr txBox="1">
            <a:spLocks noGrp="1"/>
          </p:cNvSpPr>
          <p:nvPr>
            <p:ph type="body" idx="6"/>
          </p:nvPr>
        </p:nvSpPr>
        <p:spPr>
          <a:xfrm>
            <a:off x="3622063" y="1805525"/>
            <a:ext cx="2247600" cy="2658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grpSp>
        <p:nvGrpSpPr>
          <p:cNvPr id="866" name="Google Shape;866;p38"/>
          <p:cNvGrpSpPr/>
          <p:nvPr/>
        </p:nvGrpSpPr>
        <p:grpSpPr>
          <a:xfrm rot="-5400000">
            <a:off x="1732805" y="2773680"/>
            <a:ext cx="3276643" cy="234348"/>
            <a:chOff x="-4640549" y="265600"/>
            <a:chExt cx="5491274" cy="392675"/>
          </a:xfrm>
        </p:grpSpPr>
        <p:sp>
          <p:nvSpPr>
            <p:cNvPr id="867" name="Google Shape;867;p38"/>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68" name="Google Shape;868;p38"/>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69" name="Google Shape;869;p38"/>
            <p:cNvSpPr/>
            <p:nvPr/>
          </p:nvSpPr>
          <p:spPr>
            <a:xfrm rot="-5400000">
              <a:off x="-2039849" y="-2155107"/>
              <a:ext cx="32700" cy="52341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70" name="Google Shape;870;p38"/>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lide with 3 columns-v3 1 1">
  <p:cSld name="DEFAULT_3_1_1">
    <p:bg>
      <p:bgPr>
        <a:solidFill>
          <a:schemeClr val="accent1"/>
        </a:solidFill>
        <a:effectLst/>
      </p:bgPr>
    </p:bg>
    <p:spTree>
      <p:nvGrpSpPr>
        <p:cNvPr id="1" name="Shape 871"/>
        <p:cNvGrpSpPr/>
        <p:nvPr/>
      </p:nvGrpSpPr>
      <p:grpSpPr>
        <a:xfrm>
          <a:off x="0" y="0"/>
          <a:ext cx="0" cy="0"/>
          <a:chOff x="0" y="0"/>
          <a:chExt cx="0" cy="0"/>
        </a:xfrm>
      </p:grpSpPr>
      <p:sp>
        <p:nvSpPr>
          <p:cNvPr id="872" name="Google Shape;872;p39"/>
          <p:cNvSpPr txBox="1">
            <a:spLocks noGrp="1"/>
          </p:cNvSpPr>
          <p:nvPr>
            <p:ph type="title"/>
          </p:nvPr>
        </p:nvSpPr>
        <p:spPr>
          <a:xfrm>
            <a:off x="483300" y="346150"/>
            <a:ext cx="8177400" cy="556500"/>
          </a:xfrm>
          <a:prstGeom prst="rect">
            <a:avLst/>
          </a:prstGeom>
        </p:spPr>
        <p:txBody>
          <a:bodyPr spcFirstLastPara="1" wrap="square" lIns="0" tIns="0" rIns="0" bIns="0" anchor="t" anchorCtr="0">
            <a:noAutofit/>
          </a:bodyPr>
          <a:lstStyle>
            <a:lvl1pPr lvl="0">
              <a:spcBef>
                <a:spcPts val="0"/>
              </a:spcBef>
              <a:spcAft>
                <a:spcPts val="0"/>
              </a:spcAft>
              <a:buClr>
                <a:schemeClr val="accent4"/>
              </a:buClr>
              <a:buSzPts val="2000"/>
              <a:buNone/>
              <a:defRPr>
                <a:solidFill>
                  <a:schemeClr val="accent4"/>
                </a:solidFill>
              </a:defRPr>
            </a:lvl1pPr>
            <a:lvl2pPr lvl="1">
              <a:spcBef>
                <a:spcPts val="0"/>
              </a:spcBef>
              <a:spcAft>
                <a:spcPts val="0"/>
              </a:spcAft>
              <a:buSzPts val="3400"/>
              <a:buNone/>
              <a:defRPr sz="3400"/>
            </a:lvl2pPr>
            <a:lvl3pPr lvl="2">
              <a:spcBef>
                <a:spcPts val="0"/>
              </a:spcBef>
              <a:spcAft>
                <a:spcPts val="0"/>
              </a:spcAft>
              <a:buSzPts val="3400"/>
              <a:buNone/>
              <a:defRPr sz="3400"/>
            </a:lvl3pPr>
            <a:lvl4pPr lvl="3">
              <a:spcBef>
                <a:spcPts val="0"/>
              </a:spcBef>
              <a:spcAft>
                <a:spcPts val="0"/>
              </a:spcAft>
              <a:buSzPts val="3400"/>
              <a:buNone/>
              <a:defRPr sz="3400"/>
            </a:lvl4pPr>
            <a:lvl5pPr lvl="4">
              <a:spcBef>
                <a:spcPts val="0"/>
              </a:spcBef>
              <a:spcAft>
                <a:spcPts val="0"/>
              </a:spcAft>
              <a:buSzPts val="3400"/>
              <a:buNone/>
              <a:defRPr sz="3400"/>
            </a:lvl5pPr>
            <a:lvl6pPr lvl="5">
              <a:spcBef>
                <a:spcPts val="0"/>
              </a:spcBef>
              <a:spcAft>
                <a:spcPts val="0"/>
              </a:spcAft>
              <a:buSzPts val="3400"/>
              <a:buNone/>
              <a:defRPr sz="3400"/>
            </a:lvl6pPr>
            <a:lvl7pPr lvl="6">
              <a:spcBef>
                <a:spcPts val="0"/>
              </a:spcBef>
              <a:spcAft>
                <a:spcPts val="0"/>
              </a:spcAft>
              <a:buSzPts val="3400"/>
              <a:buNone/>
              <a:defRPr sz="3400"/>
            </a:lvl7pPr>
            <a:lvl8pPr lvl="7">
              <a:spcBef>
                <a:spcPts val="0"/>
              </a:spcBef>
              <a:spcAft>
                <a:spcPts val="0"/>
              </a:spcAft>
              <a:buSzPts val="3400"/>
              <a:buNone/>
              <a:defRPr sz="3400"/>
            </a:lvl8pPr>
            <a:lvl9pPr lvl="8">
              <a:spcBef>
                <a:spcPts val="0"/>
              </a:spcBef>
              <a:spcAft>
                <a:spcPts val="0"/>
              </a:spcAft>
              <a:buSzPts val="3400"/>
              <a:buNone/>
              <a:defRPr sz="3400"/>
            </a:lvl9pPr>
          </a:lstStyle>
          <a:p>
            <a:endParaRPr/>
          </a:p>
        </p:txBody>
      </p:sp>
      <p:sp>
        <p:nvSpPr>
          <p:cNvPr id="873" name="Google Shape;873;p39"/>
          <p:cNvSpPr txBox="1">
            <a:spLocks noGrp="1"/>
          </p:cNvSpPr>
          <p:nvPr>
            <p:ph type="subTitle" idx="1"/>
          </p:nvPr>
        </p:nvSpPr>
        <p:spPr>
          <a:xfrm>
            <a:off x="774525" y="1252525"/>
            <a:ext cx="2247600" cy="291600"/>
          </a:xfrm>
          <a:prstGeom prst="rect">
            <a:avLst/>
          </a:prstGeom>
        </p:spPr>
        <p:txBody>
          <a:bodyPr spcFirstLastPara="1" wrap="square" lIns="0" tIns="0" rIns="0" bIns="0" anchor="t" anchorCtr="0">
            <a:noAutofit/>
          </a:bodyPr>
          <a:lstStyle>
            <a:lvl1pPr lvl="0">
              <a:spcBef>
                <a:spcPts val="0"/>
              </a:spcBef>
              <a:spcAft>
                <a:spcPts val="0"/>
              </a:spcAft>
              <a:buClr>
                <a:schemeClr val="accent6"/>
              </a:buClr>
              <a:buSzPts val="1400"/>
              <a:buNone/>
              <a:defRPr sz="1400">
                <a:solidFill>
                  <a:schemeClr val="accent6"/>
                </a:solidFill>
              </a:defRPr>
            </a:lvl1pPr>
            <a:lvl2pPr lvl="1">
              <a:spcBef>
                <a:spcPts val="0"/>
              </a:spcBef>
              <a:spcAft>
                <a:spcPts val="0"/>
              </a:spcAft>
              <a:buClr>
                <a:schemeClr val="accent6"/>
              </a:buClr>
              <a:buSzPts val="1100"/>
              <a:buNone/>
              <a:defRPr>
                <a:solidFill>
                  <a:schemeClr val="accent6"/>
                </a:solidFill>
              </a:defRPr>
            </a:lvl2pPr>
            <a:lvl3pPr lvl="2">
              <a:spcBef>
                <a:spcPts val="0"/>
              </a:spcBef>
              <a:spcAft>
                <a:spcPts val="0"/>
              </a:spcAft>
              <a:buClr>
                <a:schemeClr val="accent6"/>
              </a:buClr>
              <a:buSzPts val="1100"/>
              <a:buNone/>
              <a:defRPr>
                <a:solidFill>
                  <a:schemeClr val="accent6"/>
                </a:solidFill>
              </a:defRPr>
            </a:lvl3pPr>
            <a:lvl4pPr lvl="3">
              <a:spcBef>
                <a:spcPts val="0"/>
              </a:spcBef>
              <a:spcAft>
                <a:spcPts val="0"/>
              </a:spcAft>
              <a:buClr>
                <a:schemeClr val="accent6"/>
              </a:buClr>
              <a:buSzPts val="1100"/>
              <a:buNone/>
              <a:defRPr>
                <a:solidFill>
                  <a:schemeClr val="accent6"/>
                </a:solidFill>
              </a:defRPr>
            </a:lvl4pPr>
            <a:lvl5pPr lvl="4">
              <a:spcBef>
                <a:spcPts val="0"/>
              </a:spcBef>
              <a:spcAft>
                <a:spcPts val="0"/>
              </a:spcAft>
              <a:buClr>
                <a:schemeClr val="accent6"/>
              </a:buClr>
              <a:buSzPts val="1100"/>
              <a:buNone/>
              <a:defRPr>
                <a:solidFill>
                  <a:schemeClr val="accent6"/>
                </a:solidFill>
              </a:defRPr>
            </a:lvl5pPr>
            <a:lvl6pPr lvl="5">
              <a:spcBef>
                <a:spcPts val="0"/>
              </a:spcBef>
              <a:spcAft>
                <a:spcPts val="0"/>
              </a:spcAft>
              <a:buClr>
                <a:schemeClr val="accent6"/>
              </a:buClr>
              <a:buSzPts val="1100"/>
              <a:buNone/>
              <a:defRPr>
                <a:solidFill>
                  <a:schemeClr val="accent6"/>
                </a:solidFill>
              </a:defRPr>
            </a:lvl6pPr>
            <a:lvl7pPr lvl="6">
              <a:spcBef>
                <a:spcPts val="0"/>
              </a:spcBef>
              <a:spcAft>
                <a:spcPts val="0"/>
              </a:spcAft>
              <a:buClr>
                <a:schemeClr val="accent6"/>
              </a:buClr>
              <a:buSzPts val="1100"/>
              <a:buNone/>
              <a:defRPr>
                <a:solidFill>
                  <a:schemeClr val="accent6"/>
                </a:solidFill>
              </a:defRPr>
            </a:lvl7pPr>
            <a:lvl8pPr lvl="7">
              <a:spcBef>
                <a:spcPts val="0"/>
              </a:spcBef>
              <a:spcAft>
                <a:spcPts val="0"/>
              </a:spcAft>
              <a:buClr>
                <a:schemeClr val="accent6"/>
              </a:buClr>
              <a:buSzPts val="1100"/>
              <a:buNone/>
              <a:defRPr>
                <a:solidFill>
                  <a:schemeClr val="accent6"/>
                </a:solidFill>
              </a:defRPr>
            </a:lvl8pPr>
            <a:lvl9pPr lvl="8">
              <a:spcBef>
                <a:spcPts val="0"/>
              </a:spcBef>
              <a:spcAft>
                <a:spcPts val="0"/>
              </a:spcAft>
              <a:buClr>
                <a:schemeClr val="accent6"/>
              </a:buClr>
              <a:buSzPts val="1100"/>
              <a:buNone/>
              <a:defRPr>
                <a:solidFill>
                  <a:schemeClr val="accent6"/>
                </a:solidFill>
              </a:defRPr>
            </a:lvl9pPr>
          </a:lstStyle>
          <a:p>
            <a:endParaRPr/>
          </a:p>
        </p:txBody>
      </p:sp>
      <p:sp>
        <p:nvSpPr>
          <p:cNvPr id="874" name="Google Shape;874;p39"/>
          <p:cNvSpPr txBox="1">
            <a:spLocks noGrp="1"/>
          </p:cNvSpPr>
          <p:nvPr>
            <p:ph type="body" idx="2"/>
          </p:nvPr>
        </p:nvSpPr>
        <p:spPr>
          <a:xfrm>
            <a:off x="774525" y="1805525"/>
            <a:ext cx="2247600" cy="2658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875" name="Google Shape;875;p39"/>
          <p:cNvSpPr/>
          <p:nvPr/>
        </p:nvSpPr>
        <p:spPr>
          <a:xfrm flipH="1">
            <a:off x="8165975" y="58299"/>
            <a:ext cx="1132200" cy="1132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876" name="Google Shape;876;p39"/>
          <p:cNvGrpSpPr/>
          <p:nvPr/>
        </p:nvGrpSpPr>
        <p:grpSpPr>
          <a:xfrm rot="-5400000">
            <a:off x="-1114733" y="2773680"/>
            <a:ext cx="3276643" cy="234348"/>
            <a:chOff x="-4640549" y="265600"/>
            <a:chExt cx="5491274" cy="392675"/>
          </a:xfrm>
        </p:grpSpPr>
        <p:sp>
          <p:nvSpPr>
            <p:cNvPr id="877" name="Google Shape;877;p39"/>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78" name="Google Shape;878;p39"/>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79" name="Google Shape;879;p39"/>
            <p:cNvSpPr/>
            <p:nvPr/>
          </p:nvSpPr>
          <p:spPr>
            <a:xfrm rot="-5400000">
              <a:off x="-2039849" y="-2155107"/>
              <a:ext cx="32700" cy="52341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80" name="Google Shape;880;p39"/>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881" name="Google Shape;881;p39"/>
          <p:cNvSpPr txBox="1">
            <a:spLocks noGrp="1"/>
          </p:cNvSpPr>
          <p:nvPr>
            <p:ph type="subTitle" idx="3"/>
          </p:nvPr>
        </p:nvSpPr>
        <p:spPr>
          <a:xfrm>
            <a:off x="6469600" y="1302225"/>
            <a:ext cx="2247600" cy="291600"/>
          </a:xfrm>
          <a:prstGeom prst="rect">
            <a:avLst/>
          </a:prstGeom>
        </p:spPr>
        <p:txBody>
          <a:bodyPr spcFirstLastPara="1" wrap="square" lIns="0" tIns="0" rIns="0" bIns="0" anchor="t" anchorCtr="0">
            <a:noAutofit/>
          </a:bodyPr>
          <a:lstStyle>
            <a:lvl1pPr lvl="0">
              <a:spcBef>
                <a:spcPts val="0"/>
              </a:spcBef>
              <a:spcAft>
                <a:spcPts val="0"/>
              </a:spcAft>
              <a:buClr>
                <a:schemeClr val="accent6"/>
              </a:buClr>
              <a:buSzPts val="1400"/>
              <a:buNone/>
              <a:defRPr sz="1400">
                <a:solidFill>
                  <a:schemeClr val="accent6"/>
                </a:solidFill>
              </a:defRPr>
            </a:lvl1pPr>
            <a:lvl2pPr lvl="1">
              <a:spcBef>
                <a:spcPts val="0"/>
              </a:spcBef>
              <a:spcAft>
                <a:spcPts val="0"/>
              </a:spcAft>
              <a:buClr>
                <a:schemeClr val="accent6"/>
              </a:buClr>
              <a:buSzPts val="1100"/>
              <a:buNone/>
              <a:defRPr>
                <a:solidFill>
                  <a:schemeClr val="accent6"/>
                </a:solidFill>
              </a:defRPr>
            </a:lvl2pPr>
            <a:lvl3pPr lvl="2">
              <a:spcBef>
                <a:spcPts val="0"/>
              </a:spcBef>
              <a:spcAft>
                <a:spcPts val="0"/>
              </a:spcAft>
              <a:buClr>
                <a:schemeClr val="accent6"/>
              </a:buClr>
              <a:buSzPts val="1100"/>
              <a:buNone/>
              <a:defRPr>
                <a:solidFill>
                  <a:schemeClr val="accent6"/>
                </a:solidFill>
              </a:defRPr>
            </a:lvl3pPr>
            <a:lvl4pPr lvl="3">
              <a:spcBef>
                <a:spcPts val="0"/>
              </a:spcBef>
              <a:spcAft>
                <a:spcPts val="0"/>
              </a:spcAft>
              <a:buClr>
                <a:schemeClr val="accent6"/>
              </a:buClr>
              <a:buSzPts val="1100"/>
              <a:buNone/>
              <a:defRPr>
                <a:solidFill>
                  <a:schemeClr val="accent6"/>
                </a:solidFill>
              </a:defRPr>
            </a:lvl4pPr>
            <a:lvl5pPr lvl="4">
              <a:spcBef>
                <a:spcPts val="0"/>
              </a:spcBef>
              <a:spcAft>
                <a:spcPts val="0"/>
              </a:spcAft>
              <a:buClr>
                <a:schemeClr val="accent6"/>
              </a:buClr>
              <a:buSzPts val="1100"/>
              <a:buNone/>
              <a:defRPr>
                <a:solidFill>
                  <a:schemeClr val="accent6"/>
                </a:solidFill>
              </a:defRPr>
            </a:lvl5pPr>
            <a:lvl6pPr lvl="5">
              <a:spcBef>
                <a:spcPts val="0"/>
              </a:spcBef>
              <a:spcAft>
                <a:spcPts val="0"/>
              </a:spcAft>
              <a:buClr>
                <a:schemeClr val="accent6"/>
              </a:buClr>
              <a:buSzPts val="1100"/>
              <a:buNone/>
              <a:defRPr>
                <a:solidFill>
                  <a:schemeClr val="accent6"/>
                </a:solidFill>
              </a:defRPr>
            </a:lvl6pPr>
            <a:lvl7pPr lvl="6">
              <a:spcBef>
                <a:spcPts val="0"/>
              </a:spcBef>
              <a:spcAft>
                <a:spcPts val="0"/>
              </a:spcAft>
              <a:buClr>
                <a:schemeClr val="accent6"/>
              </a:buClr>
              <a:buSzPts val="1100"/>
              <a:buNone/>
              <a:defRPr>
                <a:solidFill>
                  <a:schemeClr val="accent6"/>
                </a:solidFill>
              </a:defRPr>
            </a:lvl7pPr>
            <a:lvl8pPr lvl="7">
              <a:spcBef>
                <a:spcPts val="0"/>
              </a:spcBef>
              <a:spcAft>
                <a:spcPts val="0"/>
              </a:spcAft>
              <a:buClr>
                <a:schemeClr val="accent6"/>
              </a:buClr>
              <a:buSzPts val="1100"/>
              <a:buNone/>
              <a:defRPr>
                <a:solidFill>
                  <a:schemeClr val="accent6"/>
                </a:solidFill>
              </a:defRPr>
            </a:lvl8pPr>
            <a:lvl9pPr lvl="8">
              <a:spcBef>
                <a:spcPts val="0"/>
              </a:spcBef>
              <a:spcAft>
                <a:spcPts val="0"/>
              </a:spcAft>
              <a:buClr>
                <a:schemeClr val="accent6"/>
              </a:buClr>
              <a:buSzPts val="1100"/>
              <a:buNone/>
              <a:defRPr>
                <a:solidFill>
                  <a:schemeClr val="accent6"/>
                </a:solidFill>
              </a:defRPr>
            </a:lvl9pPr>
          </a:lstStyle>
          <a:p>
            <a:endParaRPr/>
          </a:p>
        </p:txBody>
      </p:sp>
      <p:sp>
        <p:nvSpPr>
          <p:cNvPr id="882" name="Google Shape;882;p39"/>
          <p:cNvSpPr txBox="1">
            <a:spLocks noGrp="1"/>
          </p:cNvSpPr>
          <p:nvPr>
            <p:ph type="body" idx="4"/>
          </p:nvPr>
        </p:nvSpPr>
        <p:spPr>
          <a:xfrm>
            <a:off x="6469600" y="1855225"/>
            <a:ext cx="2247600" cy="2658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grpSp>
        <p:nvGrpSpPr>
          <p:cNvPr id="883" name="Google Shape;883;p39"/>
          <p:cNvGrpSpPr/>
          <p:nvPr/>
        </p:nvGrpSpPr>
        <p:grpSpPr>
          <a:xfrm rot="-5400000">
            <a:off x="4580342" y="2823380"/>
            <a:ext cx="3276643" cy="234348"/>
            <a:chOff x="-4640549" y="265600"/>
            <a:chExt cx="5491274" cy="392675"/>
          </a:xfrm>
        </p:grpSpPr>
        <p:sp>
          <p:nvSpPr>
            <p:cNvPr id="884" name="Google Shape;884;p39"/>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85" name="Google Shape;885;p39"/>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86" name="Google Shape;886;p39"/>
            <p:cNvSpPr/>
            <p:nvPr/>
          </p:nvSpPr>
          <p:spPr>
            <a:xfrm rot="-5400000">
              <a:off x="-2039849" y="-2155107"/>
              <a:ext cx="32700" cy="52341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87" name="Google Shape;887;p39"/>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888" name="Google Shape;888;p39"/>
          <p:cNvSpPr txBox="1">
            <a:spLocks noGrp="1"/>
          </p:cNvSpPr>
          <p:nvPr>
            <p:ph type="subTitle" idx="5"/>
          </p:nvPr>
        </p:nvSpPr>
        <p:spPr>
          <a:xfrm>
            <a:off x="3622063" y="1252525"/>
            <a:ext cx="2247600" cy="291600"/>
          </a:xfrm>
          <a:prstGeom prst="rect">
            <a:avLst/>
          </a:prstGeom>
        </p:spPr>
        <p:txBody>
          <a:bodyPr spcFirstLastPara="1" wrap="square" lIns="0" tIns="0" rIns="0" bIns="0" anchor="t" anchorCtr="0">
            <a:noAutofit/>
          </a:bodyPr>
          <a:lstStyle>
            <a:lvl1pPr lvl="0">
              <a:spcBef>
                <a:spcPts val="0"/>
              </a:spcBef>
              <a:spcAft>
                <a:spcPts val="0"/>
              </a:spcAft>
              <a:buClr>
                <a:schemeClr val="accent6"/>
              </a:buClr>
              <a:buSzPts val="1400"/>
              <a:buNone/>
              <a:defRPr sz="1400">
                <a:solidFill>
                  <a:schemeClr val="accent6"/>
                </a:solidFill>
              </a:defRPr>
            </a:lvl1pPr>
            <a:lvl2pPr lvl="1">
              <a:spcBef>
                <a:spcPts val="0"/>
              </a:spcBef>
              <a:spcAft>
                <a:spcPts val="0"/>
              </a:spcAft>
              <a:buClr>
                <a:schemeClr val="accent6"/>
              </a:buClr>
              <a:buSzPts val="1100"/>
              <a:buNone/>
              <a:defRPr>
                <a:solidFill>
                  <a:schemeClr val="accent6"/>
                </a:solidFill>
              </a:defRPr>
            </a:lvl2pPr>
            <a:lvl3pPr lvl="2">
              <a:spcBef>
                <a:spcPts val="0"/>
              </a:spcBef>
              <a:spcAft>
                <a:spcPts val="0"/>
              </a:spcAft>
              <a:buClr>
                <a:schemeClr val="accent6"/>
              </a:buClr>
              <a:buSzPts val="1100"/>
              <a:buNone/>
              <a:defRPr>
                <a:solidFill>
                  <a:schemeClr val="accent6"/>
                </a:solidFill>
              </a:defRPr>
            </a:lvl3pPr>
            <a:lvl4pPr lvl="3">
              <a:spcBef>
                <a:spcPts val="0"/>
              </a:spcBef>
              <a:spcAft>
                <a:spcPts val="0"/>
              </a:spcAft>
              <a:buClr>
                <a:schemeClr val="accent6"/>
              </a:buClr>
              <a:buSzPts val="1100"/>
              <a:buNone/>
              <a:defRPr>
                <a:solidFill>
                  <a:schemeClr val="accent6"/>
                </a:solidFill>
              </a:defRPr>
            </a:lvl4pPr>
            <a:lvl5pPr lvl="4">
              <a:spcBef>
                <a:spcPts val="0"/>
              </a:spcBef>
              <a:spcAft>
                <a:spcPts val="0"/>
              </a:spcAft>
              <a:buClr>
                <a:schemeClr val="accent6"/>
              </a:buClr>
              <a:buSzPts val="1100"/>
              <a:buNone/>
              <a:defRPr>
                <a:solidFill>
                  <a:schemeClr val="accent6"/>
                </a:solidFill>
              </a:defRPr>
            </a:lvl5pPr>
            <a:lvl6pPr lvl="5">
              <a:spcBef>
                <a:spcPts val="0"/>
              </a:spcBef>
              <a:spcAft>
                <a:spcPts val="0"/>
              </a:spcAft>
              <a:buClr>
                <a:schemeClr val="accent6"/>
              </a:buClr>
              <a:buSzPts val="1100"/>
              <a:buNone/>
              <a:defRPr>
                <a:solidFill>
                  <a:schemeClr val="accent6"/>
                </a:solidFill>
              </a:defRPr>
            </a:lvl6pPr>
            <a:lvl7pPr lvl="6">
              <a:spcBef>
                <a:spcPts val="0"/>
              </a:spcBef>
              <a:spcAft>
                <a:spcPts val="0"/>
              </a:spcAft>
              <a:buClr>
                <a:schemeClr val="accent6"/>
              </a:buClr>
              <a:buSzPts val="1100"/>
              <a:buNone/>
              <a:defRPr>
                <a:solidFill>
                  <a:schemeClr val="accent6"/>
                </a:solidFill>
              </a:defRPr>
            </a:lvl7pPr>
            <a:lvl8pPr lvl="7">
              <a:spcBef>
                <a:spcPts val="0"/>
              </a:spcBef>
              <a:spcAft>
                <a:spcPts val="0"/>
              </a:spcAft>
              <a:buClr>
                <a:schemeClr val="accent6"/>
              </a:buClr>
              <a:buSzPts val="1100"/>
              <a:buNone/>
              <a:defRPr>
                <a:solidFill>
                  <a:schemeClr val="accent6"/>
                </a:solidFill>
              </a:defRPr>
            </a:lvl8pPr>
            <a:lvl9pPr lvl="8">
              <a:spcBef>
                <a:spcPts val="0"/>
              </a:spcBef>
              <a:spcAft>
                <a:spcPts val="0"/>
              </a:spcAft>
              <a:buClr>
                <a:schemeClr val="accent6"/>
              </a:buClr>
              <a:buSzPts val="1100"/>
              <a:buNone/>
              <a:defRPr>
                <a:solidFill>
                  <a:schemeClr val="accent6"/>
                </a:solidFill>
              </a:defRPr>
            </a:lvl9pPr>
          </a:lstStyle>
          <a:p>
            <a:endParaRPr/>
          </a:p>
        </p:txBody>
      </p:sp>
      <p:sp>
        <p:nvSpPr>
          <p:cNvPr id="889" name="Google Shape;889;p39"/>
          <p:cNvSpPr txBox="1">
            <a:spLocks noGrp="1"/>
          </p:cNvSpPr>
          <p:nvPr>
            <p:ph type="body" idx="6"/>
          </p:nvPr>
        </p:nvSpPr>
        <p:spPr>
          <a:xfrm>
            <a:off x="3622063" y="1805525"/>
            <a:ext cx="2247600" cy="2658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grpSp>
        <p:nvGrpSpPr>
          <p:cNvPr id="890" name="Google Shape;890;p39"/>
          <p:cNvGrpSpPr/>
          <p:nvPr/>
        </p:nvGrpSpPr>
        <p:grpSpPr>
          <a:xfrm rot="-5400000">
            <a:off x="1732805" y="2773680"/>
            <a:ext cx="3276643" cy="234348"/>
            <a:chOff x="-4640549" y="265600"/>
            <a:chExt cx="5491274" cy="392675"/>
          </a:xfrm>
        </p:grpSpPr>
        <p:sp>
          <p:nvSpPr>
            <p:cNvPr id="891" name="Google Shape;891;p39"/>
            <p:cNvSpPr/>
            <p:nvPr/>
          </p:nvSpPr>
          <p:spPr>
            <a:xfrm>
              <a:off x="638050" y="265600"/>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92" name="Google Shape;892;p39"/>
            <p:cNvSpPr/>
            <p:nvPr/>
          </p:nvSpPr>
          <p:spPr>
            <a:xfrm>
              <a:off x="638050" y="5229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93" name="Google Shape;893;p39"/>
            <p:cNvSpPr/>
            <p:nvPr/>
          </p:nvSpPr>
          <p:spPr>
            <a:xfrm rot="-5400000">
              <a:off x="-2039849" y="-2155107"/>
              <a:ext cx="32700" cy="52341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894" name="Google Shape;894;p39"/>
            <p:cNvSpPr/>
            <p:nvPr/>
          </p:nvSpPr>
          <p:spPr>
            <a:xfrm rot="-5400000">
              <a:off x="766725" y="394275"/>
              <a:ext cx="32700" cy="135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lide with 2 columns v3">
  <p:cSld name="DEFAULT_2">
    <p:bg>
      <p:bgPr>
        <a:solidFill>
          <a:schemeClr val="accent1"/>
        </a:solidFill>
        <a:effectLst/>
      </p:bgPr>
    </p:bg>
    <p:spTree>
      <p:nvGrpSpPr>
        <p:cNvPr id="1" name="Shape 895"/>
        <p:cNvGrpSpPr/>
        <p:nvPr/>
      </p:nvGrpSpPr>
      <p:grpSpPr>
        <a:xfrm>
          <a:off x="0" y="0"/>
          <a:ext cx="0" cy="0"/>
          <a:chOff x="0" y="0"/>
          <a:chExt cx="0" cy="0"/>
        </a:xfrm>
      </p:grpSpPr>
      <p:sp>
        <p:nvSpPr>
          <p:cNvPr id="896" name="Google Shape;896;p40"/>
          <p:cNvSpPr txBox="1">
            <a:spLocks noGrp="1"/>
          </p:cNvSpPr>
          <p:nvPr>
            <p:ph type="title"/>
          </p:nvPr>
        </p:nvSpPr>
        <p:spPr>
          <a:xfrm>
            <a:off x="483300" y="346150"/>
            <a:ext cx="8177400" cy="556500"/>
          </a:xfrm>
          <a:prstGeom prst="rect">
            <a:avLst/>
          </a:prstGeom>
        </p:spPr>
        <p:txBody>
          <a:bodyPr spcFirstLastPara="1" wrap="square" lIns="0" tIns="0" rIns="0" bIns="0" anchor="t" anchorCtr="0">
            <a:noAutofit/>
          </a:bodyPr>
          <a:lstStyle>
            <a:lvl1pPr lvl="0">
              <a:spcBef>
                <a:spcPts val="0"/>
              </a:spcBef>
              <a:spcAft>
                <a:spcPts val="0"/>
              </a:spcAft>
              <a:buClr>
                <a:schemeClr val="accent4"/>
              </a:buClr>
              <a:buSzPts val="2000"/>
              <a:buNone/>
              <a:defRPr>
                <a:solidFill>
                  <a:schemeClr val="accent4"/>
                </a:solidFill>
              </a:defRPr>
            </a:lvl1pPr>
            <a:lvl2pPr lvl="1">
              <a:spcBef>
                <a:spcPts val="0"/>
              </a:spcBef>
              <a:spcAft>
                <a:spcPts val="0"/>
              </a:spcAft>
              <a:buSzPts val="3400"/>
              <a:buNone/>
              <a:defRPr sz="3400"/>
            </a:lvl2pPr>
            <a:lvl3pPr lvl="2">
              <a:spcBef>
                <a:spcPts val="0"/>
              </a:spcBef>
              <a:spcAft>
                <a:spcPts val="0"/>
              </a:spcAft>
              <a:buSzPts val="3400"/>
              <a:buNone/>
              <a:defRPr sz="3400"/>
            </a:lvl3pPr>
            <a:lvl4pPr lvl="3">
              <a:spcBef>
                <a:spcPts val="0"/>
              </a:spcBef>
              <a:spcAft>
                <a:spcPts val="0"/>
              </a:spcAft>
              <a:buSzPts val="3400"/>
              <a:buNone/>
              <a:defRPr sz="3400"/>
            </a:lvl4pPr>
            <a:lvl5pPr lvl="4">
              <a:spcBef>
                <a:spcPts val="0"/>
              </a:spcBef>
              <a:spcAft>
                <a:spcPts val="0"/>
              </a:spcAft>
              <a:buSzPts val="3400"/>
              <a:buNone/>
              <a:defRPr sz="3400"/>
            </a:lvl5pPr>
            <a:lvl6pPr lvl="5">
              <a:spcBef>
                <a:spcPts val="0"/>
              </a:spcBef>
              <a:spcAft>
                <a:spcPts val="0"/>
              </a:spcAft>
              <a:buSzPts val="3400"/>
              <a:buNone/>
              <a:defRPr sz="3400"/>
            </a:lvl6pPr>
            <a:lvl7pPr lvl="6">
              <a:spcBef>
                <a:spcPts val="0"/>
              </a:spcBef>
              <a:spcAft>
                <a:spcPts val="0"/>
              </a:spcAft>
              <a:buSzPts val="3400"/>
              <a:buNone/>
              <a:defRPr sz="3400"/>
            </a:lvl7pPr>
            <a:lvl8pPr lvl="7">
              <a:spcBef>
                <a:spcPts val="0"/>
              </a:spcBef>
              <a:spcAft>
                <a:spcPts val="0"/>
              </a:spcAft>
              <a:buSzPts val="3400"/>
              <a:buNone/>
              <a:defRPr sz="3400"/>
            </a:lvl8pPr>
            <a:lvl9pPr lvl="8">
              <a:spcBef>
                <a:spcPts val="0"/>
              </a:spcBef>
              <a:spcAft>
                <a:spcPts val="0"/>
              </a:spcAft>
              <a:buSzPts val="3400"/>
              <a:buNone/>
              <a:defRPr sz="3400"/>
            </a:lvl9pPr>
          </a:lstStyle>
          <a:p>
            <a:endParaRPr/>
          </a:p>
        </p:txBody>
      </p:sp>
      <p:sp>
        <p:nvSpPr>
          <p:cNvPr id="897" name="Google Shape;897;p40"/>
          <p:cNvSpPr txBox="1">
            <a:spLocks noGrp="1"/>
          </p:cNvSpPr>
          <p:nvPr>
            <p:ph type="subTitle" idx="1"/>
          </p:nvPr>
        </p:nvSpPr>
        <p:spPr>
          <a:xfrm>
            <a:off x="483300" y="1252525"/>
            <a:ext cx="3661500" cy="291600"/>
          </a:xfrm>
          <a:prstGeom prst="rect">
            <a:avLst/>
          </a:prstGeom>
        </p:spPr>
        <p:txBody>
          <a:bodyPr spcFirstLastPara="1" wrap="square" lIns="0" tIns="0" rIns="0" bIns="0" anchor="t" anchorCtr="0">
            <a:noAutofit/>
          </a:bodyPr>
          <a:lstStyle>
            <a:lvl1pPr lvl="0">
              <a:spcBef>
                <a:spcPts val="0"/>
              </a:spcBef>
              <a:spcAft>
                <a:spcPts val="0"/>
              </a:spcAft>
              <a:buClr>
                <a:schemeClr val="accent6"/>
              </a:buClr>
              <a:buSzPts val="1400"/>
              <a:buNone/>
              <a:defRPr sz="1400">
                <a:solidFill>
                  <a:schemeClr val="accent6"/>
                </a:solidFill>
              </a:defRPr>
            </a:lvl1pPr>
            <a:lvl2pPr lvl="1">
              <a:spcBef>
                <a:spcPts val="0"/>
              </a:spcBef>
              <a:spcAft>
                <a:spcPts val="0"/>
              </a:spcAft>
              <a:buClr>
                <a:schemeClr val="accent6"/>
              </a:buClr>
              <a:buSzPts val="1100"/>
              <a:buNone/>
              <a:defRPr>
                <a:solidFill>
                  <a:schemeClr val="accent6"/>
                </a:solidFill>
              </a:defRPr>
            </a:lvl2pPr>
            <a:lvl3pPr lvl="2">
              <a:spcBef>
                <a:spcPts val="0"/>
              </a:spcBef>
              <a:spcAft>
                <a:spcPts val="0"/>
              </a:spcAft>
              <a:buClr>
                <a:schemeClr val="accent6"/>
              </a:buClr>
              <a:buSzPts val="1100"/>
              <a:buNone/>
              <a:defRPr>
                <a:solidFill>
                  <a:schemeClr val="accent6"/>
                </a:solidFill>
              </a:defRPr>
            </a:lvl3pPr>
            <a:lvl4pPr lvl="3">
              <a:spcBef>
                <a:spcPts val="0"/>
              </a:spcBef>
              <a:spcAft>
                <a:spcPts val="0"/>
              </a:spcAft>
              <a:buClr>
                <a:schemeClr val="accent6"/>
              </a:buClr>
              <a:buSzPts val="1100"/>
              <a:buNone/>
              <a:defRPr>
                <a:solidFill>
                  <a:schemeClr val="accent6"/>
                </a:solidFill>
              </a:defRPr>
            </a:lvl4pPr>
            <a:lvl5pPr lvl="4">
              <a:spcBef>
                <a:spcPts val="0"/>
              </a:spcBef>
              <a:spcAft>
                <a:spcPts val="0"/>
              </a:spcAft>
              <a:buClr>
                <a:schemeClr val="accent6"/>
              </a:buClr>
              <a:buSzPts val="1100"/>
              <a:buNone/>
              <a:defRPr>
                <a:solidFill>
                  <a:schemeClr val="accent6"/>
                </a:solidFill>
              </a:defRPr>
            </a:lvl5pPr>
            <a:lvl6pPr lvl="5">
              <a:spcBef>
                <a:spcPts val="0"/>
              </a:spcBef>
              <a:spcAft>
                <a:spcPts val="0"/>
              </a:spcAft>
              <a:buClr>
                <a:schemeClr val="accent6"/>
              </a:buClr>
              <a:buSzPts val="1100"/>
              <a:buNone/>
              <a:defRPr>
                <a:solidFill>
                  <a:schemeClr val="accent6"/>
                </a:solidFill>
              </a:defRPr>
            </a:lvl6pPr>
            <a:lvl7pPr lvl="6">
              <a:spcBef>
                <a:spcPts val="0"/>
              </a:spcBef>
              <a:spcAft>
                <a:spcPts val="0"/>
              </a:spcAft>
              <a:buClr>
                <a:schemeClr val="accent6"/>
              </a:buClr>
              <a:buSzPts val="1100"/>
              <a:buNone/>
              <a:defRPr>
                <a:solidFill>
                  <a:schemeClr val="accent6"/>
                </a:solidFill>
              </a:defRPr>
            </a:lvl7pPr>
            <a:lvl8pPr lvl="7">
              <a:spcBef>
                <a:spcPts val="0"/>
              </a:spcBef>
              <a:spcAft>
                <a:spcPts val="0"/>
              </a:spcAft>
              <a:buClr>
                <a:schemeClr val="accent6"/>
              </a:buClr>
              <a:buSzPts val="1100"/>
              <a:buNone/>
              <a:defRPr>
                <a:solidFill>
                  <a:schemeClr val="accent6"/>
                </a:solidFill>
              </a:defRPr>
            </a:lvl8pPr>
            <a:lvl9pPr lvl="8">
              <a:spcBef>
                <a:spcPts val="0"/>
              </a:spcBef>
              <a:spcAft>
                <a:spcPts val="0"/>
              </a:spcAft>
              <a:buClr>
                <a:schemeClr val="accent6"/>
              </a:buClr>
              <a:buSzPts val="1100"/>
              <a:buNone/>
              <a:defRPr>
                <a:solidFill>
                  <a:schemeClr val="accent6"/>
                </a:solidFill>
              </a:defRPr>
            </a:lvl9pPr>
          </a:lstStyle>
          <a:p>
            <a:endParaRPr/>
          </a:p>
        </p:txBody>
      </p:sp>
      <p:sp>
        <p:nvSpPr>
          <p:cNvPr id="898" name="Google Shape;898;p40"/>
          <p:cNvSpPr txBox="1">
            <a:spLocks noGrp="1"/>
          </p:cNvSpPr>
          <p:nvPr>
            <p:ph type="body" idx="2"/>
          </p:nvPr>
        </p:nvSpPr>
        <p:spPr>
          <a:xfrm>
            <a:off x="483300" y="1805525"/>
            <a:ext cx="3661500" cy="2658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899" name="Google Shape;899;p40"/>
          <p:cNvSpPr txBox="1">
            <a:spLocks noGrp="1"/>
          </p:cNvSpPr>
          <p:nvPr>
            <p:ph type="subTitle" idx="3"/>
          </p:nvPr>
        </p:nvSpPr>
        <p:spPr>
          <a:xfrm>
            <a:off x="4999200" y="1252525"/>
            <a:ext cx="3661500" cy="291600"/>
          </a:xfrm>
          <a:prstGeom prst="rect">
            <a:avLst/>
          </a:prstGeom>
        </p:spPr>
        <p:txBody>
          <a:bodyPr spcFirstLastPara="1" wrap="square" lIns="0" tIns="0" rIns="0" bIns="0" anchor="t" anchorCtr="0">
            <a:noAutofit/>
          </a:bodyPr>
          <a:lstStyle>
            <a:lvl1pPr lvl="0">
              <a:spcBef>
                <a:spcPts val="0"/>
              </a:spcBef>
              <a:spcAft>
                <a:spcPts val="0"/>
              </a:spcAft>
              <a:buClr>
                <a:schemeClr val="accent6"/>
              </a:buClr>
              <a:buSzPts val="1400"/>
              <a:buNone/>
              <a:defRPr sz="1400">
                <a:solidFill>
                  <a:schemeClr val="accent6"/>
                </a:solidFill>
              </a:defRPr>
            </a:lvl1pPr>
            <a:lvl2pPr lvl="1">
              <a:spcBef>
                <a:spcPts val="0"/>
              </a:spcBef>
              <a:spcAft>
                <a:spcPts val="0"/>
              </a:spcAft>
              <a:buClr>
                <a:schemeClr val="accent6"/>
              </a:buClr>
              <a:buSzPts val="1100"/>
              <a:buNone/>
              <a:defRPr>
                <a:solidFill>
                  <a:schemeClr val="accent6"/>
                </a:solidFill>
              </a:defRPr>
            </a:lvl2pPr>
            <a:lvl3pPr lvl="2">
              <a:spcBef>
                <a:spcPts val="0"/>
              </a:spcBef>
              <a:spcAft>
                <a:spcPts val="0"/>
              </a:spcAft>
              <a:buClr>
                <a:schemeClr val="accent6"/>
              </a:buClr>
              <a:buSzPts val="1100"/>
              <a:buNone/>
              <a:defRPr>
                <a:solidFill>
                  <a:schemeClr val="accent6"/>
                </a:solidFill>
              </a:defRPr>
            </a:lvl3pPr>
            <a:lvl4pPr lvl="3">
              <a:spcBef>
                <a:spcPts val="0"/>
              </a:spcBef>
              <a:spcAft>
                <a:spcPts val="0"/>
              </a:spcAft>
              <a:buClr>
                <a:schemeClr val="accent6"/>
              </a:buClr>
              <a:buSzPts val="1100"/>
              <a:buNone/>
              <a:defRPr>
                <a:solidFill>
                  <a:schemeClr val="accent6"/>
                </a:solidFill>
              </a:defRPr>
            </a:lvl4pPr>
            <a:lvl5pPr lvl="4">
              <a:spcBef>
                <a:spcPts val="0"/>
              </a:spcBef>
              <a:spcAft>
                <a:spcPts val="0"/>
              </a:spcAft>
              <a:buClr>
                <a:schemeClr val="accent6"/>
              </a:buClr>
              <a:buSzPts val="1100"/>
              <a:buNone/>
              <a:defRPr>
                <a:solidFill>
                  <a:schemeClr val="accent6"/>
                </a:solidFill>
              </a:defRPr>
            </a:lvl5pPr>
            <a:lvl6pPr lvl="5">
              <a:spcBef>
                <a:spcPts val="0"/>
              </a:spcBef>
              <a:spcAft>
                <a:spcPts val="0"/>
              </a:spcAft>
              <a:buClr>
                <a:schemeClr val="accent6"/>
              </a:buClr>
              <a:buSzPts val="1100"/>
              <a:buNone/>
              <a:defRPr>
                <a:solidFill>
                  <a:schemeClr val="accent6"/>
                </a:solidFill>
              </a:defRPr>
            </a:lvl6pPr>
            <a:lvl7pPr lvl="6">
              <a:spcBef>
                <a:spcPts val="0"/>
              </a:spcBef>
              <a:spcAft>
                <a:spcPts val="0"/>
              </a:spcAft>
              <a:buClr>
                <a:schemeClr val="accent6"/>
              </a:buClr>
              <a:buSzPts val="1100"/>
              <a:buNone/>
              <a:defRPr>
                <a:solidFill>
                  <a:schemeClr val="accent6"/>
                </a:solidFill>
              </a:defRPr>
            </a:lvl7pPr>
            <a:lvl8pPr lvl="7">
              <a:spcBef>
                <a:spcPts val="0"/>
              </a:spcBef>
              <a:spcAft>
                <a:spcPts val="0"/>
              </a:spcAft>
              <a:buClr>
                <a:schemeClr val="accent6"/>
              </a:buClr>
              <a:buSzPts val="1100"/>
              <a:buNone/>
              <a:defRPr>
                <a:solidFill>
                  <a:schemeClr val="accent6"/>
                </a:solidFill>
              </a:defRPr>
            </a:lvl8pPr>
            <a:lvl9pPr lvl="8">
              <a:spcBef>
                <a:spcPts val="0"/>
              </a:spcBef>
              <a:spcAft>
                <a:spcPts val="0"/>
              </a:spcAft>
              <a:buClr>
                <a:schemeClr val="accent6"/>
              </a:buClr>
              <a:buSzPts val="1100"/>
              <a:buNone/>
              <a:defRPr>
                <a:solidFill>
                  <a:schemeClr val="accent6"/>
                </a:solidFill>
              </a:defRPr>
            </a:lvl9pPr>
          </a:lstStyle>
          <a:p>
            <a:endParaRPr/>
          </a:p>
        </p:txBody>
      </p:sp>
      <p:sp>
        <p:nvSpPr>
          <p:cNvPr id="900" name="Google Shape;900;p40"/>
          <p:cNvSpPr txBox="1">
            <a:spLocks noGrp="1"/>
          </p:cNvSpPr>
          <p:nvPr>
            <p:ph type="body" idx="4"/>
          </p:nvPr>
        </p:nvSpPr>
        <p:spPr>
          <a:xfrm>
            <a:off x="4999200" y="1805525"/>
            <a:ext cx="3661500" cy="2658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901" name="Google Shape;901;p40"/>
          <p:cNvSpPr/>
          <p:nvPr/>
        </p:nvSpPr>
        <p:spPr>
          <a:xfrm>
            <a:off x="-60650" y="5022275"/>
            <a:ext cx="3819000" cy="1683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02" name="Google Shape;902;p40"/>
          <p:cNvSpPr/>
          <p:nvPr/>
        </p:nvSpPr>
        <p:spPr>
          <a:xfrm>
            <a:off x="-60650" y="2057225"/>
            <a:ext cx="177000" cy="30471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03" name="Google Shape;903;p40"/>
          <p:cNvSpPr/>
          <p:nvPr/>
        </p:nvSpPr>
        <p:spPr>
          <a:xfrm rot="10800000">
            <a:off x="8650175" y="-86625"/>
            <a:ext cx="1486200" cy="6804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04" name="Google Shape;904;p40"/>
          <p:cNvSpPr/>
          <p:nvPr/>
        </p:nvSpPr>
        <p:spPr>
          <a:xfrm flipH="1">
            <a:off x="8165975" y="58299"/>
            <a:ext cx="1132200" cy="1132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lide with 3 columns-v2">
  <p:cSld name="DEFAULT_2_1">
    <p:bg>
      <p:bgPr>
        <a:solidFill>
          <a:schemeClr val="accent1"/>
        </a:solidFill>
        <a:effectLst/>
      </p:bgPr>
    </p:bg>
    <p:spTree>
      <p:nvGrpSpPr>
        <p:cNvPr id="1" name="Shape 905"/>
        <p:cNvGrpSpPr/>
        <p:nvPr/>
      </p:nvGrpSpPr>
      <p:grpSpPr>
        <a:xfrm>
          <a:off x="0" y="0"/>
          <a:ext cx="0" cy="0"/>
          <a:chOff x="0" y="0"/>
          <a:chExt cx="0" cy="0"/>
        </a:xfrm>
      </p:grpSpPr>
      <p:sp>
        <p:nvSpPr>
          <p:cNvPr id="906" name="Google Shape;906;p41"/>
          <p:cNvSpPr txBox="1">
            <a:spLocks noGrp="1"/>
          </p:cNvSpPr>
          <p:nvPr>
            <p:ph type="title"/>
          </p:nvPr>
        </p:nvSpPr>
        <p:spPr>
          <a:xfrm>
            <a:off x="483300" y="346150"/>
            <a:ext cx="8177400" cy="556500"/>
          </a:xfrm>
          <a:prstGeom prst="rect">
            <a:avLst/>
          </a:prstGeom>
        </p:spPr>
        <p:txBody>
          <a:bodyPr spcFirstLastPara="1" wrap="square" lIns="0" tIns="0" rIns="0" bIns="0" anchor="t" anchorCtr="0">
            <a:noAutofit/>
          </a:bodyPr>
          <a:lstStyle>
            <a:lvl1pPr lvl="0">
              <a:spcBef>
                <a:spcPts val="0"/>
              </a:spcBef>
              <a:spcAft>
                <a:spcPts val="0"/>
              </a:spcAft>
              <a:buClr>
                <a:schemeClr val="accent4"/>
              </a:buClr>
              <a:buSzPts val="2000"/>
              <a:buNone/>
              <a:defRPr>
                <a:solidFill>
                  <a:schemeClr val="accent4"/>
                </a:solidFill>
              </a:defRPr>
            </a:lvl1pPr>
            <a:lvl2pPr lvl="1">
              <a:spcBef>
                <a:spcPts val="0"/>
              </a:spcBef>
              <a:spcAft>
                <a:spcPts val="0"/>
              </a:spcAft>
              <a:buSzPts val="3400"/>
              <a:buNone/>
              <a:defRPr sz="3400"/>
            </a:lvl2pPr>
            <a:lvl3pPr lvl="2">
              <a:spcBef>
                <a:spcPts val="0"/>
              </a:spcBef>
              <a:spcAft>
                <a:spcPts val="0"/>
              </a:spcAft>
              <a:buSzPts val="3400"/>
              <a:buNone/>
              <a:defRPr sz="3400"/>
            </a:lvl3pPr>
            <a:lvl4pPr lvl="3">
              <a:spcBef>
                <a:spcPts val="0"/>
              </a:spcBef>
              <a:spcAft>
                <a:spcPts val="0"/>
              </a:spcAft>
              <a:buSzPts val="3400"/>
              <a:buNone/>
              <a:defRPr sz="3400"/>
            </a:lvl4pPr>
            <a:lvl5pPr lvl="4">
              <a:spcBef>
                <a:spcPts val="0"/>
              </a:spcBef>
              <a:spcAft>
                <a:spcPts val="0"/>
              </a:spcAft>
              <a:buSzPts val="3400"/>
              <a:buNone/>
              <a:defRPr sz="3400"/>
            </a:lvl5pPr>
            <a:lvl6pPr lvl="5">
              <a:spcBef>
                <a:spcPts val="0"/>
              </a:spcBef>
              <a:spcAft>
                <a:spcPts val="0"/>
              </a:spcAft>
              <a:buSzPts val="3400"/>
              <a:buNone/>
              <a:defRPr sz="3400"/>
            </a:lvl6pPr>
            <a:lvl7pPr lvl="6">
              <a:spcBef>
                <a:spcPts val="0"/>
              </a:spcBef>
              <a:spcAft>
                <a:spcPts val="0"/>
              </a:spcAft>
              <a:buSzPts val="3400"/>
              <a:buNone/>
              <a:defRPr sz="3400"/>
            </a:lvl7pPr>
            <a:lvl8pPr lvl="7">
              <a:spcBef>
                <a:spcPts val="0"/>
              </a:spcBef>
              <a:spcAft>
                <a:spcPts val="0"/>
              </a:spcAft>
              <a:buSzPts val="3400"/>
              <a:buNone/>
              <a:defRPr sz="3400"/>
            </a:lvl8pPr>
            <a:lvl9pPr lvl="8">
              <a:spcBef>
                <a:spcPts val="0"/>
              </a:spcBef>
              <a:spcAft>
                <a:spcPts val="0"/>
              </a:spcAft>
              <a:buSzPts val="3400"/>
              <a:buNone/>
              <a:defRPr sz="3400"/>
            </a:lvl9pPr>
          </a:lstStyle>
          <a:p>
            <a:endParaRPr/>
          </a:p>
        </p:txBody>
      </p:sp>
      <p:sp>
        <p:nvSpPr>
          <p:cNvPr id="907" name="Google Shape;907;p41"/>
          <p:cNvSpPr txBox="1">
            <a:spLocks noGrp="1"/>
          </p:cNvSpPr>
          <p:nvPr>
            <p:ph type="subTitle" idx="1"/>
          </p:nvPr>
        </p:nvSpPr>
        <p:spPr>
          <a:xfrm>
            <a:off x="483300" y="1252525"/>
            <a:ext cx="2597700" cy="2916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400"/>
              <a:buNone/>
              <a:defRPr sz="1400">
                <a:solidFill>
                  <a:schemeClr val="accent2"/>
                </a:solidFill>
              </a:defRPr>
            </a:lvl1pPr>
            <a:lvl2pPr lvl="1">
              <a:spcBef>
                <a:spcPts val="0"/>
              </a:spcBef>
              <a:spcAft>
                <a:spcPts val="0"/>
              </a:spcAft>
              <a:buClr>
                <a:schemeClr val="accent2"/>
              </a:buClr>
              <a:buSzPts val="1100"/>
              <a:buNone/>
              <a:defRPr>
                <a:solidFill>
                  <a:schemeClr val="accent2"/>
                </a:solidFill>
              </a:defRPr>
            </a:lvl2pPr>
            <a:lvl3pPr lvl="2">
              <a:spcBef>
                <a:spcPts val="0"/>
              </a:spcBef>
              <a:spcAft>
                <a:spcPts val="0"/>
              </a:spcAft>
              <a:buClr>
                <a:schemeClr val="accent2"/>
              </a:buClr>
              <a:buSzPts val="1100"/>
              <a:buNone/>
              <a:defRPr>
                <a:solidFill>
                  <a:schemeClr val="accent2"/>
                </a:solidFill>
              </a:defRPr>
            </a:lvl3pPr>
            <a:lvl4pPr lvl="3">
              <a:spcBef>
                <a:spcPts val="0"/>
              </a:spcBef>
              <a:spcAft>
                <a:spcPts val="0"/>
              </a:spcAft>
              <a:buClr>
                <a:schemeClr val="accent2"/>
              </a:buClr>
              <a:buSzPts val="1100"/>
              <a:buNone/>
              <a:defRPr>
                <a:solidFill>
                  <a:schemeClr val="accent2"/>
                </a:solidFill>
              </a:defRPr>
            </a:lvl4pPr>
            <a:lvl5pPr lvl="4">
              <a:spcBef>
                <a:spcPts val="0"/>
              </a:spcBef>
              <a:spcAft>
                <a:spcPts val="0"/>
              </a:spcAft>
              <a:buClr>
                <a:schemeClr val="accent2"/>
              </a:buClr>
              <a:buSzPts val="1100"/>
              <a:buNone/>
              <a:defRPr>
                <a:solidFill>
                  <a:schemeClr val="accent2"/>
                </a:solidFill>
              </a:defRPr>
            </a:lvl5pPr>
            <a:lvl6pPr lvl="5">
              <a:spcBef>
                <a:spcPts val="0"/>
              </a:spcBef>
              <a:spcAft>
                <a:spcPts val="0"/>
              </a:spcAft>
              <a:buClr>
                <a:schemeClr val="accent2"/>
              </a:buClr>
              <a:buSzPts val="1100"/>
              <a:buNone/>
              <a:defRPr>
                <a:solidFill>
                  <a:schemeClr val="accent2"/>
                </a:solidFill>
              </a:defRPr>
            </a:lvl6pPr>
            <a:lvl7pPr lvl="6">
              <a:spcBef>
                <a:spcPts val="0"/>
              </a:spcBef>
              <a:spcAft>
                <a:spcPts val="0"/>
              </a:spcAft>
              <a:buClr>
                <a:schemeClr val="accent2"/>
              </a:buClr>
              <a:buSzPts val="1100"/>
              <a:buNone/>
              <a:defRPr>
                <a:solidFill>
                  <a:schemeClr val="accent2"/>
                </a:solidFill>
              </a:defRPr>
            </a:lvl7pPr>
            <a:lvl8pPr lvl="7">
              <a:spcBef>
                <a:spcPts val="0"/>
              </a:spcBef>
              <a:spcAft>
                <a:spcPts val="0"/>
              </a:spcAft>
              <a:buClr>
                <a:schemeClr val="accent2"/>
              </a:buClr>
              <a:buSzPts val="1100"/>
              <a:buNone/>
              <a:defRPr>
                <a:solidFill>
                  <a:schemeClr val="accent2"/>
                </a:solidFill>
              </a:defRPr>
            </a:lvl8pPr>
            <a:lvl9pPr lvl="8">
              <a:spcBef>
                <a:spcPts val="0"/>
              </a:spcBef>
              <a:spcAft>
                <a:spcPts val="0"/>
              </a:spcAft>
              <a:buClr>
                <a:schemeClr val="accent2"/>
              </a:buClr>
              <a:buSzPts val="1100"/>
              <a:buNone/>
              <a:defRPr>
                <a:solidFill>
                  <a:schemeClr val="accent2"/>
                </a:solidFill>
              </a:defRPr>
            </a:lvl9pPr>
          </a:lstStyle>
          <a:p>
            <a:endParaRPr/>
          </a:p>
        </p:txBody>
      </p:sp>
      <p:sp>
        <p:nvSpPr>
          <p:cNvPr id="908" name="Google Shape;908;p41"/>
          <p:cNvSpPr txBox="1">
            <a:spLocks noGrp="1"/>
          </p:cNvSpPr>
          <p:nvPr>
            <p:ph type="body" idx="2"/>
          </p:nvPr>
        </p:nvSpPr>
        <p:spPr>
          <a:xfrm>
            <a:off x="483300" y="1805525"/>
            <a:ext cx="2597700" cy="2658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909" name="Google Shape;909;p41"/>
          <p:cNvSpPr/>
          <p:nvPr/>
        </p:nvSpPr>
        <p:spPr>
          <a:xfrm>
            <a:off x="-60650" y="5022275"/>
            <a:ext cx="3819000" cy="168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10" name="Google Shape;910;p41"/>
          <p:cNvSpPr/>
          <p:nvPr/>
        </p:nvSpPr>
        <p:spPr>
          <a:xfrm>
            <a:off x="-60650" y="2057225"/>
            <a:ext cx="177000" cy="30471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11" name="Google Shape;911;p41"/>
          <p:cNvSpPr/>
          <p:nvPr/>
        </p:nvSpPr>
        <p:spPr>
          <a:xfrm rot="10800000">
            <a:off x="8650175" y="-86625"/>
            <a:ext cx="1486200" cy="6804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12" name="Google Shape;912;p41"/>
          <p:cNvSpPr/>
          <p:nvPr/>
        </p:nvSpPr>
        <p:spPr>
          <a:xfrm flipH="1">
            <a:off x="8165975" y="58299"/>
            <a:ext cx="1132200" cy="1132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13" name="Google Shape;913;p41"/>
          <p:cNvSpPr txBox="1">
            <a:spLocks noGrp="1"/>
          </p:cNvSpPr>
          <p:nvPr>
            <p:ph type="subTitle" idx="3"/>
          </p:nvPr>
        </p:nvSpPr>
        <p:spPr>
          <a:xfrm>
            <a:off x="6110500" y="1252525"/>
            <a:ext cx="2597700" cy="2916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400"/>
              <a:buNone/>
              <a:defRPr sz="1400">
                <a:solidFill>
                  <a:schemeClr val="accent2"/>
                </a:solidFill>
              </a:defRPr>
            </a:lvl1pPr>
            <a:lvl2pPr lvl="1">
              <a:spcBef>
                <a:spcPts val="0"/>
              </a:spcBef>
              <a:spcAft>
                <a:spcPts val="0"/>
              </a:spcAft>
              <a:buClr>
                <a:schemeClr val="accent2"/>
              </a:buClr>
              <a:buSzPts val="1100"/>
              <a:buNone/>
              <a:defRPr>
                <a:solidFill>
                  <a:schemeClr val="accent2"/>
                </a:solidFill>
              </a:defRPr>
            </a:lvl2pPr>
            <a:lvl3pPr lvl="2">
              <a:spcBef>
                <a:spcPts val="0"/>
              </a:spcBef>
              <a:spcAft>
                <a:spcPts val="0"/>
              </a:spcAft>
              <a:buClr>
                <a:schemeClr val="accent2"/>
              </a:buClr>
              <a:buSzPts val="1100"/>
              <a:buNone/>
              <a:defRPr>
                <a:solidFill>
                  <a:schemeClr val="accent2"/>
                </a:solidFill>
              </a:defRPr>
            </a:lvl3pPr>
            <a:lvl4pPr lvl="3">
              <a:spcBef>
                <a:spcPts val="0"/>
              </a:spcBef>
              <a:spcAft>
                <a:spcPts val="0"/>
              </a:spcAft>
              <a:buClr>
                <a:schemeClr val="accent2"/>
              </a:buClr>
              <a:buSzPts val="1100"/>
              <a:buNone/>
              <a:defRPr>
                <a:solidFill>
                  <a:schemeClr val="accent2"/>
                </a:solidFill>
              </a:defRPr>
            </a:lvl4pPr>
            <a:lvl5pPr lvl="4">
              <a:spcBef>
                <a:spcPts val="0"/>
              </a:spcBef>
              <a:spcAft>
                <a:spcPts val="0"/>
              </a:spcAft>
              <a:buClr>
                <a:schemeClr val="accent2"/>
              </a:buClr>
              <a:buSzPts val="1100"/>
              <a:buNone/>
              <a:defRPr>
                <a:solidFill>
                  <a:schemeClr val="accent2"/>
                </a:solidFill>
              </a:defRPr>
            </a:lvl5pPr>
            <a:lvl6pPr lvl="5">
              <a:spcBef>
                <a:spcPts val="0"/>
              </a:spcBef>
              <a:spcAft>
                <a:spcPts val="0"/>
              </a:spcAft>
              <a:buClr>
                <a:schemeClr val="accent2"/>
              </a:buClr>
              <a:buSzPts val="1100"/>
              <a:buNone/>
              <a:defRPr>
                <a:solidFill>
                  <a:schemeClr val="accent2"/>
                </a:solidFill>
              </a:defRPr>
            </a:lvl6pPr>
            <a:lvl7pPr lvl="6">
              <a:spcBef>
                <a:spcPts val="0"/>
              </a:spcBef>
              <a:spcAft>
                <a:spcPts val="0"/>
              </a:spcAft>
              <a:buClr>
                <a:schemeClr val="accent2"/>
              </a:buClr>
              <a:buSzPts val="1100"/>
              <a:buNone/>
              <a:defRPr>
                <a:solidFill>
                  <a:schemeClr val="accent2"/>
                </a:solidFill>
              </a:defRPr>
            </a:lvl7pPr>
            <a:lvl8pPr lvl="7">
              <a:spcBef>
                <a:spcPts val="0"/>
              </a:spcBef>
              <a:spcAft>
                <a:spcPts val="0"/>
              </a:spcAft>
              <a:buClr>
                <a:schemeClr val="accent2"/>
              </a:buClr>
              <a:buSzPts val="1100"/>
              <a:buNone/>
              <a:defRPr>
                <a:solidFill>
                  <a:schemeClr val="accent2"/>
                </a:solidFill>
              </a:defRPr>
            </a:lvl8pPr>
            <a:lvl9pPr lvl="8">
              <a:spcBef>
                <a:spcPts val="0"/>
              </a:spcBef>
              <a:spcAft>
                <a:spcPts val="0"/>
              </a:spcAft>
              <a:buClr>
                <a:schemeClr val="accent2"/>
              </a:buClr>
              <a:buSzPts val="1100"/>
              <a:buNone/>
              <a:defRPr>
                <a:solidFill>
                  <a:schemeClr val="accent2"/>
                </a:solidFill>
              </a:defRPr>
            </a:lvl9pPr>
          </a:lstStyle>
          <a:p>
            <a:endParaRPr/>
          </a:p>
        </p:txBody>
      </p:sp>
      <p:sp>
        <p:nvSpPr>
          <p:cNvPr id="914" name="Google Shape;914;p41"/>
          <p:cNvSpPr txBox="1">
            <a:spLocks noGrp="1"/>
          </p:cNvSpPr>
          <p:nvPr>
            <p:ph type="body" idx="4"/>
          </p:nvPr>
        </p:nvSpPr>
        <p:spPr>
          <a:xfrm>
            <a:off x="6110500" y="1805525"/>
            <a:ext cx="2597700" cy="2658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915" name="Google Shape;915;p41"/>
          <p:cNvSpPr txBox="1">
            <a:spLocks noGrp="1"/>
          </p:cNvSpPr>
          <p:nvPr>
            <p:ph type="subTitle" idx="5"/>
          </p:nvPr>
        </p:nvSpPr>
        <p:spPr>
          <a:xfrm>
            <a:off x="3186875" y="1252525"/>
            <a:ext cx="2597700" cy="2916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400"/>
              <a:buNone/>
              <a:defRPr sz="1400">
                <a:solidFill>
                  <a:schemeClr val="accent2"/>
                </a:solidFill>
              </a:defRPr>
            </a:lvl1pPr>
            <a:lvl2pPr lvl="1">
              <a:spcBef>
                <a:spcPts val="0"/>
              </a:spcBef>
              <a:spcAft>
                <a:spcPts val="0"/>
              </a:spcAft>
              <a:buClr>
                <a:schemeClr val="accent2"/>
              </a:buClr>
              <a:buSzPts val="1100"/>
              <a:buNone/>
              <a:defRPr>
                <a:solidFill>
                  <a:schemeClr val="accent2"/>
                </a:solidFill>
              </a:defRPr>
            </a:lvl2pPr>
            <a:lvl3pPr lvl="2">
              <a:spcBef>
                <a:spcPts val="0"/>
              </a:spcBef>
              <a:spcAft>
                <a:spcPts val="0"/>
              </a:spcAft>
              <a:buClr>
                <a:schemeClr val="accent2"/>
              </a:buClr>
              <a:buSzPts val="1100"/>
              <a:buNone/>
              <a:defRPr>
                <a:solidFill>
                  <a:schemeClr val="accent2"/>
                </a:solidFill>
              </a:defRPr>
            </a:lvl3pPr>
            <a:lvl4pPr lvl="3">
              <a:spcBef>
                <a:spcPts val="0"/>
              </a:spcBef>
              <a:spcAft>
                <a:spcPts val="0"/>
              </a:spcAft>
              <a:buClr>
                <a:schemeClr val="accent2"/>
              </a:buClr>
              <a:buSzPts val="1100"/>
              <a:buNone/>
              <a:defRPr>
                <a:solidFill>
                  <a:schemeClr val="accent2"/>
                </a:solidFill>
              </a:defRPr>
            </a:lvl4pPr>
            <a:lvl5pPr lvl="4">
              <a:spcBef>
                <a:spcPts val="0"/>
              </a:spcBef>
              <a:spcAft>
                <a:spcPts val="0"/>
              </a:spcAft>
              <a:buClr>
                <a:schemeClr val="accent2"/>
              </a:buClr>
              <a:buSzPts val="1100"/>
              <a:buNone/>
              <a:defRPr>
                <a:solidFill>
                  <a:schemeClr val="accent2"/>
                </a:solidFill>
              </a:defRPr>
            </a:lvl5pPr>
            <a:lvl6pPr lvl="5">
              <a:spcBef>
                <a:spcPts val="0"/>
              </a:spcBef>
              <a:spcAft>
                <a:spcPts val="0"/>
              </a:spcAft>
              <a:buClr>
                <a:schemeClr val="accent2"/>
              </a:buClr>
              <a:buSzPts val="1100"/>
              <a:buNone/>
              <a:defRPr>
                <a:solidFill>
                  <a:schemeClr val="accent2"/>
                </a:solidFill>
              </a:defRPr>
            </a:lvl6pPr>
            <a:lvl7pPr lvl="6">
              <a:spcBef>
                <a:spcPts val="0"/>
              </a:spcBef>
              <a:spcAft>
                <a:spcPts val="0"/>
              </a:spcAft>
              <a:buClr>
                <a:schemeClr val="accent2"/>
              </a:buClr>
              <a:buSzPts val="1100"/>
              <a:buNone/>
              <a:defRPr>
                <a:solidFill>
                  <a:schemeClr val="accent2"/>
                </a:solidFill>
              </a:defRPr>
            </a:lvl7pPr>
            <a:lvl8pPr lvl="7">
              <a:spcBef>
                <a:spcPts val="0"/>
              </a:spcBef>
              <a:spcAft>
                <a:spcPts val="0"/>
              </a:spcAft>
              <a:buClr>
                <a:schemeClr val="accent2"/>
              </a:buClr>
              <a:buSzPts val="1100"/>
              <a:buNone/>
              <a:defRPr>
                <a:solidFill>
                  <a:schemeClr val="accent2"/>
                </a:solidFill>
              </a:defRPr>
            </a:lvl8pPr>
            <a:lvl9pPr lvl="8">
              <a:spcBef>
                <a:spcPts val="0"/>
              </a:spcBef>
              <a:spcAft>
                <a:spcPts val="0"/>
              </a:spcAft>
              <a:buClr>
                <a:schemeClr val="accent2"/>
              </a:buClr>
              <a:buSzPts val="1100"/>
              <a:buNone/>
              <a:defRPr>
                <a:solidFill>
                  <a:schemeClr val="accent2"/>
                </a:solidFill>
              </a:defRPr>
            </a:lvl9pPr>
          </a:lstStyle>
          <a:p>
            <a:endParaRPr/>
          </a:p>
        </p:txBody>
      </p:sp>
      <p:sp>
        <p:nvSpPr>
          <p:cNvPr id="916" name="Google Shape;916;p41"/>
          <p:cNvSpPr txBox="1">
            <a:spLocks noGrp="1"/>
          </p:cNvSpPr>
          <p:nvPr>
            <p:ph type="body" idx="6"/>
          </p:nvPr>
        </p:nvSpPr>
        <p:spPr>
          <a:xfrm>
            <a:off x="3186875" y="1805525"/>
            <a:ext cx="2597700" cy="2658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lide with 2 columns v2">
  <p:cSld name="DEFAULT_1">
    <p:bg>
      <p:bgPr>
        <a:solidFill>
          <a:schemeClr val="accent1"/>
        </a:solidFill>
        <a:effectLst/>
      </p:bgPr>
    </p:bg>
    <p:spTree>
      <p:nvGrpSpPr>
        <p:cNvPr id="1" name="Shape 917"/>
        <p:cNvGrpSpPr/>
        <p:nvPr/>
      </p:nvGrpSpPr>
      <p:grpSpPr>
        <a:xfrm>
          <a:off x="0" y="0"/>
          <a:ext cx="0" cy="0"/>
          <a:chOff x="0" y="0"/>
          <a:chExt cx="0" cy="0"/>
        </a:xfrm>
      </p:grpSpPr>
      <p:sp>
        <p:nvSpPr>
          <p:cNvPr id="918" name="Google Shape;918;p42"/>
          <p:cNvSpPr/>
          <p:nvPr/>
        </p:nvSpPr>
        <p:spPr>
          <a:xfrm>
            <a:off x="8572475" y="-3575"/>
            <a:ext cx="652800" cy="51435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19" name="Google Shape;919;p42"/>
          <p:cNvSpPr txBox="1">
            <a:spLocks noGrp="1"/>
          </p:cNvSpPr>
          <p:nvPr>
            <p:ph type="title"/>
          </p:nvPr>
        </p:nvSpPr>
        <p:spPr>
          <a:xfrm>
            <a:off x="483300" y="346150"/>
            <a:ext cx="8177400" cy="556500"/>
          </a:xfrm>
          <a:prstGeom prst="rect">
            <a:avLst/>
          </a:prstGeom>
        </p:spPr>
        <p:txBody>
          <a:bodyPr spcFirstLastPara="1" wrap="square" lIns="0" tIns="0" rIns="0" bIns="0" anchor="t" anchorCtr="0">
            <a:noAutofit/>
          </a:bodyPr>
          <a:lstStyle>
            <a:lvl1pPr lvl="0">
              <a:spcBef>
                <a:spcPts val="0"/>
              </a:spcBef>
              <a:spcAft>
                <a:spcPts val="0"/>
              </a:spcAft>
              <a:buClr>
                <a:schemeClr val="accent4"/>
              </a:buClr>
              <a:buSzPts val="2000"/>
              <a:buNone/>
              <a:defRPr>
                <a:solidFill>
                  <a:schemeClr val="accent4"/>
                </a:solidFill>
              </a:defRPr>
            </a:lvl1pPr>
            <a:lvl2pPr lvl="1">
              <a:spcBef>
                <a:spcPts val="0"/>
              </a:spcBef>
              <a:spcAft>
                <a:spcPts val="0"/>
              </a:spcAft>
              <a:buSzPts val="3400"/>
              <a:buNone/>
              <a:defRPr sz="3400"/>
            </a:lvl2pPr>
            <a:lvl3pPr lvl="2">
              <a:spcBef>
                <a:spcPts val="0"/>
              </a:spcBef>
              <a:spcAft>
                <a:spcPts val="0"/>
              </a:spcAft>
              <a:buSzPts val="3400"/>
              <a:buNone/>
              <a:defRPr sz="3400"/>
            </a:lvl3pPr>
            <a:lvl4pPr lvl="3">
              <a:spcBef>
                <a:spcPts val="0"/>
              </a:spcBef>
              <a:spcAft>
                <a:spcPts val="0"/>
              </a:spcAft>
              <a:buSzPts val="3400"/>
              <a:buNone/>
              <a:defRPr sz="3400"/>
            </a:lvl4pPr>
            <a:lvl5pPr lvl="4">
              <a:spcBef>
                <a:spcPts val="0"/>
              </a:spcBef>
              <a:spcAft>
                <a:spcPts val="0"/>
              </a:spcAft>
              <a:buSzPts val="3400"/>
              <a:buNone/>
              <a:defRPr sz="3400"/>
            </a:lvl5pPr>
            <a:lvl6pPr lvl="5">
              <a:spcBef>
                <a:spcPts val="0"/>
              </a:spcBef>
              <a:spcAft>
                <a:spcPts val="0"/>
              </a:spcAft>
              <a:buSzPts val="3400"/>
              <a:buNone/>
              <a:defRPr sz="3400"/>
            </a:lvl6pPr>
            <a:lvl7pPr lvl="6">
              <a:spcBef>
                <a:spcPts val="0"/>
              </a:spcBef>
              <a:spcAft>
                <a:spcPts val="0"/>
              </a:spcAft>
              <a:buSzPts val="3400"/>
              <a:buNone/>
              <a:defRPr sz="3400"/>
            </a:lvl7pPr>
            <a:lvl8pPr lvl="7">
              <a:spcBef>
                <a:spcPts val="0"/>
              </a:spcBef>
              <a:spcAft>
                <a:spcPts val="0"/>
              </a:spcAft>
              <a:buSzPts val="3400"/>
              <a:buNone/>
              <a:defRPr sz="3400"/>
            </a:lvl8pPr>
            <a:lvl9pPr lvl="8">
              <a:spcBef>
                <a:spcPts val="0"/>
              </a:spcBef>
              <a:spcAft>
                <a:spcPts val="0"/>
              </a:spcAft>
              <a:buSzPts val="3400"/>
              <a:buNone/>
              <a:defRPr sz="3400"/>
            </a:lvl9pPr>
          </a:lstStyle>
          <a:p>
            <a:endParaRPr/>
          </a:p>
        </p:txBody>
      </p:sp>
      <p:sp>
        <p:nvSpPr>
          <p:cNvPr id="920" name="Google Shape;920;p42"/>
          <p:cNvSpPr txBox="1">
            <a:spLocks noGrp="1"/>
          </p:cNvSpPr>
          <p:nvPr>
            <p:ph type="subTitle" idx="1"/>
          </p:nvPr>
        </p:nvSpPr>
        <p:spPr>
          <a:xfrm>
            <a:off x="483300" y="1328725"/>
            <a:ext cx="2897400" cy="291600"/>
          </a:xfrm>
          <a:prstGeom prst="rect">
            <a:avLst/>
          </a:prstGeom>
        </p:spPr>
        <p:txBody>
          <a:bodyPr spcFirstLastPara="1" wrap="square" lIns="0" tIns="0" rIns="0" bIns="0" anchor="t" anchorCtr="0">
            <a:noAutofit/>
          </a:bodyPr>
          <a:lstStyle>
            <a:lvl1pPr lvl="0">
              <a:spcBef>
                <a:spcPts val="0"/>
              </a:spcBef>
              <a:spcAft>
                <a:spcPts val="0"/>
              </a:spcAft>
              <a:buClr>
                <a:schemeClr val="accent6"/>
              </a:buClr>
              <a:buSzPts val="1400"/>
              <a:buNone/>
              <a:defRPr sz="1400">
                <a:solidFill>
                  <a:schemeClr val="accent6"/>
                </a:solidFill>
              </a:defRPr>
            </a:lvl1pPr>
            <a:lvl2pPr lvl="1">
              <a:spcBef>
                <a:spcPts val="0"/>
              </a:spcBef>
              <a:spcAft>
                <a:spcPts val="0"/>
              </a:spcAft>
              <a:buClr>
                <a:schemeClr val="accent6"/>
              </a:buClr>
              <a:buSzPts val="1100"/>
              <a:buNone/>
              <a:defRPr>
                <a:solidFill>
                  <a:schemeClr val="accent6"/>
                </a:solidFill>
              </a:defRPr>
            </a:lvl2pPr>
            <a:lvl3pPr lvl="2">
              <a:spcBef>
                <a:spcPts val="0"/>
              </a:spcBef>
              <a:spcAft>
                <a:spcPts val="0"/>
              </a:spcAft>
              <a:buClr>
                <a:schemeClr val="accent6"/>
              </a:buClr>
              <a:buSzPts val="1100"/>
              <a:buNone/>
              <a:defRPr>
                <a:solidFill>
                  <a:schemeClr val="accent6"/>
                </a:solidFill>
              </a:defRPr>
            </a:lvl3pPr>
            <a:lvl4pPr lvl="3">
              <a:spcBef>
                <a:spcPts val="0"/>
              </a:spcBef>
              <a:spcAft>
                <a:spcPts val="0"/>
              </a:spcAft>
              <a:buClr>
                <a:schemeClr val="accent6"/>
              </a:buClr>
              <a:buSzPts val="1100"/>
              <a:buNone/>
              <a:defRPr>
                <a:solidFill>
                  <a:schemeClr val="accent6"/>
                </a:solidFill>
              </a:defRPr>
            </a:lvl4pPr>
            <a:lvl5pPr lvl="4">
              <a:spcBef>
                <a:spcPts val="0"/>
              </a:spcBef>
              <a:spcAft>
                <a:spcPts val="0"/>
              </a:spcAft>
              <a:buClr>
                <a:schemeClr val="accent6"/>
              </a:buClr>
              <a:buSzPts val="1100"/>
              <a:buNone/>
              <a:defRPr>
                <a:solidFill>
                  <a:schemeClr val="accent6"/>
                </a:solidFill>
              </a:defRPr>
            </a:lvl5pPr>
            <a:lvl6pPr lvl="5">
              <a:spcBef>
                <a:spcPts val="0"/>
              </a:spcBef>
              <a:spcAft>
                <a:spcPts val="0"/>
              </a:spcAft>
              <a:buClr>
                <a:schemeClr val="accent6"/>
              </a:buClr>
              <a:buSzPts val="1100"/>
              <a:buNone/>
              <a:defRPr>
                <a:solidFill>
                  <a:schemeClr val="accent6"/>
                </a:solidFill>
              </a:defRPr>
            </a:lvl6pPr>
            <a:lvl7pPr lvl="6">
              <a:spcBef>
                <a:spcPts val="0"/>
              </a:spcBef>
              <a:spcAft>
                <a:spcPts val="0"/>
              </a:spcAft>
              <a:buClr>
                <a:schemeClr val="accent6"/>
              </a:buClr>
              <a:buSzPts val="1100"/>
              <a:buNone/>
              <a:defRPr>
                <a:solidFill>
                  <a:schemeClr val="accent6"/>
                </a:solidFill>
              </a:defRPr>
            </a:lvl7pPr>
            <a:lvl8pPr lvl="7">
              <a:spcBef>
                <a:spcPts val="0"/>
              </a:spcBef>
              <a:spcAft>
                <a:spcPts val="0"/>
              </a:spcAft>
              <a:buClr>
                <a:schemeClr val="accent6"/>
              </a:buClr>
              <a:buSzPts val="1100"/>
              <a:buNone/>
              <a:defRPr>
                <a:solidFill>
                  <a:schemeClr val="accent6"/>
                </a:solidFill>
              </a:defRPr>
            </a:lvl8pPr>
            <a:lvl9pPr lvl="8">
              <a:spcBef>
                <a:spcPts val="0"/>
              </a:spcBef>
              <a:spcAft>
                <a:spcPts val="0"/>
              </a:spcAft>
              <a:buClr>
                <a:schemeClr val="accent6"/>
              </a:buClr>
              <a:buSzPts val="1100"/>
              <a:buNone/>
              <a:defRPr>
                <a:solidFill>
                  <a:schemeClr val="accent6"/>
                </a:solidFill>
              </a:defRPr>
            </a:lvl9pPr>
          </a:lstStyle>
          <a:p>
            <a:endParaRPr/>
          </a:p>
        </p:txBody>
      </p:sp>
      <p:sp>
        <p:nvSpPr>
          <p:cNvPr id="921" name="Google Shape;921;p42"/>
          <p:cNvSpPr txBox="1">
            <a:spLocks noGrp="1"/>
          </p:cNvSpPr>
          <p:nvPr>
            <p:ph type="body" idx="2"/>
          </p:nvPr>
        </p:nvSpPr>
        <p:spPr>
          <a:xfrm>
            <a:off x="3809975" y="1328725"/>
            <a:ext cx="4850700" cy="12018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922" name="Google Shape;922;p42"/>
          <p:cNvSpPr txBox="1">
            <a:spLocks noGrp="1"/>
          </p:cNvSpPr>
          <p:nvPr>
            <p:ph type="subTitle" idx="3"/>
          </p:nvPr>
        </p:nvSpPr>
        <p:spPr>
          <a:xfrm>
            <a:off x="483313" y="3012250"/>
            <a:ext cx="2897400" cy="291600"/>
          </a:xfrm>
          <a:prstGeom prst="rect">
            <a:avLst/>
          </a:prstGeom>
        </p:spPr>
        <p:txBody>
          <a:bodyPr spcFirstLastPara="1" wrap="square" lIns="0" tIns="0" rIns="0" bIns="0" anchor="t" anchorCtr="0">
            <a:noAutofit/>
          </a:bodyPr>
          <a:lstStyle>
            <a:lvl1pPr lvl="0">
              <a:spcBef>
                <a:spcPts val="0"/>
              </a:spcBef>
              <a:spcAft>
                <a:spcPts val="0"/>
              </a:spcAft>
              <a:buClr>
                <a:schemeClr val="accent6"/>
              </a:buClr>
              <a:buSzPts val="1400"/>
              <a:buNone/>
              <a:defRPr sz="1400">
                <a:solidFill>
                  <a:schemeClr val="accent6"/>
                </a:solidFill>
              </a:defRPr>
            </a:lvl1pPr>
            <a:lvl2pPr lvl="1">
              <a:spcBef>
                <a:spcPts val="0"/>
              </a:spcBef>
              <a:spcAft>
                <a:spcPts val="0"/>
              </a:spcAft>
              <a:buClr>
                <a:schemeClr val="accent6"/>
              </a:buClr>
              <a:buSzPts val="1100"/>
              <a:buNone/>
              <a:defRPr>
                <a:solidFill>
                  <a:schemeClr val="accent6"/>
                </a:solidFill>
              </a:defRPr>
            </a:lvl2pPr>
            <a:lvl3pPr lvl="2">
              <a:spcBef>
                <a:spcPts val="0"/>
              </a:spcBef>
              <a:spcAft>
                <a:spcPts val="0"/>
              </a:spcAft>
              <a:buClr>
                <a:schemeClr val="accent6"/>
              </a:buClr>
              <a:buSzPts val="1100"/>
              <a:buNone/>
              <a:defRPr>
                <a:solidFill>
                  <a:schemeClr val="accent6"/>
                </a:solidFill>
              </a:defRPr>
            </a:lvl3pPr>
            <a:lvl4pPr lvl="3">
              <a:spcBef>
                <a:spcPts val="0"/>
              </a:spcBef>
              <a:spcAft>
                <a:spcPts val="0"/>
              </a:spcAft>
              <a:buClr>
                <a:schemeClr val="accent6"/>
              </a:buClr>
              <a:buSzPts val="1100"/>
              <a:buNone/>
              <a:defRPr>
                <a:solidFill>
                  <a:schemeClr val="accent6"/>
                </a:solidFill>
              </a:defRPr>
            </a:lvl4pPr>
            <a:lvl5pPr lvl="4">
              <a:spcBef>
                <a:spcPts val="0"/>
              </a:spcBef>
              <a:spcAft>
                <a:spcPts val="0"/>
              </a:spcAft>
              <a:buClr>
                <a:schemeClr val="accent6"/>
              </a:buClr>
              <a:buSzPts val="1100"/>
              <a:buNone/>
              <a:defRPr>
                <a:solidFill>
                  <a:schemeClr val="accent6"/>
                </a:solidFill>
              </a:defRPr>
            </a:lvl5pPr>
            <a:lvl6pPr lvl="5">
              <a:spcBef>
                <a:spcPts val="0"/>
              </a:spcBef>
              <a:spcAft>
                <a:spcPts val="0"/>
              </a:spcAft>
              <a:buClr>
                <a:schemeClr val="accent6"/>
              </a:buClr>
              <a:buSzPts val="1100"/>
              <a:buNone/>
              <a:defRPr>
                <a:solidFill>
                  <a:schemeClr val="accent6"/>
                </a:solidFill>
              </a:defRPr>
            </a:lvl6pPr>
            <a:lvl7pPr lvl="6">
              <a:spcBef>
                <a:spcPts val="0"/>
              </a:spcBef>
              <a:spcAft>
                <a:spcPts val="0"/>
              </a:spcAft>
              <a:buClr>
                <a:schemeClr val="accent6"/>
              </a:buClr>
              <a:buSzPts val="1100"/>
              <a:buNone/>
              <a:defRPr>
                <a:solidFill>
                  <a:schemeClr val="accent6"/>
                </a:solidFill>
              </a:defRPr>
            </a:lvl7pPr>
            <a:lvl8pPr lvl="7">
              <a:spcBef>
                <a:spcPts val="0"/>
              </a:spcBef>
              <a:spcAft>
                <a:spcPts val="0"/>
              </a:spcAft>
              <a:buClr>
                <a:schemeClr val="accent6"/>
              </a:buClr>
              <a:buSzPts val="1100"/>
              <a:buNone/>
              <a:defRPr>
                <a:solidFill>
                  <a:schemeClr val="accent6"/>
                </a:solidFill>
              </a:defRPr>
            </a:lvl8pPr>
            <a:lvl9pPr lvl="8">
              <a:spcBef>
                <a:spcPts val="0"/>
              </a:spcBef>
              <a:spcAft>
                <a:spcPts val="0"/>
              </a:spcAft>
              <a:buClr>
                <a:schemeClr val="accent6"/>
              </a:buClr>
              <a:buSzPts val="1100"/>
              <a:buNone/>
              <a:defRPr>
                <a:solidFill>
                  <a:schemeClr val="accent6"/>
                </a:solidFill>
              </a:defRPr>
            </a:lvl9pPr>
          </a:lstStyle>
          <a:p>
            <a:endParaRPr/>
          </a:p>
        </p:txBody>
      </p:sp>
      <p:sp>
        <p:nvSpPr>
          <p:cNvPr id="923" name="Google Shape;923;p42"/>
          <p:cNvSpPr txBox="1">
            <a:spLocks noGrp="1"/>
          </p:cNvSpPr>
          <p:nvPr>
            <p:ph type="body" idx="4"/>
          </p:nvPr>
        </p:nvSpPr>
        <p:spPr>
          <a:xfrm>
            <a:off x="3809988" y="3012250"/>
            <a:ext cx="4850700" cy="12018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grpSp>
        <p:nvGrpSpPr>
          <p:cNvPr id="924" name="Google Shape;924;p42"/>
          <p:cNvGrpSpPr/>
          <p:nvPr/>
        </p:nvGrpSpPr>
        <p:grpSpPr>
          <a:xfrm>
            <a:off x="7760105" y="-840619"/>
            <a:ext cx="2277538" cy="2277538"/>
            <a:chOff x="987244" y="313753"/>
            <a:chExt cx="555321" cy="555321"/>
          </a:xfrm>
        </p:grpSpPr>
        <p:grpSp>
          <p:nvGrpSpPr>
            <p:cNvPr id="925" name="Google Shape;925;p42"/>
            <p:cNvGrpSpPr/>
            <p:nvPr/>
          </p:nvGrpSpPr>
          <p:grpSpPr>
            <a:xfrm>
              <a:off x="1068575" y="395075"/>
              <a:ext cx="392675" cy="392675"/>
              <a:chOff x="458050" y="265600"/>
              <a:chExt cx="392675" cy="392675"/>
            </a:xfrm>
          </p:grpSpPr>
          <p:sp>
            <p:nvSpPr>
              <p:cNvPr id="926" name="Google Shape;926;p42"/>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27" name="Google Shape;927;p42"/>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28" name="Google Shape;928;p42"/>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29" name="Google Shape;929;p42"/>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930" name="Google Shape;930;p42"/>
            <p:cNvGrpSpPr/>
            <p:nvPr/>
          </p:nvGrpSpPr>
          <p:grpSpPr>
            <a:xfrm rot="-2700000">
              <a:off x="1068569" y="395078"/>
              <a:ext cx="392671" cy="392671"/>
              <a:chOff x="458050" y="265600"/>
              <a:chExt cx="392675" cy="392675"/>
            </a:xfrm>
          </p:grpSpPr>
          <p:sp>
            <p:nvSpPr>
              <p:cNvPr id="931" name="Google Shape;931;p42"/>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32" name="Google Shape;932;p42"/>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33" name="Google Shape;933;p42"/>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34" name="Google Shape;934;p42"/>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grpSp>
        <p:nvGrpSpPr>
          <p:cNvPr id="935" name="Google Shape;935;p42"/>
          <p:cNvGrpSpPr/>
          <p:nvPr/>
        </p:nvGrpSpPr>
        <p:grpSpPr>
          <a:xfrm>
            <a:off x="73663" y="4677163"/>
            <a:ext cx="392675" cy="392675"/>
            <a:chOff x="458050" y="265600"/>
            <a:chExt cx="392675" cy="392675"/>
          </a:xfrm>
        </p:grpSpPr>
        <p:sp>
          <p:nvSpPr>
            <p:cNvPr id="936" name="Google Shape;936;p42"/>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37" name="Google Shape;937;p42"/>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38" name="Google Shape;938;p42"/>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39" name="Google Shape;939;p42"/>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940" name="Google Shape;940;p42"/>
          <p:cNvGrpSpPr/>
          <p:nvPr/>
        </p:nvGrpSpPr>
        <p:grpSpPr>
          <a:xfrm>
            <a:off x="613563" y="4677150"/>
            <a:ext cx="392675" cy="392675"/>
            <a:chOff x="458050" y="265600"/>
            <a:chExt cx="392675" cy="392675"/>
          </a:xfrm>
        </p:grpSpPr>
        <p:sp>
          <p:nvSpPr>
            <p:cNvPr id="941" name="Google Shape;941;p42"/>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42" name="Google Shape;942;p42"/>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43" name="Google Shape;943;p42"/>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44" name="Google Shape;944;p42"/>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945" name="Google Shape;945;p42"/>
          <p:cNvGrpSpPr/>
          <p:nvPr/>
        </p:nvGrpSpPr>
        <p:grpSpPr>
          <a:xfrm>
            <a:off x="348063" y="4284488"/>
            <a:ext cx="392675" cy="392675"/>
            <a:chOff x="458050" y="265600"/>
            <a:chExt cx="392675" cy="392675"/>
          </a:xfrm>
        </p:grpSpPr>
        <p:sp>
          <p:nvSpPr>
            <p:cNvPr id="946" name="Google Shape;946;p42"/>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47" name="Google Shape;947;p42"/>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48" name="Google Shape;948;p42"/>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49" name="Google Shape;949;p42"/>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Slide with 3 columns">
  <p:cSld name="DEFAULT_1_1">
    <p:bg>
      <p:bgPr>
        <a:solidFill>
          <a:schemeClr val="accent1"/>
        </a:solidFill>
        <a:effectLst/>
      </p:bgPr>
    </p:bg>
    <p:spTree>
      <p:nvGrpSpPr>
        <p:cNvPr id="1" name="Shape 950"/>
        <p:cNvGrpSpPr/>
        <p:nvPr/>
      </p:nvGrpSpPr>
      <p:grpSpPr>
        <a:xfrm>
          <a:off x="0" y="0"/>
          <a:ext cx="0" cy="0"/>
          <a:chOff x="0" y="0"/>
          <a:chExt cx="0" cy="0"/>
        </a:xfrm>
      </p:grpSpPr>
      <p:sp>
        <p:nvSpPr>
          <p:cNvPr id="951" name="Google Shape;951;p43"/>
          <p:cNvSpPr/>
          <p:nvPr/>
        </p:nvSpPr>
        <p:spPr>
          <a:xfrm>
            <a:off x="8572475" y="-3575"/>
            <a:ext cx="652800" cy="5143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52" name="Google Shape;952;p43"/>
          <p:cNvSpPr txBox="1">
            <a:spLocks noGrp="1"/>
          </p:cNvSpPr>
          <p:nvPr>
            <p:ph type="title"/>
          </p:nvPr>
        </p:nvSpPr>
        <p:spPr>
          <a:xfrm>
            <a:off x="483300" y="346150"/>
            <a:ext cx="8177400" cy="556500"/>
          </a:xfrm>
          <a:prstGeom prst="rect">
            <a:avLst/>
          </a:prstGeom>
        </p:spPr>
        <p:txBody>
          <a:bodyPr spcFirstLastPara="1" wrap="square" lIns="0" tIns="0" rIns="0" bIns="0" anchor="t" anchorCtr="0">
            <a:noAutofit/>
          </a:bodyPr>
          <a:lstStyle>
            <a:lvl1pPr lvl="0">
              <a:spcBef>
                <a:spcPts val="0"/>
              </a:spcBef>
              <a:spcAft>
                <a:spcPts val="0"/>
              </a:spcAft>
              <a:buClr>
                <a:schemeClr val="accent4"/>
              </a:buClr>
              <a:buSzPts val="2000"/>
              <a:buNone/>
              <a:defRPr>
                <a:solidFill>
                  <a:schemeClr val="accent4"/>
                </a:solidFill>
              </a:defRPr>
            </a:lvl1pPr>
            <a:lvl2pPr lvl="1">
              <a:spcBef>
                <a:spcPts val="0"/>
              </a:spcBef>
              <a:spcAft>
                <a:spcPts val="0"/>
              </a:spcAft>
              <a:buSzPts val="3400"/>
              <a:buNone/>
              <a:defRPr sz="3400"/>
            </a:lvl2pPr>
            <a:lvl3pPr lvl="2">
              <a:spcBef>
                <a:spcPts val="0"/>
              </a:spcBef>
              <a:spcAft>
                <a:spcPts val="0"/>
              </a:spcAft>
              <a:buSzPts val="3400"/>
              <a:buNone/>
              <a:defRPr sz="3400"/>
            </a:lvl3pPr>
            <a:lvl4pPr lvl="3">
              <a:spcBef>
                <a:spcPts val="0"/>
              </a:spcBef>
              <a:spcAft>
                <a:spcPts val="0"/>
              </a:spcAft>
              <a:buSzPts val="3400"/>
              <a:buNone/>
              <a:defRPr sz="3400"/>
            </a:lvl4pPr>
            <a:lvl5pPr lvl="4">
              <a:spcBef>
                <a:spcPts val="0"/>
              </a:spcBef>
              <a:spcAft>
                <a:spcPts val="0"/>
              </a:spcAft>
              <a:buSzPts val="3400"/>
              <a:buNone/>
              <a:defRPr sz="3400"/>
            </a:lvl5pPr>
            <a:lvl6pPr lvl="5">
              <a:spcBef>
                <a:spcPts val="0"/>
              </a:spcBef>
              <a:spcAft>
                <a:spcPts val="0"/>
              </a:spcAft>
              <a:buSzPts val="3400"/>
              <a:buNone/>
              <a:defRPr sz="3400"/>
            </a:lvl6pPr>
            <a:lvl7pPr lvl="6">
              <a:spcBef>
                <a:spcPts val="0"/>
              </a:spcBef>
              <a:spcAft>
                <a:spcPts val="0"/>
              </a:spcAft>
              <a:buSzPts val="3400"/>
              <a:buNone/>
              <a:defRPr sz="3400"/>
            </a:lvl7pPr>
            <a:lvl8pPr lvl="7">
              <a:spcBef>
                <a:spcPts val="0"/>
              </a:spcBef>
              <a:spcAft>
                <a:spcPts val="0"/>
              </a:spcAft>
              <a:buSzPts val="3400"/>
              <a:buNone/>
              <a:defRPr sz="3400"/>
            </a:lvl8pPr>
            <a:lvl9pPr lvl="8">
              <a:spcBef>
                <a:spcPts val="0"/>
              </a:spcBef>
              <a:spcAft>
                <a:spcPts val="0"/>
              </a:spcAft>
              <a:buSzPts val="3400"/>
              <a:buNone/>
              <a:defRPr sz="3400"/>
            </a:lvl9pPr>
          </a:lstStyle>
          <a:p>
            <a:endParaRPr/>
          </a:p>
        </p:txBody>
      </p:sp>
      <p:grpSp>
        <p:nvGrpSpPr>
          <p:cNvPr id="953" name="Google Shape;953;p43"/>
          <p:cNvGrpSpPr/>
          <p:nvPr/>
        </p:nvGrpSpPr>
        <p:grpSpPr>
          <a:xfrm>
            <a:off x="7760105" y="-840619"/>
            <a:ext cx="2277538" cy="2277538"/>
            <a:chOff x="987244" y="313753"/>
            <a:chExt cx="555321" cy="555321"/>
          </a:xfrm>
        </p:grpSpPr>
        <p:grpSp>
          <p:nvGrpSpPr>
            <p:cNvPr id="954" name="Google Shape;954;p43"/>
            <p:cNvGrpSpPr/>
            <p:nvPr/>
          </p:nvGrpSpPr>
          <p:grpSpPr>
            <a:xfrm>
              <a:off x="1068575" y="395075"/>
              <a:ext cx="392675" cy="392675"/>
              <a:chOff x="458050" y="265600"/>
              <a:chExt cx="392675" cy="392675"/>
            </a:xfrm>
          </p:grpSpPr>
          <p:sp>
            <p:nvSpPr>
              <p:cNvPr id="955" name="Google Shape;955;p43"/>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56" name="Google Shape;956;p43"/>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57" name="Google Shape;957;p43"/>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58" name="Google Shape;958;p43"/>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959" name="Google Shape;959;p43"/>
            <p:cNvGrpSpPr/>
            <p:nvPr/>
          </p:nvGrpSpPr>
          <p:grpSpPr>
            <a:xfrm rot="-2700000">
              <a:off x="1068569" y="395078"/>
              <a:ext cx="392671" cy="392671"/>
              <a:chOff x="458050" y="265600"/>
              <a:chExt cx="392675" cy="392675"/>
            </a:xfrm>
          </p:grpSpPr>
          <p:sp>
            <p:nvSpPr>
              <p:cNvPr id="960" name="Google Shape;960;p43"/>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61" name="Google Shape;961;p43"/>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62" name="Google Shape;962;p43"/>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63" name="Google Shape;963;p43"/>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grpSp>
        <p:nvGrpSpPr>
          <p:cNvPr id="964" name="Google Shape;964;p43"/>
          <p:cNvGrpSpPr/>
          <p:nvPr/>
        </p:nvGrpSpPr>
        <p:grpSpPr>
          <a:xfrm>
            <a:off x="-154937" y="4829563"/>
            <a:ext cx="392675" cy="392675"/>
            <a:chOff x="458050" y="265600"/>
            <a:chExt cx="392675" cy="392675"/>
          </a:xfrm>
        </p:grpSpPr>
        <p:sp>
          <p:nvSpPr>
            <p:cNvPr id="965" name="Google Shape;965;p43"/>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66" name="Google Shape;966;p43"/>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67" name="Google Shape;967;p43"/>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68" name="Google Shape;968;p43"/>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969" name="Google Shape;969;p43"/>
          <p:cNvGrpSpPr/>
          <p:nvPr/>
        </p:nvGrpSpPr>
        <p:grpSpPr>
          <a:xfrm>
            <a:off x="384963" y="4829550"/>
            <a:ext cx="392675" cy="392675"/>
            <a:chOff x="458050" y="265600"/>
            <a:chExt cx="392675" cy="392675"/>
          </a:xfrm>
        </p:grpSpPr>
        <p:sp>
          <p:nvSpPr>
            <p:cNvPr id="970" name="Google Shape;970;p43"/>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71" name="Google Shape;971;p43"/>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72" name="Google Shape;972;p43"/>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73" name="Google Shape;973;p43"/>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974" name="Google Shape;974;p43"/>
          <p:cNvGrpSpPr/>
          <p:nvPr/>
        </p:nvGrpSpPr>
        <p:grpSpPr>
          <a:xfrm>
            <a:off x="119463" y="4436888"/>
            <a:ext cx="392675" cy="392675"/>
            <a:chOff x="458050" y="265600"/>
            <a:chExt cx="392675" cy="392675"/>
          </a:xfrm>
        </p:grpSpPr>
        <p:sp>
          <p:nvSpPr>
            <p:cNvPr id="975" name="Google Shape;975;p43"/>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76" name="Google Shape;976;p43"/>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77" name="Google Shape;977;p43"/>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78" name="Google Shape;978;p43"/>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979" name="Google Shape;979;p43"/>
          <p:cNvSpPr txBox="1">
            <a:spLocks noGrp="1"/>
          </p:cNvSpPr>
          <p:nvPr>
            <p:ph type="subTitle" idx="1"/>
          </p:nvPr>
        </p:nvSpPr>
        <p:spPr>
          <a:xfrm>
            <a:off x="483300" y="1252525"/>
            <a:ext cx="2457600" cy="2916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400"/>
              <a:buNone/>
              <a:defRPr sz="1400">
                <a:solidFill>
                  <a:schemeClr val="accent2"/>
                </a:solidFill>
              </a:defRPr>
            </a:lvl1pPr>
            <a:lvl2pPr lvl="1">
              <a:spcBef>
                <a:spcPts val="0"/>
              </a:spcBef>
              <a:spcAft>
                <a:spcPts val="0"/>
              </a:spcAft>
              <a:buClr>
                <a:schemeClr val="accent2"/>
              </a:buClr>
              <a:buSzPts val="1100"/>
              <a:buNone/>
              <a:defRPr>
                <a:solidFill>
                  <a:schemeClr val="accent2"/>
                </a:solidFill>
              </a:defRPr>
            </a:lvl2pPr>
            <a:lvl3pPr lvl="2">
              <a:spcBef>
                <a:spcPts val="0"/>
              </a:spcBef>
              <a:spcAft>
                <a:spcPts val="0"/>
              </a:spcAft>
              <a:buClr>
                <a:schemeClr val="accent2"/>
              </a:buClr>
              <a:buSzPts val="1100"/>
              <a:buNone/>
              <a:defRPr>
                <a:solidFill>
                  <a:schemeClr val="accent2"/>
                </a:solidFill>
              </a:defRPr>
            </a:lvl3pPr>
            <a:lvl4pPr lvl="3">
              <a:spcBef>
                <a:spcPts val="0"/>
              </a:spcBef>
              <a:spcAft>
                <a:spcPts val="0"/>
              </a:spcAft>
              <a:buClr>
                <a:schemeClr val="accent2"/>
              </a:buClr>
              <a:buSzPts val="1100"/>
              <a:buNone/>
              <a:defRPr>
                <a:solidFill>
                  <a:schemeClr val="accent2"/>
                </a:solidFill>
              </a:defRPr>
            </a:lvl4pPr>
            <a:lvl5pPr lvl="4">
              <a:spcBef>
                <a:spcPts val="0"/>
              </a:spcBef>
              <a:spcAft>
                <a:spcPts val="0"/>
              </a:spcAft>
              <a:buClr>
                <a:schemeClr val="accent2"/>
              </a:buClr>
              <a:buSzPts val="1100"/>
              <a:buNone/>
              <a:defRPr>
                <a:solidFill>
                  <a:schemeClr val="accent2"/>
                </a:solidFill>
              </a:defRPr>
            </a:lvl5pPr>
            <a:lvl6pPr lvl="5">
              <a:spcBef>
                <a:spcPts val="0"/>
              </a:spcBef>
              <a:spcAft>
                <a:spcPts val="0"/>
              </a:spcAft>
              <a:buClr>
                <a:schemeClr val="accent2"/>
              </a:buClr>
              <a:buSzPts val="1100"/>
              <a:buNone/>
              <a:defRPr>
                <a:solidFill>
                  <a:schemeClr val="accent2"/>
                </a:solidFill>
              </a:defRPr>
            </a:lvl6pPr>
            <a:lvl7pPr lvl="6">
              <a:spcBef>
                <a:spcPts val="0"/>
              </a:spcBef>
              <a:spcAft>
                <a:spcPts val="0"/>
              </a:spcAft>
              <a:buClr>
                <a:schemeClr val="accent2"/>
              </a:buClr>
              <a:buSzPts val="1100"/>
              <a:buNone/>
              <a:defRPr>
                <a:solidFill>
                  <a:schemeClr val="accent2"/>
                </a:solidFill>
              </a:defRPr>
            </a:lvl7pPr>
            <a:lvl8pPr lvl="7">
              <a:spcBef>
                <a:spcPts val="0"/>
              </a:spcBef>
              <a:spcAft>
                <a:spcPts val="0"/>
              </a:spcAft>
              <a:buClr>
                <a:schemeClr val="accent2"/>
              </a:buClr>
              <a:buSzPts val="1100"/>
              <a:buNone/>
              <a:defRPr>
                <a:solidFill>
                  <a:schemeClr val="accent2"/>
                </a:solidFill>
              </a:defRPr>
            </a:lvl8pPr>
            <a:lvl9pPr lvl="8">
              <a:spcBef>
                <a:spcPts val="0"/>
              </a:spcBef>
              <a:spcAft>
                <a:spcPts val="0"/>
              </a:spcAft>
              <a:buClr>
                <a:schemeClr val="accent2"/>
              </a:buClr>
              <a:buSzPts val="1100"/>
              <a:buNone/>
              <a:defRPr>
                <a:solidFill>
                  <a:schemeClr val="accent2"/>
                </a:solidFill>
              </a:defRPr>
            </a:lvl9pPr>
          </a:lstStyle>
          <a:p>
            <a:endParaRPr/>
          </a:p>
        </p:txBody>
      </p:sp>
      <p:sp>
        <p:nvSpPr>
          <p:cNvPr id="980" name="Google Shape;980;p43"/>
          <p:cNvSpPr txBox="1">
            <a:spLocks noGrp="1"/>
          </p:cNvSpPr>
          <p:nvPr>
            <p:ph type="body" idx="2"/>
          </p:nvPr>
        </p:nvSpPr>
        <p:spPr>
          <a:xfrm>
            <a:off x="483300" y="1805525"/>
            <a:ext cx="2457600" cy="2658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981" name="Google Shape;981;p43"/>
          <p:cNvSpPr txBox="1">
            <a:spLocks noGrp="1"/>
          </p:cNvSpPr>
          <p:nvPr>
            <p:ph type="subTitle" idx="3"/>
          </p:nvPr>
        </p:nvSpPr>
        <p:spPr>
          <a:xfrm>
            <a:off x="5807277" y="1252525"/>
            <a:ext cx="2457600" cy="2916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400"/>
              <a:buNone/>
              <a:defRPr sz="1400">
                <a:solidFill>
                  <a:schemeClr val="accent2"/>
                </a:solidFill>
              </a:defRPr>
            </a:lvl1pPr>
            <a:lvl2pPr lvl="1">
              <a:spcBef>
                <a:spcPts val="0"/>
              </a:spcBef>
              <a:spcAft>
                <a:spcPts val="0"/>
              </a:spcAft>
              <a:buClr>
                <a:schemeClr val="accent2"/>
              </a:buClr>
              <a:buSzPts val="1100"/>
              <a:buNone/>
              <a:defRPr>
                <a:solidFill>
                  <a:schemeClr val="accent2"/>
                </a:solidFill>
              </a:defRPr>
            </a:lvl2pPr>
            <a:lvl3pPr lvl="2">
              <a:spcBef>
                <a:spcPts val="0"/>
              </a:spcBef>
              <a:spcAft>
                <a:spcPts val="0"/>
              </a:spcAft>
              <a:buClr>
                <a:schemeClr val="accent2"/>
              </a:buClr>
              <a:buSzPts val="1100"/>
              <a:buNone/>
              <a:defRPr>
                <a:solidFill>
                  <a:schemeClr val="accent2"/>
                </a:solidFill>
              </a:defRPr>
            </a:lvl3pPr>
            <a:lvl4pPr lvl="3">
              <a:spcBef>
                <a:spcPts val="0"/>
              </a:spcBef>
              <a:spcAft>
                <a:spcPts val="0"/>
              </a:spcAft>
              <a:buClr>
                <a:schemeClr val="accent2"/>
              </a:buClr>
              <a:buSzPts val="1100"/>
              <a:buNone/>
              <a:defRPr>
                <a:solidFill>
                  <a:schemeClr val="accent2"/>
                </a:solidFill>
              </a:defRPr>
            </a:lvl4pPr>
            <a:lvl5pPr lvl="4">
              <a:spcBef>
                <a:spcPts val="0"/>
              </a:spcBef>
              <a:spcAft>
                <a:spcPts val="0"/>
              </a:spcAft>
              <a:buClr>
                <a:schemeClr val="accent2"/>
              </a:buClr>
              <a:buSzPts val="1100"/>
              <a:buNone/>
              <a:defRPr>
                <a:solidFill>
                  <a:schemeClr val="accent2"/>
                </a:solidFill>
              </a:defRPr>
            </a:lvl5pPr>
            <a:lvl6pPr lvl="5">
              <a:spcBef>
                <a:spcPts val="0"/>
              </a:spcBef>
              <a:spcAft>
                <a:spcPts val="0"/>
              </a:spcAft>
              <a:buClr>
                <a:schemeClr val="accent2"/>
              </a:buClr>
              <a:buSzPts val="1100"/>
              <a:buNone/>
              <a:defRPr>
                <a:solidFill>
                  <a:schemeClr val="accent2"/>
                </a:solidFill>
              </a:defRPr>
            </a:lvl6pPr>
            <a:lvl7pPr lvl="6">
              <a:spcBef>
                <a:spcPts val="0"/>
              </a:spcBef>
              <a:spcAft>
                <a:spcPts val="0"/>
              </a:spcAft>
              <a:buClr>
                <a:schemeClr val="accent2"/>
              </a:buClr>
              <a:buSzPts val="1100"/>
              <a:buNone/>
              <a:defRPr>
                <a:solidFill>
                  <a:schemeClr val="accent2"/>
                </a:solidFill>
              </a:defRPr>
            </a:lvl7pPr>
            <a:lvl8pPr lvl="7">
              <a:spcBef>
                <a:spcPts val="0"/>
              </a:spcBef>
              <a:spcAft>
                <a:spcPts val="0"/>
              </a:spcAft>
              <a:buClr>
                <a:schemeClr val="accent2"/>
              </a:buClr>
              <a:buSzPts val="1100"/>
              <a:buNone/>
              <a:defRPr>
                <a:solidFill>
                  <a:schemeClr val="accent2"/>
                </a:solidFill>
              </a:defRPr>
            </a:lvl8pPr>
            <a:lvl9pPr lvl="8">
              <a:spcBef>
                <a:spcPts val="0"/>
              </a:spcBef>
              <a:spcAft>
                <a:spcPts val="0"/>
              </a:spcAft>
              <a:buClr>
                <a:schemeClr val="accent2"/>
              </a:buClr>
              <a:buSzPts val="1100"/>
              <a:buNone/>
              <a:defRPr>
                <a:solidFill>
                  <a:schemeClr val="accent2"/>
                </a:solidFill>
              </a:defRPr>
            </a:lvl9pPr>
          </a:lstStyle>
          <a:p>
            <a:endParaRPr/>
          </a:p>
        </p:txBody>
      </p:sp>
      <p:sp>
        <p:nvSpPr>
          <p:cNvPr id="982" name="Google Shape;982;p43"/>
          <p:cNvSpPr txBox="1">
            <a:spLocks noGrp="1"/>
          </p:cNvSpPr>
          <p:nvPr>
            <p:ph type="body" idx="4"/>
          </p:nvPr>
        </p:nvSpPr>
        <p:spPr>
          <a:xfrm>
            <a:off x="5807277" y="1805525"/>
            <a:ext cx="2457600" cy="2658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983" name="Google Shape;983;p43"/>
          <p:cNvSpPr txBox="1">
            <a:spLocks noGrp="1"/>
          </p:cNvSpPr>
          <p:nvPr>
            <p:ph type="subTitle" idx="5"/>
          </p:nvPr>
        </p:nvSpPr>
        <p:spPr>
          <a:xfrm>
            <a:off x="3041192" y="1252525"/>
            <a:ext cx="2457600" cy="2916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400"/>
              <a:buNone/>
              <a:defRPr sz="1400">
                <a:solidFill>
                  <a:schemeClr val="accent2"/>
                </a:solidFill>
              </a:defRPr>
            </a:lvl1pPr>
            <a:lvl2pPr lvl="1">
              <a:spcBef>
                <a:spcPts val="0"/>
              </a:spcBef>
              <a:spcAft>
                <a:spcPts val="0"/>
              </a:spcAft>
              <a:buClr>
                <a:schemeClr val="accent2"/>
              </a:buClr>
              <a:buSzPts val="1100"/>
              <a:buNone/>
              <a:defRPr>
                <a:solidFill>
                  <a:schemeClr val="accent2"/>
                </a:solidFill>
              </a:defRPr>
            </a:lvl2pPr>
            <a:lvl3pPr lvl="2">
              <a:spcBef>
                <a:spcPts val="0"/>
              </a:spcBef>
              <a:spcAft>
                <a:spcPts val="0"/>
              </a:spcAft>
              <a:buClr>
                <a:schemeClr val="accent2"/>
              </a:buClr>
              <a:buSzPts val="1100"/>
              <a:buNone/>
              <a:defRPr>
                <a:solidFill>
                  <a:schemeClr val="accent2"/>
                </a:solidFill>
              </a:defRPr>
            </a:lvl3pPr>
            <a:lvl4pPr lvl="3">
              <a:spcBef>
                <a:spcPts val="0"/>
              </a:spcBef>
              <a:spcAft>
                <a:spcPts val="0"/>
              </a:spcAft>
              <a:buClr>
                <a:schemeClr val="accent2"/>
              </a:buClr>
              <a:buSzPts val="1100"/>
              <a:buNone/>
              <a:defRPr>
                <a:solidFill>
                  <a:schemeClr val="accent2"/>
                </a:solidFill>
              </a:defRPr>
            </a:lvl4pPr>
            <a:lvl5pPr lvl="4">
              <a:spcBef>
                <a:spcPts val="0"/>
              </a:spcBef>
              <a:spcAft>
                <a:spcPts val="0"/>
              </a:spcAft>
              <a:buClr>
                <a:schemeClr val="accent2"/>
              </a:buClr>
              <a:buSzPts val="1100"/>
              <a:buNone/>
              <a:defRPr>
                <a:solidFill>
                  <a:schemeClr val="accent2"/>
                </a:solidFill>
              </a:defRPr>
            </a:lvl5pPr>
            <a:lvl6pPr lvl="5">
              <a:spcBef>
                <a:spcPts val="0"/>
              </a:spcBef>
              <a:spcAft>
                <a:spcPts val="0"/>
              </a:spcAft>
              <a:buClr>
                <a:schemeClr val="accent2"/>
              </a:buClr>
              <a:buSzPts val="1100"/>
              <a:buNone/>
              <a:defRPr>
                <a:solidFill>
                  <a:schemeClr val="accent2"/>
                </a:solidFill>
              </a:defRPr>
            </a:lvl6pPr>
            <a:lvl7pPr lvl="6">
              <a:spcBef>
                <a:spcPts val="0"/>
              </a:spcBef>
              <a:spcAft>
                <a:spcPts val="0"/>
              </a:spcAft>
              <a:buClr>
                <a:schemeClr val="accent2"/>
              </a:buClr>
              <a:buSzPts val="1100"/>
              <a:buNone/>
              <a:defRPr>
                <a:solidFill>
                  <a:schemeClr val="accent2"/>
                </a:solidFill>
              </a:defRPr>
            </a:lvl7pPr>
            <a:lvl8pPr lvl="7">
              <a:spcBef>
                <a:spcPts val="0"/>
              </a:spcBef>
              <a:spcAft>
                <a:spcPts val="0"/>
              </a:spcAft>
              <a:buClr>
                <a:schemeClr val="accent2"/>
              </a:buClr>
              <a:buSzPts val="1100"/>
              <a:buNone/>
              <a:defRPr>
                <a:solidFill>
                  <a:schemeClr val="accent2"/>
                </a:solidFill>
              </a:defRPr>
            </a:lvl8pPr>
            <a:lvl9pPr lvl="8">
              <a:spcBef>
                <a:spcPts val="0"/>
              </a:spcBef>
              <a:spcAft>
                <a:spcPts val="0"/>
              </a:spcAft>
              <a:buClr>
                <a:schemeClr val="accent2"/>
              </a:buClr>
              <a:buSzPts val="1100"/>
              <a:buNone/>
              <a:defRPr>
                <a:solidFill>
                  <a:schemeClr val="accent2"/>
                </a:solidFill>
              </a:defRPr>
            </a:lvl9pPr>
          </a:lstStyle>
          <a:p>
            <a:endParaRPr/>
          </a:p>
        </p:txBody>
      </p:sp>
      <p:sp>
        <p:nvSpPr>
          <p:cNvPr id="984" name="Google Shape;984;p43"/>
          <p:cNvSpPr txBox="1">
            <a:spLocks noGrp="1"/>
          </p:cNvSpPr>
          <p:nvPr>
            <p:ph type="body" idx="6"/>
          </p:nvPr>
        </p:nvSpPr>
        <p:spPr>
          <a:xfrm>
            <a:off x="3041192" y="1805525"/>
            <a:ext cx="2457600" cy="2658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ingle user slide - v1">
  <p:cSld name="CUSTOM_10">
    <p:bg>
      <p:bgPr>
        <a:solidFill>
          <a:schemeClr val="accent5"/>
        </a:solidFill>
        <a:effectLst/>
      </p:bgPr>
    </p:bg>
    <p:spTree>
      <p:nvGrpSpPr>
        <p:cNvPr id="1" name="Shape 985"/>
        <p:cNvGrpSpPr/>
        <p:nvPr/>
      </p:nvGrpSpPr>
      <p:grpSpPr>
        <a:xfrm>
          <a:off x="0" y="0"/>
          <a:ext cx="0" cy="0"/>
          <a:chOff x="0" y="0"/>
          <a:chExt cx="0" cy="0"/>
        </a:xfrm>
      </p:grpSpPr>
      <p:sp>
        <p:nvSpPr>
          <p:cNvPr id="986" name="Google Shape;986;p44"/>
          <p:cNvSpPr txBox="1">
            <a:spLocks noGrp="1"/>
          </p:cNvSpPr>
          <p:nvPr>
            <p:ph type="title"/>
          </p:nvPr>
        </p:nvSpPr>
        <p:spPr>
          <a:xfrm>
            <a:off x="3644350" y="269950"/>
            <a:ext cx="4273800" cy="4581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Clr>
                <a:schemeClr val="accent4"/>
              </a:buClr>
              <a:buSzPts val="2000"/>
              <a:buNone/>
              <a:defRPr>
                <a:solidFill>
                  <a:schemeClr val="accent4"/>
                </a:solidFill>
              </a:defRPr>
            </a:lvl2pPr>
            <a:lvl3pPr lvl="2">
              <a:spcBef>
                <a:spcPts val="0"/>
              </a:spcBef>
              <a:spcAft>
                <a:spcPts val="0"/>
              </a:spcAft>
              <a:buClr>
                <a:schemeClr val="accent4"/>
              </a:buClr>
              <a:buSzPts val="2000"/>
              <a:buNone/>
              <a:defRPr>
                <a:solidFill>
                  <a:schemeClr val="accent4"/>
                </a:solidFill>
              </a:defRPr>
            </a:lvl3pPr>
            <a:lvl4pPr lvl="3">
              <a:spcBef>
                <a:spcPts val="0"/>
              </a:spcBef>
              <a:spcAft>
                <a:spcPts val="0"/>
              </a:spcAft>
              <a:buClr>
                <a:schemeClr val="accent4"/>
              </a:buClr>
              <a:buSzPts val="2000"/>
              <a:buNone/>
              <a:defRPr>
                <a:solidFill>
                  <a:schemeClr val="accent4"/>
                </a:solidFill>
              </a:defRPr>
            </a:lvl4pPr>
            <a:lvl5pPr lvl="4">
              <a:spcBef>
                <a:spcPts val="0"/>
              </a:spcBef>
              <a:spcAft>
                <a:spcPts val="0"/>
              </a:spcAft>
              <a:buClr>
                <a:schemeClr val="accent4"/>
              </a:buClr>
              <a:buSzPts val="2000"/>
              <a:buNone/>
              <a:defRPr>
                <a:solidFill>
                  <a:schemeClr val="accent4"/>
                </a:solidFill>
              </a:defRPr>
            </a:lvl5pPr>
            <a:lvl6pPr lvl="5">
              <a:spcBef>
                <a:spcPts val="0"/>
              </a:spcBef>
              <a:spcAft>
                <a:spcPts val="0"/>
              </a:spcAft>
              <a:buClr>
                <a:schemeClr val="accent4"/>
              </a:buClr>
              <a:buSzPts val="2000"/>
              <a:buNone/>
              <a:defRPr>
                <a:solidFill>
                  <a:schemeClr val="accent4"/>
                </a:solidFill>
              </a:defRPr>
            </a:lvl6pPr>
            <a:lvl7pPr lvl="6">
              <a:spcBef>
                <a:spcPts val="0"/>
              </a:spcBef>
              <a:spcAft>
                <a:spcPts val="0"/>
              </a:spcAft>
              <a:buClr>
                <a:schemeClr val="accent4"/>
              </a:buClr>
              <a:buSzPts val="2000"/>
              <a:buNone/>
              <a:defRPr>
                <a:solidFill>
                  <a:schemeClr val="accent4"/>
                </a:solidFill>
              </a:defRPr>
            </a:lvl7pPr>
            <a:lvl8pPr lvl="7">
              <a:spcBef>
                <a:spcPts val="0"/>
              </a:spcBef>
              <a:spcAft>
                <a:spcPts val="0"/>
              </a:spcAft>
              <a:buClr>
                <a:schemeClr val="accent4"/>
              </a:buClr>
              <a:buSzPts val="2000"/>
              <a:buNone/>
              <a:defRPr>
                <a:solidFill>
                  <a:schemeClr val="accent4"/>
                </a:solidFill>
              </a:defRPr>
            </a:lvl8pPr>
            <a:lvl9pPr lvl="8">
              <a:spcBef>
                <a:spcPts val="0"/>
              </a:spcBef>
              <a:spcAft>
                <a:spcPts val="0"/>
              </a:spcAft>
              <a:buClr>
                <a:schemeClr val="accent4"/>
              </a:buClr>
              <a:buSzPts val="2000"/>
              <a:buNone/>
              <a:defRPr>
                <a:solidFill>
                  <a:schemeClr val="accent4"/>
                </a:solidFill>
              </a:defRPr>
            </a:lvl9pPr>
          </a:lstStyle>
          <a:p>
            <a:endParaRPr/>
          </a:p>
        </p:txBody>
      </p:sp>
      <p:sp>
        <p:nvSpPr>
          <p:cNvPr id="987" name="Google Shape;987;p44"/>
          <p:cNvSpPr>
            <a:spLocks noGrp="1"/>
          </p:cNvSpPr>
          <p:nvPr>
            <p:ph type="pic" idx="2"/>
          </p:nvPr>
        </p:nvSpPr>
        <p:spPr>
          <a:xfrm>
            <a:off x="270000" y="266775"/>
            <a:ext cx="2711700" cy="3161100"/>
          </a:xfrm>
          <a:prstGeom prst="snip2DiagRect">
            <a:avLst>
              <a:gd name="adj1" fmla="val 0"/>
              <a:gd name="adj2" fmla="val 16667"/>
            </a:avLst>
          </a:prstGeom>
          <a:noFill/>
          <a:ln>
            <a:noFill/>
          </a:ln>
        </p:spPr>
      </p:sp>
      <p:sp>
        <p:nvSpPr>
          <p:cNvPr id="988" name="Google Shape;988;p44"/>
          <p:cNvSpPr/>
          <p:nvPr/>
        </p:nvSpPr>
        <p:spPr>
          <a:xfrm rot="10800000">
            <a:off x="7634350" y="-519750"/>
            <a:ext cx="2449800" cy="1093800"/>
          </a:xfrm>
          <a:prstGeom prst="snip1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989" name="Google Shape;989;p44"/>
          <p:cNvGrpSpPr/>
          <p:nvPr/>
        </p:nvGrpSpPr>
        <p:grpSpPr>
          <a:xfrm>
            <a:off x="8137738" y="-49687"/>
            <a:ext cx="392675" cy="392675"/>
            <a:chOff x="458050" y="265600"/>
            <a:chExt cx="392675" cy="392675"/>
          </a:xfrm>
        </p:grpSpPr>
        <p:sp>
          <p:nvSpPr>
            <p:cNvPr id="990" name="Google Shape;990;p44"/>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91" name="Google Shape;991;p44"/>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92" name="Google Shape;992;p44"/>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93" name="Google Shape;993;p44"/>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994" name="Google Shape;994;p44"/>
          <p:cNvGrpSpPr/>
          <p:nvPr/>
        </p:nvGrpSpPr>
        <p:grpSpPr>
          <a:xfrm>
            <a:off x="8677638" y="-49700"/>
            <a:ext cx="392675" cy="392675"/>
            <a:chOff x="458050" y="265600"/>
            <a:chExt cx="392675" cy="392675"/>
          </a:xfrm>
        </p:grpSpPr>
        <p:sp>
          <p:nvSpPr>
            <p:cNvPr id="995" name="Google Shape;995;p44"/>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96" name="Google Shape;996;p44"/>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97" name="Google Shape;997;p44"/>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998" name="Google Shape;998;p44"/>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999" name="Google Shape;999;p44"/>
          <p:cNvSpPr/>
          <p:nvPr/>
        </p:nvSpPr>
        <p:spPr>
          <a:xfrm>
            <a:off x="8607426" y="4630930"/>
            <a:ext cx="1093800" cy="1093800"/>
          </a:xfrm>
          <a:prstGeom prst="donut">
            <a:avLst>
              <a:gd name="adj" fmla="val 17041"/>
            </a:avLst>
          </a:prstGeom>
          <a:noFill/>
          <a:ln w="38100" cap="flat" cmpd="sng">
            <a:solidFill>
              <a:schemeClr val="accent3"/>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00" name="Google Shape;1000;p44"/>
          <p:cNvSpPr txBox="1">
            <a:spLocks noGrp="1"/>
          </p:cNvSpPr>
          <p:nvPr>
            <p:ph type="body" idx="1"/>
          </p:nvPr>
        </p:nvSpPr>
        <p:spPr>
          <a:xfrm>
            <a:off x="3644350" y="1061225"/>
            <a:ext cx="5033400" cy="3345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1001" name="Google Shape;1001;p44"/>
          <p:cNvSpPr txBox="1">
            <a:spLocks noGrp="1"/>
          </p:cNvSpPr>
          <p:nvPr>
            <p:ph type="subTitle" idx="3"/>
          </p:nvPr>
        </p:nvSpPr>
        <p:spPr>
          <a:xfrm>
            <a:off x="270000" y="3649925"/>
            <a:ext cx="2751900" cy="291600"/>
          </a:xfrm>
          <a:prstGeom prst="rect">
            <a:avLst/>
          </a:prstGeom>
        </p:spPr>
        <p:txBody>
          <a:bodyPr spcFirstLastPara="1" wrap="square" lIns="0" tIns="0" rIns="0" bIns="0" anchor="t" anchorCtr="0">
            <a:noAutofit/>
          </a:bodyPr>
          <a:lstStyle>
            <a:lvl1pPr lvl="0">
              <a:spcBef>
                <a:spcPts val="0"/>
              </a:spcBef>
              <a:spcAft>
                <a:spcPts val="0"/>
              </a:spcAft>
              <a:buClr>
                <a:schemeClr val="accent6"/>
              </a:buClr>
              <a:buSzPts val="1200"/>
              <a:buFont typeface="DM Sans Medium"/>
              <a:buNone/>
              <a:defRPr sz="1200">
                <a:solidFill>
                  <a:schemeClr val="accent6"/>
                </a:solidFill>
                <a:latin typeface="DM Sans Medium"/>
                <a:ea typeface="DM Sans Medium"/>
                <a:cs typeface="DM Sans Medium"/>
                <a:sym typeface="DM Sans Medium"/>
              </a:defRPr>
            </a:lvl1pPr>
            <a:lvl2pPr lvl="1">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2pPr>
            <a:lvl3pPr lvl="2">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3pPr>
            <a:lvl4pPr lvl="3">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4pPr>
            <a:lvl5pPr lvl="4">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5pPr>
            <a:lvl6pPr lvl="5">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6pPr>
            <a:lvl7pPr lvl="6">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7pPr>
            <a:lvl8pPr lvl="7">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8pPr>
            <a:lvl9pPr lvl="8">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9pPr>
          </a:lstStyle>
          <a:p>
            <a:endParaRPr/>
          </a:p>
        </p:txBody>
      </p:sp>
      <p:sp>
        <p:nvSpPr>
          <p:cNvPr id="1002" name="Google Shape;1002;p44"/>
          <p:cNvSpPr txBox="1">
            <a:spLocks noGrp="1"/>
          </p:cNvSpPr>
          <p:nvPr>
            <p:ph type="body" idx="4"/>
          </p:nvPr>
        </p:nvSpPr>
        <p:spPr>
          <a:xfrm>
            <a:off x="270000" y="3941525"/>
            <a:ext cx="2751900" cy="5820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Single user layout - v2">
  <p:cSld name="CUSTOM_10_1">
    <p:bg>
      <p:bgPr>
        <a:solidFill>
          <a:schemeClr val="dk1"/>
        </a:solidFill>
        <a:effectLst/>
      </p:bgPr>
    </p:bg>
    <p:spTree>
      <p:nvGrpSpPr>
        <p:cNvPr id="1" name="Shape 1003"/>
        <p:cNvGrpSpPr/>
        <p:nvPr/>
      </p:nvGrpSpPr>
      <p:grpSpPr>
        <a:xfrm>
          <a:off x="0" y="0"/>
          <a:ext cx="0" cy="0"/>
          <a:chOff x="0" y="0"/>
          <a:chExt cx="0" cy="0"/>
        </a:xfrm>
      </p:grpSpPr>
      <p:sp>
        <p:nvSpPr>
          <p:cNvPr id="1004" name="Google Shape;1004;p45"/>
          <p:cNvSpPr/>
          <p:nvPr/>
        </p:nvSpPr>
        <p:spPr>
          <a:xfrm>
            <a:off x="281600" y="3429450"/>
            <a:ext cx="2711700" cy="10908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accent5"/>
              </a:solidFill>
              <a:latin typeface="DM Sans"/>
              <a:ea typeface="DM Sans"/>
              <a:cs typeface="DM Sans"/>
              <a:sym typeface="DM Sans"/>
            </a:endParaRPr>
          </a:p>
        </p:txBody>
      </p:sp>
      <p:sp>
        <p:nvSpPr>
          <p:cNvPr id="1005" name="Google Shape;1005;p45"/>
          <p:cNvSpPr txBox="1">
            <a:spLocks noGrp="1"/>
          </p:cNvSpPr>
          <p:nvPr>
            <p:ph type="title"/>
          </p:nvPr>
        </p:nvSpPr>
        <p:spPr>
          <a:xfrm>
            <a:off x="3644350" y="269950"/>
            <a:ext cx="4273800" cy="458100"/>
          </a:xfrm>
          <a:prstGeom prst="rect">
            <a:avLst/>
          </a:prstGeom>
        </p:spPr>
        <p:txBody>
          <a:bodyPr spcFirstLastPara="1" wrap="square" lIns="0" tIns="0" rIns="0" bIns="0" anchor="t" anchorCtr="0">
            <a:noAutofit/>
          </a:bodyPr>
          <a:lstStyle>
            <a:lvl1pPr lvl="0">
              <a:spcBef>
                <a:spcPts val="0"/>
              </a:spcBef>
              <a:spcAft>
                <a:spcPts val="0"/>
              </a:spcAft>
              <a:buClr>
                <a:schemeClr val="accent6"/>
              </a:buClr>
              <a:buSzPts val="2000"/>
              <a:buNone/>
              <a:defRPr>
                <a:solidFill>
                  <a:schemeClr val="accent6"/>
                </a:solidFill>
              </a:defRPr>
            </a:lvl1pPr>
            <a:lvl2pPr lvl="1">
              <a:spcBef>
                <a:spcPts val="0"/>
              </a:spcBef>
              <a:spcAft>
                <a:spcPts val="0"/>
              </a:spcAft>
              <a:buClr>
                <a:schemeClr val="accent4"/>
              </a:buClr>
              <a:buSzPts val="2000"/>
              <a:buNone/>
              <a:defRPr>
                <a:solidFill>
                  <a:schemeClr val="accent4"/>
                </a:solidFill>
              </a:defRPr>
            </a:lvl2pPr>
            <a:lvl3pPr lvl="2">
              <a:spcBef>
                <a:spcPts val="0"/>
              </a:spcBef>
              <a:spcAft>
                <a:spcPts val="0"/>
              </a:spcAft>
              <a:buClr>
                <a:schemeClr val="accent4"/>
              </a:buClr>
              <a:buSzPts val="2000"/>
              <a:buNone/>
              <a:defRPr>
                <a:solidFill>
                  <a:schemeClr val="accent4"/>
                </a:solidFill>
              </a:defRPr>
            </a:lvl3pPr>
            <a:lvl4pPr lvl="3">
              <a:spcBef>
                <a:spcPts val="0"/>
              </a:spcBef>
              <a:spcAft>
                <a:spcPts val="0"/>
              </a:spcAft>
              <a:buClr>
                <a:schemeClr val="accent4"/>
              </a:buClr>
              <a:buSzPts val="2000"/>
              <a:buNone/>
              <a:defRPr>
                <a:solidFill>
                  <a:schemeClr val="accent4"/>
                </a:solidFill>
              </a:defRPr>
            </a:lvl4pPr>
            <a:lvl5pPr lvl="4">
              <a:spcBef>
                <a:spcPts val="0"/>
              </a:spcBef>
              <a:spcAft>
                <a:spcPts val="0"/>
              </a:spcAft>
              <a:buClr>
                <a:schemeClr val="accent4"/>
              </a:buClr>
              <a:buSzPts val="2000"/>
              <a:buNone/>
              <a:defRPr>
                <a:solidFill>
                  <a:schemeClr val="accent4"/>
                </a:solidFill>
              </a:defRPr>
            </a:lvl5pPr>
            <a:lvl6pPr lvl="5">
              <a:spcBef>
                <a:spcPts val="0"/>
              </a:spcBef>
              <a:spcAft>
                <a:spcPts val="0"/>
              </a:spcAft>
              <a:buClr>
                <a:schemeClr val="accent4"/>
              </a:buClr>
              <a:buSzPts val="2000"/>
              <a:buNone/>
              <a:defRPr>
                <a:solidFill>
                  <a:schemeClr val="accent4"/>
                </a:solidFill>
              </a:defRPr>
            </a:lvl6pPr>
            <a:lvl7pPr lvl="6">
              <a:spcBef>
                <a:spcPts val="0"/>
              </a:spcBef>
              <a:spcAft>
                <a:spcPts val="0"/>
              </a:spcAft>
              <a:buClr>
                <a:schemeClr val="accent4"/>
              </a:buClr>
              <a:buSzPts val="2000"/>
              <a:buNone/>
              <a:defRPr>
                <a:solidFill>
                  <a:schemeClr val="accent4"/>
                </a:solidFill>
              </a:defRPr>
            </a:lvl7pPr>
            <a:lvl8pPr lvl="7">
              <a:spcBef>
                <a:spcPts val="0"/>
              </a:spcBef>
              <a:spcAft>
                <a:spcPts val="0"/>
              </a:spcAft>
              <a:buClr>
                <a:schemeClr val="accent4"/>
              </a:buClr>
              <a:buSzPts val="2000"/>
              <a:buNone/>
              <a:defRPr>
                <a:solidFill>
                  <a:schemeClr val="accent4"/>
                </a:solidFill>
              </a:defRPr>
            </a:lvl8pPr>
            <a:lvl9pPr lvl="8">
              <a:spcBef>
                <a:spcPts val="0"/>
              </a:spcBef>
              <a:spcAft>
                <a:spcPts val="0"/>
              </a:spcAft>
              <a:buClr>
                <a:schemeClr val="accent4"/>
              </a:buClr>
              <a:buSzPts val="2000"/>
              <a:buNone/>
              <a:defRPr>
                <a:solidFill>
                  <a:schemeClr val="accent4"/>
                </a:solidFill>
              </a:defRPr>
            </a:lvl9pPr>
          </a:lstStyle>
          <a:p>
            <a:endParaRPr/>
          </a:p>
        </p:txBody>
      </p:sp>
      <p:sp>
        <p:nvSpPr>
          <p:cNvPr id="1006" name="Google Shape;1006;p45"/>
          <p:cNvSpPr>
            <a:spLocks noGrp="1"/>
          </p:cNvSpPr>
          <p:nvPr>
            <p:ph type="pic" idx="2"/>
          </p:nvPr>
        </p:nvSpPr>
        <p:spPr>
          <a:xfrm>
            <a:off x="270000" y="266775"/>
            <a:ext cx="2711700" cy="3161100"/>
          </a:xfrm>
          <a:prstGeom prst="snip1Rect">
            <a:avLst>
              <a:gd name="adj" fmla="val 16667"/>
            </a:avLst>
          </a:prstGeom>
          <a:noFill/>
          <a:ln>
            <a:noFill/>
          </a:ln>
        </p:spPr>
      </p:sp>
      <p:sp>
        <p:nvSpPr>
          <p:cNvPr id="1007" name="Google Shape;1007;p45"/>
          <p:cNvSpPr txBox="1">
            <a:spLocks noGrp="1"/>
          </p:cNvSpPr>
          <p:nvPr>
            <p:ph type="body" idx="1"/>
          </p:nvPr>
        </p:nvSpPr>
        <p:spPr>
          <a:xfrm>
            <a:off x="3644350" y="1061225"/>
            <a:ext cx="4680300" cy="33456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1008" name="Google Shape;1008;p45"/>
          <p:cNvSpPr txBox="1">
            <a:spLocks noGrp="1"/>
          </p:cNvSpPr>
          <p:nvPr>
            <p:ph type="subTitle" idx="3"/>
          </p:nvPr>
        </p:nvSpPr>
        <p:spPr>
          <a:xfrm>
            <a:off x="428750" y="3547183"/>
            <a:ext cx="2389200" cy="291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DM Sans Medium"/>
              <a:buNone/>
              <a:defRPr sz="1200">
                <a:solidFill>
                  <a:schemeClr val="lt1"/>
                </a:solidFill>
                <a:latin typeface="DM Sans Medium"/>
                <a:ea typeface="DM Sans Medium"/>
                <a:cs typeface="DM Sans Medium"/>
                <a:sym typeface="DM Sans Medium"/>
              </a:defRPr>
            </a:lvl1pPr>
            <a:lvl2pPr lvl="1">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2pPr>
            <a:lvl3pPr lvl="2">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3pPr>
            <a:lvl4pPr lvl="3">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4pPr>
            <a:lvl5pPr lvl="4">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5pPr>
            <a:lvl6pPr lvl="5">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6pPr>
            <a:lvl7pPr lvl="6">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7pPr>
            <a:lvl8pPr lvl="7">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8pPr>
            <a:lvl9pPr lvl="8">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9pPr>
          </a:lstStyle>
          <a:p>
            <a:endParaRPr/>
          </a:p>
        </p:txBody>
      </p:sp>
      <p:sp>
        <p:nvSpPr>
          <p:cNvPr id="1009" name="Google Shape;1009;p45"/>
          <p:cNvSpPr txBox="1">
            <a:spLocks noGrp="1"/>
          </p:cNvSpPr>
          <p:nvPr>
            <p:ph type="body" idx="4"/>
          </p:nvPr>
        </p:nvSpPr>
        <p:spPr>
          <a:xfrm>
            <a:off x="428750" y="3838783"/>
            <a:ext cx="2389200" cy="5763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1010" name="Google Shape;1010;p45"/>
          <p:cNvSpPr/>
          <p:nvPr/>
        </p:nvSpPr>
        <p:spPr>
          <a:xfrm>
            <a:off x="8572475" y="-3575"/>
            <a:ext cx="652800" cy="5143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011" name="Google Shape;1011;p45"/>
          <p:cNvGrpSpPr/>
          <p:nvPr/>
        </p:nvGrpSpPr>
        <p:grpSpPr>
          <a:xfrm>
            <a:off x="7760105" y="-840619"/>
            <a:ext cx="2277538" cy="2277538"/>
            <a:chOff x="987244" y="313753"/>
            <a:chExt cx="555321" cy="555321"/>
          </a:xfrm>
        </p:grpSpPr>
        <p:grpSp>
          <p:nvGrpSpPr>
            <p:cNvPr id="1012" name="Google Shape;1012;p45"/>
            <p:cNvGrpSpPr/>
            <p:nvPr/>
          </p:nvGrpSpPr>
          <p:grpSpPr>
            <a:xfrm>
              <a:off x="1068575" y="395075"/>
              <a:ext cx="392675" cy="392675"/>
              <a:chOff x="458050" y="265600"/>
              <a:chExt cx="392675" cy="392675"/>
            </a:xfrm>
          </p:grpSpPr>
          <p:sp>
            <p:nvSpPr>
              <p:cNvPr id="1013" name="Google Shape;1013;p45"/>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14" name="Google Shape;1014;p45"/>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15" name="Google Shape;1015;p45"/>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16" name="Google Shape;1016;p45"/>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017" name="Google Shape;1017;p45"/>
            <p:cNvGrpSpPr/>
            <p:nvPr/>
          </p:nvGrpSpPr>
          <p:grpSpPr>
            <a:xfrm rot="-2700000">
              <a:off x="1068569" y="395078"/>
              <a:ext cx="392671" cy="392671"/>
              <a:chOff x="458050" y="265600"/>
              <a:chExt cx="392675" cy="392675"/>
            </a:xfrm>
          </p:grpSpPr>
          <p:sp>
            <p:nvSpPr>
              <p:cNvPr id="1018" name="Google Shape;1018;p45"/>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19" name="Google Shape;1019;p45"/>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20" name="Google Shape;1020;p45"/>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21" name="Google Shape;1021;p45"/>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grpSp>
        <p:nvGrpSpPr>
          <p:cNvPr id="1022" name="Google Shape;1022;p45"/>
          <p:cNvGrpSpPr/>
          <p:nvPr/>
        </p:nvGrpSpPr>
        <p:grpSpPr>
          <a:xfrm>
            <a:off x="73672" y="4794975"/>
            <a:ext cx="274873" cy="274872"/>
            <a:chOff x="458050" y="265600"/>
            <a:chExt cx="392675" cy="392675"/>
          </a:xfrm>
        </p:grpSpPr>
        <p:sp>
          <p:nvSpPr>
            <p:cNvPr id="1023" name="Google Shape;1023;p45"/>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24" name="Google Shape;1024;p45"/>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25" name="Google Shape;1025;p45"/>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26" name="Google Shape;1026;p45"/>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027" name="Google Shape;1027;p45"/>
          <p:cNvGrpSpPr/>
          <p:nvPr/>
        </p:nvGrpSpPr>
        <p:grpSpPr>
          <a:xfrm>
            <a:off x="451601" y="4794966"/>
            <a:ext cx="274873" cy="274873"/>
            <a:chOff x="458050" y="265600"/>
            <a:chExt cx="392675" cy="392675"/>
          </a:xfrm>
        </p:grpSpPr>
        <p:sp>
          <p:nvSpPr>
            <p:cNvPr id="1028" name="Google Shape;1028;p45"/>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29" name="Google Shape;1029;p45"/>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30" name="Google Shape;1030;p45"/>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31" name="Google Shape;1031;p45"/>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032" name="Google Shape;1032;p45"/>
          <p:cNvGrpSpPr/>
          <p:nvPr/>
        </p:nvGrpSpPr>
        <p:grpSpPr>
          <a:xfrm>
            <a:off x="265751" y="4520104"/>
            <a:ext cx="274873" cy="274872"/>
            <a:chOff x="458050" y="265600"/>
            <a:chExt cx="392675" cy="392675"/>
          </a:xfrm>
        </p:grpSpPr>
        <p:sp>
          <p:nvSpPr>
            <p:cNvPr id="1033" name="Google Shape;1033;p45"/>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34" name="Google Shape;1034;p45"/>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35" name="Google Shape;1035;p45"/>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36" name="Google Shape;1036;p45"/>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Single user layout - v3">
  <p:cSld name="CUSTOM_11">
    <p:bg>
      <p:bgPr>
        <a:solidFill>
          <a:schemeClr val="accent5"/>
        </a:solidFill>
        <a:effectLst/>
      </p:bgPr>
    </p:bg>
    <p:spTree>
      <p:nvGrpSpPr>
        <p:cNvPr id="1" name="Shape 1037"/>
        <p:cNvGrpSpPr/>
        <p:nvPr/>
      </p:nvGrpSpPr>
      <p:grpSpPr>
        <a:xfrm>
          <a:off x="0" y="0"/>
          <a:ext cx="0" cy="0"/>
          <a:chOff x="0" y="0"/>
          <a:chExt cx="0" cy="0"/>
        </a:xfrm>
      </p:grpSpPr>
      <p:sp>
        <p:nvSpPr>
          <p:cNvPr id="1038" name="Google Shape;1038;p46"/>
          <p:cNvSpPr txBox="1">
            <a:spLocks noGrp="1"/>
          </p:cNvSpPr>
          <p:nvPr>
            <p:ph type="title"/>
          </p:nvPr>
        </p:nvSpPr>
        <p:spPr>
          <a:xfrm>
            <a:off x="715025" y="269950"/>
            <a:ext cx="7468200" cy="4581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a:endParaRPr/>
          </a:p>
        </p:txBody>
      </p:sp>
      <p:sp>
        <p:nvSpPr>
          <p:cNvPr id="1039" name="Google Shape;1039;p46"/>
          <p:cNvSpPr/>
          <p:nvPr/>
        </p:nvSpPr>
        <p:spPr>
          <a:xfrm>
            <a:off x="715025" y="892250"/>
            <a:ext cx="7541400" cy="3607500"/>
          </a:xfrm>
          <a:prstGeom prst="snip2DiagRect">
            <a:avLst>
              <a:gd name="adj1" fmla="val 0"/>
              <a:gd name="adj2" fmla="val 754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40" name="Google Shape;1040;p46"/>
          <p:cNvSpPr>
            <a:spLocks noGrp="1"/>
          </p:cNvSpPr>
          <p:nvPr>
            <p:ph type="pic" idx="2"/>
          </p:nvPr>
        </p:nvSpPr>
        <p:spPr>
          <a:xfrm>
            <a:off x="943800" y="1098900"/>
            <a:ext cx="2162700" cy="2521200"/>
          </a:xfrm>
          <a:prstGeom prst="snip1Rect">
            <a:avLst>
              <a:gd name="adj" fmla="val 16667"/>
            </a:avLst>
          </a:prstGeom>
          <a:noFill/>
          <a:ln>
            <a:noFill/>
          </a:ln>
        </p:spPr>
      </p:sp>
      <p:sp>
        <p:nvSpPr>
          <p:cNvPr id="1041" name="Google Shape;1041;p46"/>
          <p:cNvSpPr txBox="1">
            <a:spLocks noGrp="1"/>
          </p:cNvSpPr>
          <p:nvPr>
            <p:ph type="subTitle" idx="1"/>
          </p:nvPr>
        </p:nvSpPr>
        <p:spPr>
          <a:xfrm>
            <a:off x="943800" y="3737683"/>
            <a:ext cx="2389200" cy="2916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DM Sans Medium"/>
              <a:buNone/>
              <a:defRPr sz="1200">
                <a:solidFill>
                  <a:schemeClr val="dk1"/>
                </a:solidFill>
                <a:latin typeface="DM Sans Medium"/>
                <a:ea typeface="DM Sans Medium"/>
                <a:cs typeface="DM Sans Medium"/>
                <a:sym typeface="DM Sans Medium"/>
              </a:defRPr>
            </a:lvl1pPr>
            <a:lvl2pPr lvl="1">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2pPr>
            <a:lvl3pPr lvl="2">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3pPr>
            <a:lvl4pPr lvl="3">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4pPr>
            <a:lvl5pPr lvl="4">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5pPr>
            <a:lvl6pPr lvl="5">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6pPr>
            <a:lvl7pPr lvl="6">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7pPr>
            <a:lvl8pPr lvl="7">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8pPr>
            <a:lvl9pPr lvl="8">
              <a:spcBef>
                <a:spcPts val="0"/>
              </a:spcBef>
              <a:spcAft>
                <a:spcPts val="0"/>
              </a:spcAft>
              <a:buClr>
                <a:schemeClr val="accent6"/>
              </a:buClr>
              <a:buSzPts val="1100"/>
              <a:buFont typeface="DM Sans Medium"/>
              <a:buNone/>
              <a:defRPr>
                <a:solidFill>
                  <a:schemeClr val="accent6"/>
                </a:solidFill>
                <a:latin typeface="DM Sans Medium"/>
                <a:ea typeface="DM Sans Medium"/>
                <a:cs typeface="DM Sans Medium"/>
                <a:sym typeface="DM Sans Medium"/>
              </a:defRPr>
            </a:lvl9pPr>
          </a:lstStyle>
          <a:p>
            <a:endParaRPr/>
          </a:p>
        </p:txBody>
      </p:sp>
      <p:sp>
        <p:nvSpPr>
          <p:cNvPr id="1042" name="Google Shape;1042;p46"/>
          <p:cNvSpPr txBox="1">
            <a:spLocks noGrp="1"/>
          </p:cNvSpPr>
          <p:nvPr>
            <p:ph type="body" idx="3"/>
          </p:nvPr>
        </p:nvSpPr>
        <p:spPr>
          <a:xfrm>
            <a:off x="943800" y="4029278"/>
            <a:ext cx="2389200" cy="377400"/>
          </a:xfrm>
          <a:prstGeom prst="rect">
            <a:avLst/>
          </a:prstGeom>
        </p:spPr>
        <p:txBody>
          <a:bodyPr spcFirstLastPara="1" wrap="square" lIns="0" tIns="0" rIns="0" bIns="0" anchor="t"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43" name="Google Shape;1043;p46"/>
          <p:cNvSpPr txBox="1">
            <a:spLocks noGrp="1"/>
          </p:cNvSpPr>
          <p:nvPr>
            <p:ph type="body" idx="4"/>
          </p:nvPr>
        </p:nvSpPr>
        <p:spPr>
          <a:xfrm>
            <a:off x="3457450" y="1098900"/>
            <a:ext cx="4551900" cy="3109200"/>
          </a:xfrm>
          <a:prstGeom prst="rect">
            <a:avLst/>
          </a:prstGeom>
        </p:spPr>
        <p:txBody>
          <a:bodyPr spcFirstLastPara="1" wrap="square" lIns="0" tIns="0" rIns="0" bIns="0" anchor="t" anchorCtr="0">
            <a:noAutofit/>
          </a:bodyPr>
          <a:lstStyle>
            <a:lvl1pPr marL="457200" lvl="0" indent="-298450">
              <a:spcBef>
                <a:spcPts val="0"/>
              </a:spcBef>
              <a:spcAft>
                <a:spcPts val="0"/>
              </a:spcAft>
              <a:buSzPts val="11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44" name="Google Shape;1044;p46"/>
          <p:cNvSpPr/>
          <p:nvPr/>
        </p:nvSpPr>
        <p:spPr>
          <a:xfrm>
            <a:off x="-72425" y="4274900"/>
            <a:ext cx="1002600" cy="9207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45" name="Google Shape;1045;p46"/>
          <p:cNvSpPr/>
          <p:nvPr/>
        </p:nvSpPr>
        <p:spPr>
          <a:xfrm rot="10800000">
            <a:off x="8141400" y="0"/>
            <a:ext cx="1002600" cy="8619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46" name="Google Shape;1046;p46"/>
          <p:cNvSpPr/>
          <p:nvPr/>
        </p:nvSpPr>
        <p:spPr>
          <a:xfrm>
            <a:off x="8588401" y="4579699"/>
            <a:ext cx="1132200" cy="1132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047" name="Google Shape;1047;p46"/>
          <p:cNvGrpSpPr/>
          <p:nvPr/>
        </p:nvGrpSpPr>
        <p:grpSpPr>
          <a:xfrm>
            <a:off x="-307337" y="-123437"/>
            <a:ext cx="392675" cy="392675"/>
            <a:chOff x="458050" y="265600"/>
            <a:chExt cx="392675" cy="392675"/>
          </a:xfrm>
        </p:grpSpPr>
        <p:sp>
          <p:nvSpPr>
            <p:cNvPr id="1048" name="Google Shape;1048;p46"/>
            <p:cNvSpPr/>
            <p:nvPr/>
          </p:nvSpPr>
          <p:spPr>
            <a:xfrm>
              <a:off x="638050" y="265600"/>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49" name="Google Shape;1049;p46"/>
            <p:cNvSpPr/>
            <p:nvPr/>
          </p:nvSpPr>
          <p:spPr>
            <a:xfrm>
              <a:off x="638050" y="5229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50" name="Google Shape;1050;p46"/>
            <p:cNvSpPr/>
            <p:nvPr/>
          </p:nvSpPr>
          <p:spPr>
            <a:xfrm rot="-5400000">
              <a:off x="509350"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51" name="Google Shape;1051;p46"/>
            <p:cNvSpPr/>
            <p:nvPr/>
          </p:nvSpPr>
          <p:spPr>
            <a:xfrm rot="-5400000">
              <a:off x="766725"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052" name="Google Shape;1052;p46"/>
          <p:cNvGrpSpPr/>
          <p:nvPr/>
        </p:nvGrpSpPr>
        <p:grpSpPr>
          <a:xfrm>
            <a:off x="232563" y="-123450"/>
            <a:ext cx="392675" cy="392675"/>
            <a:chOff x="458050" y="265600"/>
            <a:chExt cx="392675" cy="392675"/>
          </a:xfrm>
        </p:grpSpPr>
        <p:sp>
          <p:nvSpPr>
            <p:cNvPr id="1053" name="Google Shape;1053;p46"/>
            <p:cNvSpPr/>
            <p:nvPr/>
          </p:nvSpPr>
          <p:spPr>
            <a:xfrm>
              <a:off x="638050" y="265600"/>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54" name="Google Shape;1054;p46"/>
            <p:cNvSpPr/>
            <p:nvPr/>
          </p:nvSpPr>
          <p:spPr>
            <a:xfrm>
              <a:off x="638050" y="5229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55" name="Google Shape;1055;p46"/>
            <p:cNvSpPr/>
            <p:nvPr/>
          </p:nvSpPr>
          <p:spPr>
            <a:xfrm rot="-5400000">
              <a:off x="509350"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56" name="Google Shape;1056;p46"/>
            <p:cNvSpPr/>
            <p:nvPr/>
          </p:nvSpPr>
          <p:spPr>
            <a:xfrm rot="-5400000">
              <a:off x="766725" y="394275"/>
              <a:ext cx="32700" cy="135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ontact us slide - v1">
  <p:cSld name="CUSTOM_8_1">
    <p:bg>
      <p:bgPr>
        <a:solidFill>
          <a:schemeClr val="accent1"/>
        </a:solidFill>
        <a:effectLst/>
      </p:bgPr>
    </p:bg>
    <p:spTree>
      <p:nvGrpSpPr>
        <p:cNvPr id="1" name="Shape 1057"/>
        <p:cNvGrpSpPr/>
        <p:nvPr/>
      </p:nvGrpSpPr>
      <p:grpSpPr>
        <a:xfrm>
          <a:off x="0" y="0"/>
          <a:ext cx="0" cy="0"/>
          <a:chOff x="0" y="0"/>
          <a:chExt cx="0" cy="0"/>
        </a:xfrm>
      </p:grpSpPr>
      <p:sp>
        <p:nvSpPr>
          <p:cNvPr id="1058" name="Google Shape;1058;p47"/>
          <p:cNvSpPr txBox="1">
            <a:spLocks noGrp="1"/>
          </p:cNvSpPr>
          <p:nvPr>
            <p:ph type="title"/>
          </p:nvPr>
        </p:nvSpPr>
        <p:spPr>
          <a:xfrm>
            <a:off x="3928625" y="707675"/>
            <a:ext cx="4903500" cy="458100"/>
          </a:xfrm>
          <a:prstGeom prst="rect">
            <a:avLst/>
          </a:prstGeom>
        </p:spPr>
        <p:txBody>
          <a:bodyPr spcFirstLastPara="1" wrap="square" lIns="0" tIns="0" rIns="0" bIns="0" anchor="b" anchorCtr="0">
            <a:noAutofit/>
          </a:bodyPr>
          <a:lstStyle>
            <a:lvl1pPr lvl="0">
              <a:spcBef>
                <a:spcPts val="0"/>
              </a:spcBef>
              <a:spcAft>
                <a:spcPts val="0"/>
              </a:spcAft>
              <a:buClr>
                <a:schemeClr val="accent4"/>
              </a:buClr>
              <a:buSzPts val="2000"/>
              <a:buNone/>
              <a:defRPr>
                <a:solidFill>
                  <a:schemeClr val="accent4"/>
                </a:solidFill>
              </a:defRPr>
            </a:lvl1pPr>
            <a:lvl2pPr lvl="1">
              <a:spcBef>
                <a:spcPts val="0"/>
              </a:spcBef>
              <a:spcAft>
                <a:spcPts val="0"/>
              </a:spcAft>
              <a:buSzPts val="3400"/>
              <a:buNone/>
              <a:defRPr sz="3400"/>
            </a:lvl2pPr>
            <a:lvl3pPr lvl="2">
              <a:spcBef>
                <a:spcPts val="0"/>
              </a:spcBef>
              <a:spcAft>
                <a:spcPts val="0"/>
              </a:spcAft>
              <a:buSzPts val="3400"/>
              <a:buNone/>
              <a:defRPr sz="3400"/>
            </a:lvl3pPr>
            <a:lvl4pPr lvl="3">
              <a:spcBef>
                <a:spcPts val="0"/>
              </a:spcBef>
              <a:spcAft>
                <a:spcPts val="0"/>
              </a:spcAft>
              <a:buSzPts val="3400"/>
              <a:buNone/>
              <a:defRPr sz="3400"/>
            </a:lvl4pPr>
            <a:lvl5pPr lvl="4">
              <a:spcBef>
                <a:spcPts val="0"/>
              </a:spcBef>
              <a:spcAft>
                <a:spcPts val="0"/>
              </a:spcAft>
              <a:buSzPts val="3400"/>
              <a:buNone/>
              <a:defRPr sz="3400"/>
            </a:lvl5pPr>
            <a:lvl6pPr lvl="5">
              <a:spcBef>
                <a:spcPts val="0"/>
              </a:spcBef>
              <a:spcAft>
                <a:spcPts val="0"/>
              </a:spcAft>
              <a:buSzPts val="3400"/>
              <a:buNone/>
              <a:defRPr sz="3400"/>
            </a:lvl6pPr>
            <a:lvl7pPr lvl="6">
              <a:spcBef>
                <a:spcPts val="0"/>
              </a:spcBef>
              <a:spcAft>
                <a:spcPts val="0"/>
              </a:spcAft>
              <a:buSzPts val="3400"/>
              <a:buNone/>
              <a:defRPr sz="3400"/>
            </a:lvl7pPr>
            <a:lvl8pPr lvl="7">
              <a:spcBef>
                <a:spcPts val="0"/>
              </a:spcBef>
              <a:spcAft>
                <a:spcPts val="0"/>
              </a:spcAft>
              <a:buSzPts val="3400"/>
              <a:buNone/>
              <a:defRPr sz="3400"/>
            </a:lvl8pPr>
            <a:lvl9pPr lvl="8">
              <a:spcBef>
                <a:spcPts val="0"/>
              </a:spcBef>
              <a:spcAft>
                <a:spcPts val="0"/>
              </a:spcAft>
              <a:buSzPts val="3400"/>
              <a:buNone/>
              <a:defRPr sz="3400"/>
            </a:lvl9pPr>
          </a:lstStyle>
          <a:p>
            <a:endParaRPr/>
          </a:p>
        </p:txBody>
      </p:sp>
      <p:sp>
        <p:nvSpPr>
          <p:cNvPr id="1059" name="Google Shape;1059;p47"/>
          <p:cNvSpPr>
            <a:spLocks noGrp="1"/>
          </p:cNvSpPr>
          <p:nvPr>
            <p:ph type="pic" idx="2"/>
          </p:nvPr>
        </p:nvSpPr>
        <p:spPr>
          <a:xfrm>
            <a:off x="-8250" y="0"/>
            <a:ext cx="3030300" cy="5143500"/>
          </a:xfrm>
          <a:prstGeom prst="snip2DiagRect">
            <a:avLst>
              <a:gd name="adj1" fmla="val 0"/>
              <a:gd name="adj2" fmla="val 16667"/>
            </a:avLst>
          </a:prstGeom>
          <a:noFill/>
          <a:ln>
            <a:noFill/>
          </a:ln>
        </p:spPr>
      </p:sp>
      <p:sp>
        <p:nvSpPr>
          <p:cNvPr id="1060" name="Google Shape;1060;p47"/>
          <p:cNvSpPr/>
          <p:nvPr/>
        </p:nvSpPr>
        <p:spPr>
          <a:xfrm rot="10800000">
            <a:off x="7634350" y="-519750"/>
            <a:ext cx="2449800" cy="1093800"/>
          </a:xfrm>
          <a:prstGeom prst="snip1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061" name="Google Shape;1061;p47"/>
          <p:cNvGrpSpPr/>
          <p:nvPr/>
        </p:nvGrpSpPr>
        <p:grpSpPr>
          <a:xfrm>
            <a:off x="8137738" y="-49687"/>
            <a:ext cx="392675" cy="392675"/>
            <a:chOff x="458050" y="265600"/>
            <a:chExt cx="392675" cy="392675"/>
          </a:xfrm>
        </p:grpSpPr>
        <p:sp>
          <p:nvSpPr>
            <p:cNvPr id="1062" name="Google Shape;1062;p47"/>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63" name="Google Shape;1063;p47"/>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64" name="Google Shape;1064;p47"/>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65" name="Google Shape;1065;p47"/>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066" name="Google Shape;1066;p47"/>
          <p:cNvGrpSpPr/>
          <p:nvPr/>
        </p:nvGrpSpPr>
        <p:grpSpPr>
          <a:xfrm>
            <a:off x="8677638" y="-49700"/>
            <a:ext cx="392675" cy="392675"/>
            <a:chOff x="458050" y="265600"/>
            <a:chExt cx="392675" cy="392675"/>
          </a:xfrm>
        </p:grpSpPr>
        <p:sp>
          <p:nvSpPr>
            <p:cNvPr id="1067" name="Google Shape;1067;p47"/>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68" name="Google Shape;1068;p47"/>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69" name="Google Shape;1069;p47"/>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70" name="Google Shape;1070;p47"/>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1071" name="Google Shape;1071;p47"/>
          <p:cNvSpPr/>
          <p:nvPr/>
        </p:nvSpPr>
        <p:spPr>
          <a:xfrm>
            <a:off x="2486576" y="4630930"/>
            <a:ext cx="1093800" cy="1093800"/>
          </a:xfrm>
          <a:prstGeom prst="donut">
            <a:avLst>
              <a:gd name="adj" fmla="val 17041"/>
            </a:avLst>
          </a:prstGeom>
          <a:noFill/>
          <a:ln w="38100" cap="flat" cmpd="sng">
            <a:solidFill>
              <a:schemeClr val="accent3"/>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72" name="Google Shape;1072;p47"/>
          <p:cNvSpPr/>
          <p:nvPr/>
        </p:nvSpPr>
        <p:spPr>
          <a:xfrm>
            <a:off x="3928625" y="2664663"/>
            <a:ext cx="288600" cy="250800"/>
          </a:xfrm>
          <a:prstGeom prst="snip2DiagRect">
            <a:avLst>
              <a:gd name="adj1" fmla="val 0"/>
              <a:gd name="adj2" fmla="val 26186"/>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73" name="Google Shape;1073;p47"/>
          <p:cNvSpPr/>
          <p:nvPr/>
        </p:nvSpPr>
        <p:spPr>
          <a:xfrm>
            <a:off x="3928625" y="1748800"/>
            <a:ext cx="288600" cy="250800"/>
          </a:xfrm>
          <a:prstGeom prst="snip2DiagRect">
            <a:avLst>
              <a:gd name="adj1" fmla="val 0"/>
              <a:gd name="adj2" fmla="val 26186"/>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74" name="Google Shape;1074;p47"/>
          <p:cNvSpPr/>
          <p:nvPr/>
        </p:nvSpPr>
        <p:spPr>
          <a:xfrm>
            <a:off x="3928625" y="3580525"/>
            <a:ext cx="288600" cy="250800"/>
          </a:xfrm>
          <a:prstGeom prst="snip2DiagRect">
            <a:avLst>
              <a:gd name="adj1" fmla="val 0"/>
              <a:gd name="adj2" fmla="val 26186"/>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pic>
        <p:nvPicPr>
          <p:cNvPr id="1075" name="Google Shape;1075;p47"/>
          <p:cNvPicPr preferRelativeResize="0"/>
          <p:nvPr/>
        </p:nvPicPr>
        <p:blipFill>
          <a:blip r:embed="rId2">
            <a:alphaModFix/>
          </a:blip>
          <a:stretch>
            <a:fillRect/>
          </a:stretch>
        </p:blipFill>
        <p:spPr>
          <a:xfrm>
            <a:off x="3973750" y="1775025"/>
            <a:ext cx="198350" cy="198350"/>
          </a:xfrm>
          <a:prstGeom prst="rect">
            <a:avLst/>
          </a:prstGeom>
          <a:noFill/>
          <a:ln>
            <a:noFill/>
          </a:ln>
        </p:spPr>
      </p:pic>
      <p:pic>
        <p:nvPicPr>
          <p:cNvPr id="1076" name="Google Shape;1076;p47"/>
          <p:cNvPicPr preferRelativeResize="0"/>
          <p:nvPr/>
        </p:nvPicPr>
        <p:blipFill>
          <a:blip r:embed="rId3">
            <a:alphaModFix/>
          </a:blip>
          <a:stretch>
            <a:fillRect/>
          </a:stretch>
        </p:blipFill>
        <p:spPr>
          <a:xfrm>
            <a:off x="3981600" y="3614593"/>
            <a:ext cx="182650" cy="182650"/>
          </a:xfrm>
          <a:prstGeom prst="rect">
            <a:avLst/>
          </a:prstGeom>
          <a:noFill/>
          <a:ln>
            <a:noFill/>
          </a:ln>
        </p:spPr>
      </p:pic>
      <p:pic>
        <p:nvPicPr>
          <p:cNvPr id="1077" name="Google Shape;1077;p47"/>
          <p:cNvPicPr preferRelativeResize="0"/>
          <p:nvPr/>
        </p:nvPicPr>
        <p:blipFill>
          <a:blip r:embed="rId4">
            <a:alphaModFix/>
          </a:blip>
          <a:stretch>
            <a:fillRect/>
          </a:stretch>
        </p:blipFill>
        <p:spPr>
          <a:xfrm>
            <a:off x="3973749" y="2690899"/>
            <a:ext cx="198350" cy="198326"/>
          </a:xfrm>
          <a:prstGeom prst="rect">
            <a:avLst/>
          </a:prstGeom>
          <a:noFill/>
          <a:ln>
            <a:noFill/>
          </a:ln>
        </p:spPr>
      </p:pic>
      <p:sp>
        <p:nvSpPr>
          <p:cNvPr id="1078" name="Google Shape;1078;p47"/>
          <p:cNvSpPr txBox="1">
            <a:spLocks noGrp="1"/>
          </p:cNvSpPr>
          <p:nvPr>
            <p:ph type="body" idx="1"/>
          </p:nvPr>
        </p:nvSpPr>
        <p:spPr>
          <a:xfrm>
            <a:off x="4316900" y="1999600"/>
            <a:ext cx="4360800" cy="2508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1079" name="Google Shape;1079;p47"/>
          <p:cNvSpPr txBox="1">
            <a:spLocks noGrp="1"/>
          </p:cNvSpPr>
          <p:nvPr>
            <p:ph type="body" idx="3"/>
          </p:nvPr>
        </p:nvSpPr>
        <p:spPr>
          <a:xfrm>
            <a:off x="4316900" y="2957975"/>
            <a:ext cx="4360800" cy="2508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1080" name="Google Shape;1080;p47"/>
          <p:cNvSpPr txBox="1">
            <a:spLocks noGrp="1"/>
          </p:cNvSpPr>
          <p:nvPr>
            <p:ph type="body" idx="4"/>
          </p:nvPr>
        </p:nvSpPr>
        <p:spPr>
          <a:xfrm>
            <a:off x="4316900" y="3862726"/>
            <a:ext cx="4360800" cy="2508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1081" name="Google Shape;1081;p47"/>
          <p:cNvSpPr txBox="1"/>
          <p:nvPr/>
        </p:nvSpPr>
        <p:spPr>
          <a:xfrm>
            <a:off x="4316900" y="1748800"/>
            <a:ext cx="4360800" cy="250800"/>
          </a:xfrm>
          <a:prstGeom prst="rect">
            <a:avLst/>
          </a:prstGeom>
          <a:noFill/>
          <a:ln>
            <a:noFill/>
          </a:ln>
        </p:spPr>
        <p:txBody>
          <a:bodyPr spcFirstLastPara="1" wrap="square" lIns="0" tIns="91425" rIns="91425" bIns="91425" anchor="ctr" anchorCtr="0">
            <a:noAutofit/>
          </a:bodyPr>
          <a:lstStyle/>
          <a:p>
            <a:pPr marL="0" lvl="0" indent="0" algn="l" rtl="0">
              <a:spcBef>
                <a:spcPts val="0"/>
              </a:spcBef>
              <a:spcAft>
                <a:spcPts val="0"/>
              </a:spcAft>
              <a:buNone/>
            </a:pPr>
            <a:r>
              <a:rPr lang="vi" sz="1200">
                <a:solidFill>
                  <a:schemeClr val="accent6"/>
                </a:solidFill>
                <a:latin typeface="DM Sans Medium"/>
                <a:ea typeface="DM Sans Medium"/>
                <a:cs typeface="DM Sans Medium"/>
                <a:sym typeface="DM Sans Medium"/>
              </a:rPr>
              <a:t>Email</a:t>
            </a:r>
            <a:endParaRPr sz="1200">
              <a:solidFill>
                <a:schemeClr val="accent6"/>
              </a:solidFill>
              <a:latin typeface="DM Sans Medium"/>
              <a:ea typeface="DM Sans Medium"/>
              <a:cs typeface="DM Sans Medium"/>
              <a:sym typeface="DM Sans Medium"/>
            </a:endParaRPr>
          </a:p>
        </p:txBody>
      </p:sp>
      <p:sp>
        <p:nvSpPr>
          <p:cNvPr id="1082" name="Google Shape;1082;p47"/>
          <p:cNvSpPr txBox="1"/>
          <p:nvPr/>
        </p:nvSpPr>
        <p:spPr>
          <a:xfrm>
            <a:off x="4316900" y="2664675"/>
            <a:ext cx="4360800" cy="250800"/>
          </a:xfrm>
          <a:prstGeom prst="rect">
            <a:avLst/>
          </a:prstGeom>
          <a:noFill/>
          <a:ln>
            <a:noFill/>
          </a:ln>
        </p:spPr>
        <p:txBody>
          <a:bodyPr spcFirstLastPara="1" wrap="square" lIns="0" tIns="91425" rIns="91425" bIns="91425" anchor="ctr" anchorCtr="0">
            <a:noAutofit/>
          </a:bodyPr>
          <a:lstStyle/>
          <a:p>
            <a:pPr marL="0" lvl="0" indent="0" algn="l" rtl="0">
              <a:spcBef>
                <a:spcPts val="0"/>
              </a:spcBef>
              <a:spcAft>
                <a:spcPts val="0"/>
              </a:spcAft>
              <a:buNone/>
            </a:pPr>
            <a:r>
              <a:rPr lang="vi" sz="1200">
                <a:solidFill>
                  <a:schemeClr val="accent6"/>
                </a:solidFill>
                <a:latin typeface="DM Sans Medium"/>
                <a:ea typeface="DM Sans Medium"/>
                <a:cs typeface="DM Sans Medium"/>
                <a:sym typeface="DM Sans Medium"/>
              </a:rPr>
              <a:t>Contact</a:t>
            </a:r>
            <a:endParaRPr sz="1200">
              <a:solidFill>
                <a:schemeClr val="accent6"/>
              </a:solidFill>
              <a:latin typeface="DM Sans Medium"/>
              <a:ea typeface="DM Sans Medium"/>
              <a:cs typeface="DM Sans Medium"/>
              <a:sym typeface="DM Sans Medium"/>
            </a:endParaRPr>
          </a:p>
        </p:txBody>
      </p:sp>
      <p:sp>
        <p:nvSpPr>
          <p:cNvPr id="1083" name="Google Shape;1083;p47"/>
          <p:cNvSpPr txBox="1"/>
          <p:nvPr/>
        </p:nvSpPr>
        <p:spPr>
          <a:xfrm>
            <a:off x="4316900" y="3580550"/>
            <a:ext cx="4360800" cy="250800"/>
          </a:xfrm>
          <a:prstGeom prst="rect">
            <a:avLst/>
          </a:prstGeom>
          <a:noFill/>
          <a:ln>
            <a:noFill/>
          </a:ln>
        </p:spPr>
        <p:txBody>
          <a:bodyPr spcFirstLastPara="1" wrap="square" lIns="0" tIns="91425" rIns="91425" bIns="91425" anchor="ctr" anchorCtr="0">
            <a:noAutofit/>
          </a:bodyPr>
          <a:lstStyle/>
          <a:p>
            <a:pPr marL="0" lvl="0" indent="0" algn="l" rtl="0">
              <a:spcBef>
                <a:spcPts val="0"/>
              </a:spcBef>
              <a:spcAft>
                <a:spcPts val="0"/>
              </a:spcAft>
              <a:buNone/>
            </a:pPr>
            <a:r>
              <a:rPr lang="vi" sz="1200">
                <a:solidFill>
                  <a:schemeClr val="accent6"/>
                </a:solidFill>
                <a:latin typeface="DM Sans Medium"/>
                <a:ea typeface="DM Sans Medium"/>
                <a:cs typeface="DM Sans Medium"/>
                <a:sym typeface="DM Sans Medium"/>
              </a:rPr>
              <a:t>Website</a:t>
            </a:r>
            <a:endParaRPr sz="1200">
              <a:solidFill>
                <a:schemeClr val="accent6"/>
              </a:solidFill>
              <a:latin typeface="DM Sans Medium"/>
              <a:ea typeface="DM Sans Medium"/>
              <a:cs typeface="DM Sans Medium"/>
              <a:sym typeface="DM Sans Medium"/>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Contact us slide - v3">
  <p:cSld name="CUSTOM_8_2">
    <p:bg>
      <p:bgPr>
        <a:solidFill>
          <a:schemeClr val="accent1"/>
        </a:solidFill>
        <a:effectLst/>
      </p:bgPr>
    </p:bg>
    <p:spTree>
      <p:nvGrpSpPr>
        <p:cNvPr id="1" name="Shape 1084"/>
        <p:cNvGrpSpPr/>
        <p:nvPr/>
      </p:nvGrpSpPr>
      <p:grpSpPr>
        <a:xfrm>
          <a:off x="0" y="0"/>
          <a:ext cx="0" cy="0"/>
          <a:chOff x="0" y="0"/>
          <a:chExt cx="0" cy="0"/>
        </a:xfrm>
      </p:grpSpPr>
      <p:sp>
        <p:nvSpPr>
          <p:cNvPr id="1085" name="Google Shape;1085;p48"/>
          <p:cNvSpPr txBox="1">
            <a:spLocks noGrp="1"/>
          </p:cNvSpPr>
          <p:nvPr>
            <p:ph type="title"/>
          </p:nvPr>
        </p:nvSpPr>
        <p:spPr>
          <a:xfrm>
            <a:off x="3928625" y="822800"/>
            <a:ext cx="4903500" cy="458100"/>
          </a:xfrm>
          <a:prstGeom prst="rect">
            <a:avLst/>
          </a:prstGeom>
        </p:spPr>
        <p:txBody>
          <a:bodyPr spcFirstLastPara="1" wrap="square" lIns="0" tIns="0" rIns="0" bIns="0" anchor="b" anchorCtr="0">
            <a:noAutofit/>
          </a:bodyPr>
          <a:lstStyle>
            <a:lvl1pPr lvl="0">
              <a:spcBef>
                <a:spcPts val="0"/>
              </a:spcBef>
              <a:spcAft>
                <a:spcPts val="0"/>
              </a:spcAft>
              <a:buClr>
                <a:schemeClr val="accent4"/>
              </a:buClr>
              <a:buSzPts val="2000"/>
              <a:buNone/>
              <a:defRPr>
                <a:solidFill>
                  <a:schemeClr val="accent4"/>
                </a:solidFill>
              </a:defRPr>
            </a:lvl1pPr>
            <a:lvl2pPr lvl="1">
              <a:spcBef>
                <a:spcPts val="0"/>
              </a:spcBef>
              <a:spcAft>
                <a:spcPts val="0"/>
              </a:spcAft>
              <a:buSzPts val="3400"/>
              <a:buNone/>
              <a:defRPr sz="3400"/>
            </a:lvl2pPr>
            <a:lvl3pPr lvl="2">
              <a:spcBef>
                <a:spcPts val="0"/>
              </a:spcBef>
              <a:spcAft>
                <a:spcPts val="0"/>
              </a:spcAft>
              <a:buSzPts val="3400"/>
              <a:buNone/>
              <a:defRPr sz="3400"/>
            </a:lvl3pPr>
            <a:lvl4pPr lvl="3">
              <a:spcBef>
                <a:spcPts val="0"/>
              </a:spcBef>
              <a:spcAft>
                <a:spcPts val="0"/>
              </a:spcAft>
              <a:buSzPts val="3400"/>
              <a:buNone/>
              <a:defRPr sz="3400"/>
            </a:lvl4pPr>
            <a:lvl5pPr lvl="4">
              <a:spcBef>
                <a:spcPts val="0"/>
              </a:spcBef>
              <a:spcAft>
                <a:spcPts val="0"/>
              </a:spcAft>
              <a:buSzPts val="3400"/>
              <a:buNone/>
              <a:defRPr sz="3400"/>
            </a:lvl5pPr>
            <a:lvl6pPr lvl="5">
              <a:spcBef>
                <a:spcPts val="0"/>
              </a:spcBef>
              <a:spcAft>
                <a:spcPts val="0"/>
              </a:spcAft>
              <a:buSzPts val="3400"/>
              <a:buNone/>
              <a:defRPr sz="3400"/>
            </a:lvl6pPr>
            <a:lvl7pPr lvl="6">
              <a:spcBef>
                <a:spcPts val="0"/>
              </a:spcBef>
              <a:spcAft>
                <a:spcPts val="0"/>
              </a:spcAft>
              <a:buSzPts val="3400"/>
              <a:buNone/>
              <a:defRPr sz="3400"/>
            </a:lvl7pPr>
            <a:lvl8pPr lvl="7">
              <a:spcBef>
                <a:spcPts val="0"/>
              </a:spcBef>
              <a:spcAft>
                <a:spcPts val="0"/>
              </a:spcAft>
              <a:buSzPts val="3400"/>
              <a:buNone/>
              <a:defRPr sz="3400"/>
            </a:lvl8pPr>
            <a:lvl9pPr lvl="8">
              <a:spcBef>
                <a:spcPts val="0"/>
              </a:spcBef>
              <a:spcAft>
                <a:spcPts val="0"/>
              </a:spcAft>
              <a:buSzPts val="3400"/>
              <a:buNone/>
              <a:defRPr sz="3400"/>
            </a:lvl9pPr>
          </a:lstStyle>
          <a:p>
            <a:endParaRPr/>
          </a:p>
        </p:txBody>
      </p:sp>
      <p:sp>
        <p:nvSpPr>
          <p:cNvPr id="1086" name="Google Shape;1086;p48"/>
          <p:cNvSpPr>
            <a:spLocks noGrp="1"/>
          </p:cNvSpPr>
          <p:nvPr>
            <p:ph type="pic" idx="2"/>
          </p:nvPr>
        </p:nvSpPr>
        <p:spPr>
          <a:xfrm>
            <a:off x="-8250" y="0"/>
            <a:ext cx="3030300" cy="5143500"/>
          </a:xfrm>
          <a:prstGeom prst="snip2DiagRect">
            <a:avLst>
              <a:gd name="adj1" fmla="val 0"/>
              <a:gd name="adj2" fmla="val 16667"/>
            </a:avLst>
          </a:prstGeom>
          <a:noFill/>
          <a:ln>
            <a:noFill/>
          </a:ln>
        </p:spPr>
      </p:sp>
      <p:sp>
        <p:nvSpPr>
          <p:cNvPr id="1087" name="Google Shape;1087;p48"/>
          <p:cNvSpPr/>
          <p:nvPr/>
        </p:nvSpPr>
        <p:spPr>
          <a:xfrm rot="10800000">
            <a:off x="7634350" y="-519750"/>
            <a:ext cx="2449800" cy="1093800"/>
          </a:xfrm>
          <a:prstGeom prst="snip1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088" name="Google Shape;1088;p48"/>
          <p:cNvGrpSpPr/>
          <p:nvPr/>
        </p:nvGrpSpPr>
        <p:grpSpPr>
          <a:xfrm>
            <a:off x="8137738" y="-49687"/>
            <a:ext cx="392675" cy="392675"/>
            <a:chOff x="458050" y="265600"/>
            <a:chExt cx="392675" cy="392675"/>
          </a:xfrm>
        </p:grpSpPr>
        <p:sp>
          <p:nvSpPr>
            <p:cNvPr id="1089" name="Google Shape;1089;p48"/>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90" name="Google Shape;1090;p48"/>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91" name="Google Shape;1091;p48"/>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92" name="Google Shape;1092;p48"/>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093" name="Google Shape;1093;p48"/>
          <p:cNvGrpSpPr/>
          <p:nvPr/>
        </p:nvGrpSpPr>
        <p:grpSpPr>
          <a:xfrm>
            <a:off x="8677638" y="-49700"/>
            <a:ext cx="392675" cy="392675"/>
            <a:chOff x="458050" y="265600"/>
            <a:chExt cx="392675" cy="392675"/>
          </a:xfrm>
        </p:grpSpPr>
        <p:sp>
          <p:nvSpPr>
            <p:cNvPr id="1094" name="Google Shape;1094;p48"/>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95" name="Google Shape;1095;p48"/>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96" name="Google Shape;1096;p48"/>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97" name="Google Shape;1097;p48"/>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1098" name="Google Shape;1098;p48"/>
          <p:cNvSpPr/>
          <p:nvPr/>
        </p:nvSpPr>
        <p:spPr>
          <a:xfrm>
            <a:off x="2486576" y="4630930"/>
            <a:ext cx="1093800" cy="1093800"/>
          </a:xfrm>
          <a:prstGeom prst="donut">
            <a:avLst>
              <a:gd name="adj" fmla="val 17041"/>
            </a:avLst>
          </a:prstGeom>
          <a:noFill/>
          <a:ln w="38100" cap="flat" cmpd="sng">
            <a:solidFill>
              <a:schemeClr val="accent3"/>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099" name="Google Shape;1099;p48"/>
          <p:cNvSpPr/>
          <p:nvPr/>
        </p:nvSpPr>
        <p:spPr>
          <a:xfrm>
            <a:off x="3931600" y="1928125"/>
            <a:ext cx="288600" cy="250800"/>
          </a:xfrm>
          <a:prstGeom prst="snip2DiagRect">
            <a:avLst>
              <a:gd name="adj1" fmla="val 0"/>
              <a:gd name="adj2" fmla="val 26186"/>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00" name="Google Shape;1100;p48"/>
          <p:cNvSpPr/>
          <p:nvPr/>
        </p:nvSpPr>
        <p:spPr>
          <a:xfrm>
            <a:off x="6114375" y="1928125"/>
            <a:ext cx="288600" cy="250800"/>
          </a:xfrm>
          <a:prstGeom prst="snip2DiagRect">
            <a:avLst>
              <a:gd name="adj1" fmla="val 0"/>
              <a:gd name="adj2" fmla="val 26186"/>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01" name="Google Shape;1101;p48"/>
          <p:cNvSpPr/>
          <p:nvPr/>
        </p:nvSpPr>
        <p:spPr>
          <a:xfrm>
            <a:off x="3931600" y="3381675"/>
            <a:ext cx="288600" cy="250800"/>
          </a:xfrm>
          <a:prstGeom prst="snip2DiagRect">
            <a:avLst>
              <a:gd name="adj1" fmla="val 0"/>
              <a:gd name="adj2" fmla="val 26186"/>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02" name="Google Shape;1102;p48"/>
          <p:cNvSpPr/>
          <p:nvPr/>
        </p:nvSpPr>
        <p:spPr>
          <a:xfrm>
            <a:off x="6114375" y="3381675"/>
            <a:ext cx="288600" cy="250800"/>
          </a:xfrm>
          <a:prstGeom prst="snip2DiagRect">
            <a:avLst>
              <a:gd name="adj1" fmla="val 0"/>
              <a:gd name="adj2" fmla="val 26186"/>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pic>
        <p:nvPicPr>
          <p:cNvPr id="1103" name="Google Shape;1103;p48"/>
          <p:cNvPicPr preferRelativeResize="0"/>
          <p:nvPr/>
        </p:nvPicPr>
        <p:blipFill>
          <a:blip r:embed="rId2">
            <a:alphaModFix/>
          </a:blip>
          <a:stretch>
            <a:fillRect/>
          </a:stretch>
        </p:blipFill>
        <p:spPr>
          <a:xfrm>
            <a:off x="3976725" y="3407900"/>
            <a:ext cx="198350" cy="198350"/>
          </a:xfrm>
          <a:prstGeom prst="rect">
            <a:avLst/>
          </a:prstGeom>
          <a:noFill/>
          <a:ln>
            <a:noFill/>
          </a:ln>
        </p:spPr>
      </p:pic>
      <p:pic>
        <p:nvPicPr>
          <p:cNvPr id="1104" name="Google Shape;1104;p48"/>
          <p:cNvPicPr preferRelativeResize="0"/>
          <p:nvPr/>
        </p:nvPicPr>
        <p:blipFill>
          <a:blip r:embed="rId3">
            <a:alphaModFix/>
          </a:blip>
          <a:stretch>
            <a:fillRect/>
          </a:stretch>
        </p:blipFill>
        <p:spPr>
          <a:xfrm>
            <a:off x="6167350" y="3415743"/>
            <a:ext cx="182650" cy="182650"/>
          </a:xfrm>
          <a:prstGeom prst="rect">
            <a:avLst/>
          </a:prstGeom>
          <a:noFill/>
          <a:ln>
            <a:noFill/>
          </a:ln>
        </p:spPr>
      </p:pic>
      <p:pic>
        <p:nvPicPr>
          <p:cNvPr id="1105" name="Google Shape;1105;p48"/>
          <p:cNvPicPr preferRelativeResize="0"/>
          <p:nvPr/>
        </p:nvPicPr>
        <p:blipFill>
          <a:blip r:embed="rId4">
            <a:alphaModFix/>
          </a:blip>
          <a:stretch>
            <a:fillRect/>
          </a:stretch>
        </p:blipFill>
        <p:spPr>
          <a:xfrm>
            <a:off x="3985347" y="1962963"/>
            <a:ext cx="181100" cy="181124"/>
          </a:xfrm>
          <a:prstGeom prst="rect">
            <a:avLst/>
          </a:prstGeom>
          <a:noFill/>
          <a:ln>
            <a:noFill/>
          </a:ln>
        </p:spPr>
      </p:pic>
      <p:pic>
        <p:nvPicPr>
          <p:cNvPr id="1106" name="Google Shape;1106;p48"/>
          <p:cNvPicPr preferRelativeResize="0"/>
          <p:nvPr/>
        </p:nvPicPr>
        <p:blipFill>
          <a:blip r:embed="rId5">
            <a:alphaModFix/>
          </a:blip>
          <a:stretch>
            <a:fillRect/>
          </a:stretch>
        </p:blipFill>
        <p:spPr>
          <a:xfrm>
            <a:off x="6159499" y="1954362"/>
            <a:ext cx="198350" cy="198326"/>
          </a:xfrm>
          <a:prstGeom prst="rect">
            <a:avLst/>
          </a:prstGeom>
          <a:noFill/>
          <a:ln>
            <a:noFill/>
          </a:ln>
        </p:spPr>
      </p:pic>
      <p:sp>
        <p:nvSpPr>
          <p:cNvPr id="1107" name="Google Shape;1107;p48"/>
          <p:cNvSpPr txBox="1">
            <a:spLocks noGrp="1"/>
          </p:cNvSpPr>
          <p:nvPr>
            <p:ph type="body" idx="1"/>
          </p:nvPr>
        </p:nvSpPr>
        <p:spPr>
          <a:xfrm>
            <a:off x="4319875" y="2218350"/>
            <a:ext cx="1609500" cy="3927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1108" name="Google Shape;1108;p48"/>
          <p:cNvSpPr txBox="1">
            <a:spLocks noGrp="1"/>
          </p:cNvSpPr>
          <p:nvPr>
            <p:ph type="body" idx="3"/>
          </p:nvPr>
        </p:nvSpPr>
        <p:spPr>
          <a:xfrm>
            <a:off x="6502650" y="2218350"/>
            <a:ext cx="1609500" cy="3927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1109" name="Google Shape;1109;p48"/>
          <p:cNvSpPr txBox="1">
            <a:spLocks noGrp="1"/>
          </p:cNvSpPr>
          <p:nvPr>
            <p:ph type="body" idx="4"/>
          </p:nvPr>
        </p:nvSpPr>
        <p:spPr>
          <a:xfrm>
            <a:off x="4319875" y="3700900"/>
            <a:ext cx="1609500" cy="3927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1110" name="Google Shape;1110;p48"/>
          <p:cNvSpPr txBox="1">
            <a:spLocks noGrp="1"/>
          </p:cNvSpPr>
          <p:nvPr>
            <p:ph type="body" idx="5"/>
          </p:nvPr>
        </p:nvSpPr>
        <p:spPr>
          <a:xfrm>
            <a:off x="6502650" y="3700900"/>
            <a:ext cx="1609500" cy="392700"/>
          </a:xfrm>
          <a:prstGeom prst="rect">
            <a:avLst/>
          </a:prstGeom>
        </p:spPr>
        <p:txBody>
          <a:bodyPr spcFirstLastPara="1" wrap="square" lIns="0" tIns="0" rIns="0" bIns="0" anchor="t" anchorCtr="0">
            <a:noAutofit/>
          </a:bodyPr>
          <a:lstStyle>
            <a:lvl1pPr marL="457200" lvl="0" indent="-298450">
              <a:spcBef>
                <a:spcPts val="0"/>
              </a:spcBef>
              <a:spcAft>
                <a:spcPts val="0"/>
              </a:spcAft>
              <a:buClr>
                <a:schemeClr val="lt2"/>
              </a:buClr>
              <a:buSzPts val="1100"/>
              <a:buChar char="●"/>
              <a:defRPr>
                <a:solidFill>
                  <a:schemeClr val="lt2"/>
                </a:solidFill>
              </a:defRPr>
            </a:lvl1pPr>
            <a:lvl2pPr marL="914400" lvl="1" indent="-298450">
              <a:spcBef>
                <a:spcPts val="0"/>
              </a:spcBef>
              <a:spcAft>
                <a:spcPts val="0"/>
              </a:spcAft>
              <a:buClr>
                <a:schemeClr val="lt2"/>
              </a:buClr>
              <a:buSzPts val="1100"/>
              <a:buChar char="○"/>
              <a:defRPr>
                <a:solidFill>
                  <a:schemeClr val="lt2"/>
                </a:solidFill>
              </a:defRPr>
            </a:lvl2pPr>
            <a:lvl3pPr marL="1371600" lvl="2" indent="-298450">
              <a:spcBef>
                <a:spcPts val="0"/>
              </a:spcBef>
              <a:spcAft>
                <a:spcPts val="0"/>
              </a:spcAft>
              <a:buClr>
                <a:schemeClr val="lt2"/>
              </a:buClr>
              <a:buSzPts val="1100"/>
              <a:buChar char="■"/>
              <a:defRPr>
                <a:solidFill>
                  <a:schemeClr val="lt2"/>
                </a:solidFill>
              </a:defRPr>
            </a:lvl3pPr>
            <a:lvl4pPr marL="1828800" lvl="3" indent="-298450">
              <a:spcBef>
                <a:spcPts val="0"/>
              </a:spcBef>
              <a:spcAft>
                <a:spcPts val="0"/>
              </a:spcAft>
              <a:buClr>
                <a:schemeClr val="lt2"/>
              </a:buClr>
              <a:buSzPts val="1100"/>
              <a:buChar char="●"/>
              <a:defRPr>
                <a:solidFill>
                  <a:schemeClr val="lt2"/>
                </a:solidFill>
              </a:defRPr>
            </a:lvl4pPr>
            <a:lvl5pPr marL="2286000" lvl="4" indent="-298450">
              <a:spcBef>
                <a:spcPts val="0"/>
              </a:spcBef>
              <a:spcAft>
                <a:spcPts val="0"/>
              </a:spcAft>
              <a:buClr>
                <a:schemeClr val="lt2"/>
              </a:buClr>
              <a:buSzPts val="1100"/>
              <a:buChar char="○"/>
              <a:defRPr>
                <a:solidFill>
                  <a:schemeClr val="lt2"/>
                </a:solidFill>
              </a:defRPr>
            </a:lvl5pPr>
            <a:lvl6pPr marL="2743200" lvl="5" indent="-298450">
              <a:spcBef>
                <a:spcPts val="0"/>
              </a:spcBef>
              <a:spcAft>
                <a:spcPts val="0"/>
              </a:spcAft>
              <a:buClr>
                <a:schemeClr val="lt2"/>
              </a:buClr>
              <a:buSzPts val="1100"/>
              <a:buChar char="■"/>
              <a:defRPr>
                <a:solidFill>
                  <a:schemeClr val="lt2"/>
                </a:solidFill>
              </a:defRPr>
            </a:lvl6pPr>
            <a:lvl7pPr marL="3200400" lvl="6" indent="-298450">
              <a:spcBef>
                <a:spcPts val="0"/>
              </a:spcBef>
              <a:spcAft>
                <a:spcPts val="0"/>
              </a:spcAft>
              <a:buClr>
                <a:schemeClr val="lt2"/>
              </a:buClr>
              <a:buSzPts val="1100"/>
              <a:buChar char="●"/>
              <a:defRPr>
                <a:solidFill>
                  <a:schemeClr val="lt2"/>
                </a:solidFill>
              </a:defRPr>
            </a:lvl7pPr>
            <a:lvl8pPr marL="3657600" lvl="7" indent="-298450">
              <a:spcBef>
                <a:spcPts val="0"/>
              </a:spcBef>
              <a:spcAft>
                <a:spcPts val="0"/>
              </a:spcAft>
              <a:buClr>
                <a:schemeClr val="lt2"/>
              </a:buClr>
              <a:buSzPts val="1100"/>
              <a:buChar char="○"/>
              <a:defRPr>
                <a:solidFill>
                  <a:schemeClr val="lt2"/>
                </a:solidFill>
              </a:defRPr>
            </a:lvl8pPr>
            <a:lvl9pPr marL="4114800" lvl="8" indent="-298450">
              <a:spcBef>
                <a:spcPts val="0"/>
              </a:spcBef>
              <a:spcAft>
                <a:spcPts val="0"/>
              </a:spcAft>
              <a:buClr>
                <a:schemeClr val="lt2"/>
              </a:buClr>
              <a:buSzPts val="1100"/>
              <a:buChar char="■"/>
              <a:defRPr>
                <a:solidFill>
                  <a:schemeClr val="lt2"/>
                </a:solidFill>
              </a:defRPr>
            </a:lvl9pPr>
          </a:lstStyle>
          <a:p>
            <a:endParaRPr/>
          </a:p>
        </p:txBody>
      </p:sp>
      <p:sp>
        <p:nvSpPr>
          <p:cNvPr id="1111" name="Google Shape;1111;p48"/>
          <p:cNvSpPr txBox="1"/>
          <p:nvPr/>
        </p:nvSpPr>
        <p:spPr>
          <a:xfrm>
            <a:off x="4319875" y="1928125"/>
            <a:ext cx="1609500" cy="250800"/>
          </a:xfrm>
          <a:prstGeom prst="rect">
            <a:avLst/>
          </a:prstGeom>
          <a:noFill/>
          <a:ln>
            <a:noFill/>
          </a:ln>
        </p:spPr>
        <p:txBody>
          <a:bodyPr spcFirstLastPara="1" wrap="square" lIns="0" tIns="91425" rIns="91425" bIns="91425" anchor="ctr" anchorCtr="0">
            <a:noAutofit/>
          </a:bodyPr>
          <a:lstStyle/>
          <a:p>
            <a:pPr marL="0" lvl="0" indent="0" algn="l" rtl="0">
              <a:spcBef>
                <a:spcPts val="0"/>
              </a:spcBef>
              <a:spcAft>
                <a:spcPts val="0"/>
              </a:spcAft>
              <a:buNone/>
            </a:pPr>
            <a:r>
              <a:rPr lang="vi" sz="1200">
                <a:solidFill>
                  <a:schemeClr val="accent6"/>
                </a:solidFill>
                <a:latin typeface="DM Sans Medium"/>
                <a:ea typeface="DM Sans Medium"/>
                <a:cs typeface="DM Sans Medium"/>
                <a:sym typeface="DM Sans Medium"/>
              </a:rPr>
              <a:t>Address</a:t>
            </a:r>
            <a:endParaRPr sz="1200">
              <a:solidFill>
                <a:schemeClr val="accent6"/>
              </a:solidFill>
              <a:latin typeface="DM Sans Medium"/>
              <a:ea typeface="DM Sans Medium"/>
              <a:cs typeface="DM Sans Medium"/>
              <a:sym typeface="DM Sans Medium"/>
            </a:endParaRPr>
          </a:p>
        </p:txBody>
      </p:sp>
      <p:sp>
        <p:nvSpPr>
          <p:cNvPr id="1112" name="Google Shape;1112;p48"/>
          <p:cNvSpPr txBox="1"/>
          <p:nvPr/>
        </p:nvSpPr>
        <p:spPr>
          <a:xfrm>
            <a:off x="6502650" y="1928125"/>
            <a:ext cx="1609500" cy="250800"/>
          </a:xfrm>
          <a:prstGeom prst="rect">
            <a:avLst/>
          </a:prstGeom>
          <a:noFill/>
          <a:ln>
            <a:noFill/>
          </a:ln>
        </p:spPr>
        <p:txBody>
          <a:bodyPr spcFirstLastPara="1" wrap="square" lIns="0" tIns="91425" rIns="91425" bIns="91425" anchor="ctr" anchorCtr="0">
            <a:noAutofit/>
          </a:bodyPr>
          <a:lstStyle/>
          <a:p>
            <a:pPr marL="0" lvl="0" indent="0" algn="l" rtl="0">
              <a:spcBef>
                <a:spcPts val="0"/>
              </a:spcBef>
              <a:spcAft>
                <a:spcPts val="0"/>
              </a:spcAft>
              <a:buNone/>
            </a:pPr>
            <a:r>
              <a:rPr lang="vi" sz="1200">
                <a:solidFill>
                  <a:schemeClr val="accent6"/>
                </a:solidFill>
                <a:latin typeface="DM Sans Medium"/>
                <a:ea typeface="DM Sans Medium"/>
                <a:cs typeface="DM Sans Medium"/>
                <a:sym typeface="DM Sans Medium"/>
              </a:rPr>
              <a:t>Contact</a:t>
            </a:r>
            <a:endParaRPr sz="1200">
              <a:solidFill>
                <a:schemeClr val="accent6"/>
              </a:solidFill>
              <a:latin typeface="DM Sans Medium"/>
              <a:ea typeface="DM Sans Medium"/>
              <a:cs typeface="DM Sans Medium"/>
              <a:sym typeface="DM Sans Medium"/>
            </a:endParaRPr>
          </a:p>
        </p:txBody>
      </p:sp>
      <p:sp>
        <p:nvSpPr>
          <p:cNvPr id="1113" name="Google Shape;1113;p48"/>
          <p:cNvSpPr txBox="1"/>
          <p:nvPr/>
        </p:nvSpPr>
        <p:spPr>
          <a:xfrm>
            <a:off x="4319875" y="3381675"/>
            <a:ext cx="1609500" cy="250800"/>
          </a:xfrm>
          <a:prstGeom prst="rect">
            <a:avLst/>
          </a:prstGeom>
          <a:noFill/>
          <a:ln>
            <a:noFill/>
          </a:ln>
        </p:spPr>
        <p:txBody>
          <a:bodyPr spcFirstLastPara="1" wrap="square" lIns="0" tIns="91425" rIns="91425" bIns="91425" anchor="ctr" anchorCtr="0">
            <a:noAutofit/>
          </a:bodyPr>
          <a:lstStyle/>
          <a:p>
            <a:pPr marL="0" lvl="0" indent="0" algn="l" rtl="0">
              <a:spcBef>
                <a:spcPts val="0"/>
              </a:spcBef>
              <a:spcAft>
                <a:spcPts val="0"/>
              </a:spcAft>
              <a:buNone/>
            </a:pPr>
            <a:r>
              <a:rPr lang="vi" sz="1200">
                <a:solidFill>
                  <a:schemeClr val="accent6"/>
                </a:solidFill>
                <a:latin typeface="DM Sans Medium"/>
                <a:ea typeface="DM Sans Medium"/>
                <a:cs typeface="DM Sans Medium"/>
                <a:sym typeface="DM Sans Medium"/>
              </a:rPr>
              <a:t>Email</a:t>
            </a:r>
            <a:endParaRPr sz="1200">
              <a:solidFill>
                <a:schemeClr val="accent6"/>
              </a:solidFill>
              <a:latin typeface="DM Sans Medium"/>
              <a:ea typeface="DM Sans Medium"/>
              <a:cs typeface="DM Sans Medium"/>
              <a:sym typeface="DM Sans Medium"/>
            </a:endParaRPr>
          </a:p>
        </p:txBody>
      </p:sp>
      <p:sp>
        <p:nvSpPr>
          <p:cNvPr id="1114" name="Google Shape;1114;p48"/>
          <p:cNvSpPr txBox="1"/>
          <p:nvPr/>
        </p:nvSpPr>
        <p:spPr>
          <a:xfrm>
            <a:off x="6502650" y="3381675"/>
            <a:ext cx="1609500" cy="250800"/>
          </a:xfrm>
          <a:prstGeom prst="rect">
            <a:avLst/>
          </a:prstGeom>
          <a:noFill/>
          <a:ln>
            <a:noFill/>
          </a:ln>
        </p:spPr>
        <p:txBody>
          <a:bodyPr spcFirstLastPara="1" wrap="square" lIns="0" tIns="91425" rIns="91425" bIns="91425" anchor="ctr" anchorCtr="0">
            <a:noAutofit/>
          </a:bodyPr>
          <a:lstStyle/>
          <a:p>
            <a:pPr marL="0" lvl="0" indent="0" algn="l" rtl="0">
              <a:spcBef>
                <a:spcPts val="0"/>
              </a:spcBef>
              <a:spcAft>
                <a:spcPts val="0"/>
              </a:spcAft>
              <a:buNone/>
            </a:pPr>
            <a:r>
              <a:rPr lang="vi" sz="1200">
                <a:solidFill>
                  <a:schemeClr val="accent6"/>
                </a:solidFill>
                <a:latin typeface="DM Sans Medium"/>
                <a:ea typeface="DM Sans Medium"/>
                <a:cs typeface="DM Sans Medium"/>
                <a:sym typeface="DM Sans Medium"/>
              </a:rPr>
              <a:t>Website</a:t>
            </a:r>
            <a:endParaRPr sz="1200">
              <a:solidFill>
                <a:schemeClr val="accent6"/>
              </a:solidFill>
              <a:latin typeface="DM Sans Medium"/>
              <a:ea typeface="DM Sans Medium"/>
              <a:cs typeface="DM Sans Medium"/>
              <a:sym typeface="DM Sans Medium"/>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Slide Multiple Quiz Options 4 v1">
  <p:cSld name="CUSTOM_29_2">
    <p:spTree>
      <p:nvGrpSpPr>
        <p:cNvPr id="1" name="Shape 1115"/>
        <p:cNvGrpSpPr/>
        <p:nvPr/>
      </p:nvGrpSpPr>
      <p:grpSpPr>
        <a:xfrm>
          <a:off x="0" y="0"/>
          <a:ext cx="0" cy="0"/>
          <a:chOff x="0" y="0"/>
          <a:chExt cx="0" cy="0"/>
        </a:xfrm>
      </p:grpSpPr>
      <p:sp>
        <p:nvSpPr>
          <p:cNvPr id="1116" name="Google Shape;1116;p49"/>
          <p:cNvSpPr txBox="1">
            <a:spLocks noGrp="1"/>
          </p:cNvSpPr>
          <p:nvPr>
            <p:ph type="title"/>
          </p:nvPr>
        </p:nvSpPr>
        <p:spPr>
          <a:xfrm>
            <a:off x="379400" y="559050"/>
            <a:ext cx="8198400" cy="863700"/>
          </a:xfrm>
          <a:prstGeom prst="rect">
            <a:avLst/>
          </a:prstGeom>
        </p:spPr>
        <p:txBody>
          <a:bodyPr spcFirstLastPara="1" wrap="square" lIns="0" tIns="0" rIns="0" bIns="0"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117" name="Google Shape;1117;p49"/>
          <p:cNvSpPr/>
          <p:nvPr/>
        </p:nvSpPr>
        <p:spPr>
          <a:xfrm>
            <a:off x="379400" y="2520575"/>
            <a:ext cx="815400" cy="730500"/>
          </a:xfrm>
          <a:prstGeom prst="snip2DiagRect">
            <a:avLst>
              <a:gd name="adj1" fmla="val 0"/>
              <a:gd name="adj2"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chemeClr val="lt2"/>
              </a:solidFill>
              <a:latin typeface="Fredoka"/>
              <a:ea typeface="Fredoka"/>
              <a:cs typeface="Fredoka"/>
              <a:sym typeface="Fredoka"/>
            </a:endParaRPr>
          </a:p>
        </p:txBody>
      </p:sp>
      <p:sp>
        <p:nvSpPr>
          <p:cNvPr id="1118" name="Google Shape;1118;p49"/>
          <p:cNvSpPr/>
          <p:nvPr/>
        </p:nvSpPr>
        <p:spPr>
          <a:xfrm>
            <a:off x="4581475" y="2520575"/>
            <a:ext cx="815400" cy="730500"/>
          </a:xfrm>
          <a:prstGeom prst="snip2DiagRect">
            <a:avLst>
              <a:gd name="adj1" fmla="val 0"/>
              <a:gd name="adj2"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chemeClr val="lt2"/>
              </a:solidFill>
              <a:latin typeface="Fredoka"/>
              <a:ea typeface="Fredoka"/>
              <a:cs typeface="Fredoka"/>
              <a:sym typeface="Fredoka"/>
            </a:endParaRPr>
          </a:p>
        </p:txBody>
      </p:sp>
      <p:sp>
        <p:nvSpPr>
          <p:cNvPr id="1119" name="Google Shape;1119;p49"/>
          <p:cNvSpPr/>
          <p:nvPr/>
        </p:nvSpPr>
        <p:spPr>
          <a:xfrm>
            <a:off x="379400" y="3705550"/>
            <a:ext cx="815400" cy="730500"/>
          </a:xfrm>
          <a:prstGeom prst="snip2DiagRect">
            <a:avLst>
              <a:gd name="adj1" fmla="val 0"/>
              <a:gd name="adj2" fmla="val 16667"/>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chemeClr val="lt2"/>
              </a:solidFill>
              <a:latin typeface="Fredoka"/>
              <a:ea typeface="Fredoka"/>
              <a:cs typeface="Fredoka"/>
              <a:sym typeface="Fredoka"/>
            </a:endParaRPr>
          </a:p>
        </p:txBody>
      </p:sp>
      <p:sp>
        <p:nvSpPr>
          <p:cNvPr id="1120" name="Google Shape;1120;p49"/>
          <p:cNvSpPr/>
          <p:nvPr/>
        </p:nvSpPr>
        <p:spPr>
          <a:xfrm>
            <a:off x="4581475" y="3705550"/>
            <a:ext cx="815400" cy="730500"/>
          </a:xfrm>
          <a:prstGeom prst="snip2DiagRect">
            <a:avLst>
              <a:gd name="adj1" fmla="val 0"/>
              <a:gd name="adj2" fmla="val 16667"/>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chemeClr val="lt2"/>
              </a:solidFill>
              <a:latin typeface="Fredoka"/>
              <a:ea typeface="Fredoka"/>
              <a:cs typeface="Fredoka"/>
              <a:sym typeface="Fredoka"/>
            </a:endParaRPr>
          </a:p>
        </p:txBody>
      </p:sp>
      <p:sp>
        <p:nvSpPr>
          <p:cNvPr id="1121" name="Google Shape;1121;p49"/>
          <p:cNvSpPr txBox="1">
            <a:spLocks noGrp="1"/>
          </p:cNvSpPr>
          <p:nvPr>
            <p:ph type="body" idx="1"/>
          </p:nvPr>
        </p:nvSpPr>
        <p:spPr>
          <a:xfrm>
            <a:off x="1321375" y="2620163"/>
            <a:ext cx="3054300" cy="531300"/>
          </a:xfrm>
          <a:prstGeom prst="rect">
            <a:avLst/>
          </a:prstGeom>
        </p:spPr>
        <p:txBody>
          <a:bodyPr spcFirstLastPara="1" wrap="square" lIns="0" tIns="0" rIns="0" bIns="0" anchor="ctr"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1122" name="Google Shape;1122;p49"/>
          <p:cNvSpPr txBox="1">
            <a:spLocks noGrp="1"/>
          </p:cNvSpPr>
          <p:nvPr>
            <p:ph type="body" idx="2"/>
          </p:nvPr>
        </p:nvSpPr>
        <p:spPr>
          <a:xfrm>
            <a:off x="5523450" y="2620163"/>
            <a:ext cx="3054300" cy="531300"/>
          </a:xfrm>
          <a:prstGeom prst="rect">
            <a:avLst/>
          </a:prstGeom>
        </p:spPr>
        <p:txBody>
          <a:bodyPr spcFirstLastPara="1" wrap="square" lIns="0" tIns="0" rIns="0" bIns="0" anchor="ctr"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1123" name="Google Shape;1123;p49"/>
          <p:cNvSpPr txBox="1">
            <a:spLocks noGrp="1"/>
          </p:cNvSpPr>
          <p:nvPr>
            <p:ph type="body" idx="3"/>
          </p:nvPr>
        </p:nvSpPr>
        <p:spPr>
          <a:xfrm>
            <a:off x="1321375" y="3818563"/>
            <a:ext cx="3054300" cy="531300"/>
          </a:xfrm>
          <a:prstGeom prst="rect">
            <a:avLst/>
          </a:prstGeom>
        </p:spPr>
        <p:txBody>
          <a:bodyPr spcFirstLastPara="1" wrap="square" lIns="0" tIns="0" rIns="0" bIns="0" anchor="ctr"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1124" name="Google Shape;1124;p49"/>
          <p:cNvSpPr txBox="1">
            <a:spLocks noGrp="1"/>
          </p:cNvSpPr>
          <p:nvPr>
            <p:ph type="body" idx="4"/>
          </p:nvPr>
        </p:nvSpPr>
        <p:spPr>
          <a:xfrm>
            <a:off x="5523450" y="3818563"/>
            <a:ext cx="3054300" cy="531300"/>
          </a:xfrm>
          <a:prstGeom prst="rect">
            <a:avLst/>
          </a:prstGeom>
        </p:spPr>
        <p:txBody>
          <a:bodyPr spcFirstLastPara="1" wrap="square" lIns="0" tIns="0" rIns="0" bIns="0" anchor="ctr"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1125" name="Google Shape;1125;p49"/>
          <p:cNvSpPr txBox="1">
            <a:spLocks noGrp="1"/>
          </p:cNvSpPr>
          <p:nvPr>
            <p:ph type="subTitle" idx="5"/>
          </p:nvPr>
        </p:nvSpPr>
        <p:spPr>
          <a:xfrm>
            <a:off x="542300" y="2669525"/>
            <a:ext cx="489600" cy="432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100"/>
              <a:buNone/>
              <a:defRPr>
                <a:solidFill>
                  <a:schemeClr val="dk1"/>
                </a:solidFill>
              </a:defRPr>
            </a:lvl2pPr>
            <a:lvl3pPr lvl="2">
              <a:spcBef>
                <a:spcPts val="0"/>
              </a:spcBef>
              <a:spcAft>
                <a:spcPts val="0"/>
              </a:spcAft>
              <a:buClr>
                <a:schemeClr val="dk1"/>
              </a:buClr>
              <a:buSzPts val="1100"/>
              <a:buNone/>
              <a:defRPr>
                <a:solidFill>
                  <a:schemeClr val="dk1"/>
                </a:solidFill>
              </a:defRPr>
            </a:lvl3pPr>
            <a:lvl4pPr lvl="3">
              <a:spcBef>
                <a:spcPts val="0"/>
              </a:spcBef>
              <a:spcAft>
                <a:spcPts val="0"/>
              </a:spcAft>
              <a:buClr>
                <a:schemeClr val="dk1"/>
              </a:buClr>
              <a:buSzPts val="1100"/>
              <a:buNone/>
              <a:defRPr>
                <a:solidFill>
                  <a:schemeClr val="dk1"/>
                </a:solidFill>
              </a:defRPr>
            </a:lvl4pPr>
            <a:lvl5pPr lvl="4">
              <a:spcBef>
                <a:spcPts val="0"/>
              </a:spcBef>
              <a:spcAft>
                <a:spcPts val="0"/>
              </a:spcAft>
              <a:buClr>
                <a:schemeClr val="dk1"/>
              </a:buClr>
              <a:buSzPts val="1100"/>
              <a:buNone/>
              <a:defRPr>
                <a:solidFill>
                  <a:schemeClr val="dk1"/>
                </a:solidFill>
              </a:defRPr>
            </a:lvl5pPr>
            <a:lvl6pPr lvl="5">
              <a:spcBef>
                <a:spcPts val="0"/>
              </a:spcBef>
              <a:spcAft>
                <a:spcPts val="0"/>
              </a:spcAft>
              <a:buClr>
                <a:schemeClr val="dk1"/>
              </a:buClr>
              <a:buSzPts val="1100"/>
              <a:buNone/>
              <a:defRPr>
                <a:solidFill>
                  <a:schemeClr val="dk1"/>
                </a:solidFill>
              </a:defRPr>
            </a:lvl6pPr>
            <a:lvl7pPr lvl="6">
              <a:spcBef>
                <a:spcPts val="0"/>
              </a:spcBef>
              <a:spcAft>
                <a:spcPts val="0"/>
              </a:spcAft>
              <a:buClr>
                <a:schemeClr val="dk1"/>
              </a:buClr>
              <a:buSzPts val="1100"/>
              <a:buNone/>
              <a:defRPr>
                <a:solidFill>
                  <a:schemeClr val="dk1"/>
                </a:solidFill>
              </a:defRPr>
            </a:lvl7pPr>
            <a:lvl8pPr lvl="7">
              <a:spcBef>
                <a:spcPts val="0"/>
              </a:spcBef>
              <a:spcAft>
                <a:spcPts val="0"/>
              </a:spcAft>
              <a:buClr>
                <a:schemeClr val="dk1"/>
              </a:buClr>
              <a:buSzPts val="1100"/>
              <a:buNone/>
              <a:defRPr>
                <a:solidFill>
                  <a:schemeClr val="dk1"/>
                </a:solidFill>
              </a:defRPr>
            </a:lvl8pPr>
            <a:lvl9pPr lvl="8">
              <a:spcBef>
                <a:spcPts val="0"/>
              </a:spcBef>
              <a:spcAft>
                <a:spcPts val="0"/>
              </a:spcAft>
              <a:buClr>
                <a:schemeClr val="dk1"/>
              </a:buClr>
              <a:buSzPts val="1100"/>
              <a:buNone/>
              <a:defRPr>
                <a:solidFill>
                  <a:schemeClr val="dk1"/>
                </a:solidFill>
              </a:defRPr>
            </a:lvl9pPr>
          </a:lstStyle>
          <a:p>
            <a:endParaRPr/>
          </a:p>
        </p:txBody>
      </p:sp>
      <p:sp>
        <p:nvSpPr>
          <p:cNvPr id="1126" name="Google Shape;1126;p49"/>
          <p:cNvSpPr txBox="1">
            <a:spLocks noGrp="1"/>
          </p:cNvSpPr>
          <p:nvPr>
            <p:ph type="subTitle" idx="6"/>
          </p:nvPr>
        </p:nvSpPr>
        <p:spPr>
          <a:xfrm>
            <a:off x="4744375" y="2669525"/>
            <a:ext cx="489600" cy="432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100"/>
              <a:buNone/>
              <a:defRPr>
                <a:solidFill>
                  <a:schemeClr val="dk1"/>
                </a:solidFill>
              </a:defRPr>
            </a:lvl2pPr>
            <a:lvl3pPr lvl="2">
              <a:spcBef>
                <a:spcPts val="0"/>
              </a:spcBef>
              <a:spcAft>
                <a:spcPts val="0"/>
              </a:spcAft>
              <a:buClr>
                <a:schemeClr val="dk1"/>
              </a:buClr>
              <a:buSzPts val="1100"/>
              <a:buNone/>
              <a:defRPr>
                <a:solidFill>
                  <a:schemeClr val="dk1"/>
                </a:solidFill>
              </a:defRPr>
            </a:lvl3pPr>
            <a:lvl4pPr lvl="3">
              <a:spcBef>
                <a:spcPts val="0"/>
              </a:spcBef>
              <a:spcAft>
                <a:spcPts val="0"/>
              </a:spcAft>
              <a:buClr>
                <a:schemeClr val="dk1"/>
              </a:buClr>
              <a:buSzPts val="1100"/>
              <a:buNone/>
              <a:defRPr>
                <a:solidFill>
                  <a:schemeClr val="dk1"/>
                </a:solidFill>
              </a:defRPr>
            </a:lvl4pPr>
            <a:lvl5pPr lvl="4">
              <a:spcBef>
                <a:spcPts val="0"/>
              </a:spcBef>
              <a:spcAft>
                <a:spcPts val="0"/>
              </a:spcAft>
              <a:buClr>
                <a:schemeClr val="dk1"/>
              </a:buClr>
              <a:buSzPts val="1100"/>
              <a:buNone/>
              <a:defRPr>
                <a:solidFill>
                  <a:schemeClr val="dk1"/>
                </a:solidFill>
              </a:defRPr>
            </a:lvl5pPr>
            <a:lvl6pPr lvl="5">
              <a:spcBef>
                <a:spcPts val="0"/>
              </a:spcBef>
              <a:spcAft>
                <a:spcPts val="0"/>
              </a:spcAft>
              <a:buClr>
                <a:schemeClr val="dk1"/>
              </a:buClr>
              <a:buSzPts val="1100"/>
              <a:buNone/>
              <a:defRPr>
                <a:solidFill>
                  <a:schemeClr val="dk1"/>
                </a:solidFill>
              </a:defRPr>
            </a:lvl6pPr>
            <a:lvl7pPr lvl="6">
              <a:spcBef>
                <a:spcPts val="0"/>
              </a:spcBef>
              <a:spcAft>
                <a:spcPts val="0"/>
              </a:spcAft>
              <a:buClr>
                <a:schemeClr val="dk1"/>
              </a:buClr>
              <a:buSzPts val="1100"/>
              <a:buNone/>
              <a:defRPr>
                <a:solidFill>
                  <a:schemeClr val="dk1"/>
                </a:solidFill>
              </a:defRPr>
            </a:lvl7pPr>
            <a:lvl8pPr lvl="7">
              <a:spcBef>
                <a:spcPts val="0"/>
              </a:spcBef>
              <a:spcAft>
                <a:spcPts val="0"/>
              </a:spcAft>
              <a:buClr>
                <a:schemeClr val="dk1"/>
              </a:buClr>
              <a:buSzPts val="1100"/>
              <a:buNone/>
              <a:defRPr>
                <a:solidFill>
                  <a:schemeClr val="dk1"/>
                </a:solidFill>
              </a:defRPr>
            </a:lvl8pPr>
            <a:lvl9pPr lvl="8">
              <a:spcBef>
                <a:spcPts val="0"/>
              </a:spcBef>
              <a:spcAft>
                <a:spcPts val="0"/>
              </a:spcAft>
              <a:buClr>
                <a:schemeClr val="dk1"/>
              </a:buClr>
              <a:buSzPts val="1100"/>
              <a:buNone/>
              <a:defRPr>
                <a:solidFill>
                  <a:schemeClr val="dk1"/>
                </a:solidFill>
              </a:defRPr>
            </a:lvl9pPr>
          </a:lstStyle>
          <a:p>
            <a:endParaRPr/>
          </a:p>
        </p:txBody>
      </p:sp>
      <p:sp>
        <p:nvSpPr>
          <p:cNvPr id="1127" name="Google Shape;1127;p49"/>
          <p:cNvSpPr txBox="1">
            <a:spLocks noGrp="1"/>
          </p:cNvSpPr>
          <p:nvPr>
            <p:ph type="subTitle" idx="7"/>
          </p:nvPr>
        </p:nvSpPr>
        <p:spPr>
          <a:xfrm>
            <a:off x="542300" y="3867925"/>
            <a:ext cx="489600" cy="432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100"/>
              <a:buNone/>
              <a:defRPr>
                <a:solidFill>
                  <a:schemeClr val="dk1"/>
                </a:solidFill>
              </a:defRPr>
            </a:lvl2pPr>
            <a:lvl3pPr lvl="2">
              <a:spcBef>
                <a:spcPts val="0"/>
              </a:spcBef>
              <a:spcAft>
                <a:spcPts val="0"/>
              </a:spcAft>
              <a:buClr>
                <a:schemeClr val="dk1"/>
              </a:buClr>
              <a:buSzPts val="1100"/>
              <a:buNone/>
              <a:defRPr>
                <a:solidFill>
                  <a:schemeClr val="dk1"/>
                </a:solidFill>
              </a:defRPr>
            </a:lvl3pPr>
            <a:lvl4pPr lvl="3">
              <a:spcBef>
                <a:spcPts val="0"/>
              </a:spcBef>
              <a:spcAft>
                <a:spcPts val="0"/>
              </a:spcAft>
              <a:buClr>
                <a:schemeClr val="dk1"/>
              </a:buClr>
              <a:buSzPts val="1100"/>
              <a:buNone/>
              <a:defRPr>
                <a:solidFill>
                  <a:schemeClr val="dk1"/>
                </a:solidFill>
              </a:defRPr>
            </a:lvl4pPr>
            <a:lvl5pPr lvl="4">
              <a:spcBef>
                <a:spcPts val="0"/>
              </a:spcBef>
              <a:spcAft>
                <a:spcPts val="0"/>
              </a:spcAft>
              <a:buClr>
                <a:schemeClr val="dk1"/>
              </a:buClr>
              <a:buSzPts val="1100"/>
              <a:buNone/>
              <a:defRPr>
                <a:solidFill>
                  <a:schemeClr val="dk1"/>
                </a:solidFill>
              </a:defRPr>
            </a:lvl5pPr>
            <a:lvl6pPr lvl="5">
              <a:spcBef>
                <a:spcPts val="0"/>
              </a:spcBef>
              <a:spcAft>
                <a:spcPts val="0"/>
              </a:spcAft>
              <a:buClr>
                <a:schemeClr val="dk1"/>
              </a:buClr>
              <a:buSzPts val="1100"/>
              <a:buNone/>
              <a:defRPr>
                <a:solidFill>
                  <a:schemeClr val="dk1"/>
                </a:solidFill>
              </a:defRPr>
            </a:lvl6pPr>
            <a:lvl7pPr lvl="6">
              <a:spcBef>
                <a:spcPts val="0"/>
              </a:spcBef>
              <a:spcAft>
                <a:spcPts val="0"/>
              </a:spcAft>
              <a:buClr>
                <a:schemeClr val="dk1"/>
              </a:buClr>
              <a:buSzPts val="1100"/>
              <a:buNone/>
              <a:defRPr>
                <a:solidFill>
                  <a:schemeClr val="dk1"/>
                </a:solidFill>
              </a:defRPr>
            </a:lvl7pPr>
            <a:lvl8pPr lvl="7">
              <a:spcBef>
                <a:spcPts val="0"/>
              </a:spcBef>
              <a:spcAft>
                <a:spcPts val="0"/>
              </a:spcAft>
              <a:buClr>
                <a:schemeClr val="dk1"/>
              </a:buClr>
              <a:buSzPts val="1100"/>
              <a:buNone/>
              <a:defRPr>
                <a:solidFill>
                  <a:schemeClr val="dk1"/>
                </a:solidFill>
              </a:defRPr>
            </a:lvl8pPr>
            <a:lvl9pPr lvl="8">
              <a:spcBef>
                <a:spcPts val="0"/>
              </a:spcBef>
              <a:spcAft>
                <a:spcPts val="0"/>
              </a:spcAft>
              <a:buClr>
                <a:schemeClr val="dk1"/>
              </a:buClr>
              <a:buSzPts val="1100"/>
              <a:buNone/>
              <a:defRPr>
                <a:solidFill>
                  <a:schemeClr val="dk1"/>
                </a:solidFill>
              </a:defRPr>
            </a:lvl9pPr>
          </a:lstStyle>
          <a:p>
            <a:endParaRPr/>
          </a:p>
        </p:txBody>
      </p:sp>
      <p:sp>
        <p:nvSpPr>
          <p:cNvPr id="1128" name="Google Shape;1128;p49"/>
          <p:cNvSpPr txBox="1">
            <a:spLocks noGrp="1"/>
          </p:cNvSpPr>
          <p:nvPr>
            <p:ph type="subTitle" idx="8"/>
          </p:nvPr>
        </p:nvSpPr>
        <p:spPr>
          <a:xfrm>
            <a:off x="4744375" y="3867925"/>
            <a:ext cx="489600" cy="432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100"/>
              <a:buNone/>
              <a:defRPr>
                <a:solidFill>
                  <a:schemeClr val="dk1"/>
                </a:solidFill>
              </a:defRPr>
            </a:lvl2pPr>
            <a:lvl3pPr lvl="2">
              <a:spcBef>
                <a:spcPts val="0"/>
              </a:spcBef>
              <a:spcAft>
                <a:spcPts val="0"/>
              </a:spcAft>
              <a:buClr>
                <a:schemeClr val="dk1"/>
              </a:buClr>
              <a:buSzPts val="1100"/>
              <a:buNone/>
              <a:defRPr>
                <a:solidFill>
                  <a:schemeClr val="dk1"/>
                </a:solidFill>
              </a:defRPr>
            </a:lvl3pPr>
            <a:lvl4pPr lvl="3">
              <a:spcBef>
                <a:spcPts val="0"/>
              </a:spcBef>
              <a:spcAft>
                <a:spcPts val="0"/>
              </a:spcAft>
              <a:buClr>
                <a:schemeClr val="dk1"/>
              </a:buClr>
              <a:buSzPts val="1100"/>
              <a:buNone/>
              <a:defRPr>
                <a:solidFill>
                  <a:schemeClr val="dk1"/>
                </a:solidFill>
              </a:defRPr>
            </a:lvl4pPr>
            <a:lvl5pPr lvl="4">
              <a:spcBef>
                <a:spcPts val="0"/>
              </a:spcBef>
              <a:spcAft>
                <a:spcPts val="0"/>
              </a:spcAft>
              <a:buClr>
                <a:schemeClr val="dk1"/>
              </a:buClr>
              <a:buSzPts val="1100"/>
              <a:buNone/>
              <a:defRPr>
                <a:solidFill>
                  <a:schemeClr val="dk1"/>
                </a:solidFill>
              </a:defRPr>
            </a:lvl5pPr>
            <a:lvl6pPr lvl="5">
              <a:spcBef>
                <a:spcPts val="0"/>
              </a:spcBef>
              <a:spcAft>
                <a:spcPts val="0"/>
              </a:spcAft>
              <a:buClr>
                <a:schemeClr val="dk1"/>
              </a:buClr>
              <a:buSzPts val="1100"/>
              <a:buNone/>
              <a:defRPr>
                <a:solidFill>
                  <a:schemeClr val="dk1"/>
                </a:solidFill>
              </a:defRPr>
            </a:lvl6pPr>
            <a:lvl7pPr lvl="6">
              <a:spcBef>
                <a:spcPts val="0"/>
              </a:spcBef>
              <a:spcAft>
                <a:spcPts val="0"/>
              </a:spcAft>
              <a:buClr>
                <a:schemeClr val="dk1"/>
              </a:buClr>
              <a:buSzPts val="1100"/>
              <a:buNone/>
              <a:defRPr>
                <a:solidFill>
                  <a:schemeClr val="dk1"/>
                </a:solidFill>
              </a:defRPr>
            </a:lvl7pPr>
            <a:lvl8pPr lvl="7">
              <a:spcBef>
                <a:spcPts val="0"/>
              </a:spcBef>
              <a:spcAft>
                <a:spcPts val="0"/>
              </a:spcAft>
              <a:buClr>
                <a:schemeClr val="dk1"/>
              </a:buClr>
              <a:buSzPts val="1100"/>
              <a:buNone/>
              <a:defRPr>
                <a:solidFill>
                  <a:schemeClr val="dk1"/>
                </a:solidFill>
              </a:defRPr>
            </a:lvl8pPr>
            <a:lvl9pPr lvl="8">
              <a:spcBef>
                <a:spcPts val="0"/>
              </a:spcBef>
              <a:spcAft>
                <a:spcPts val="0"/>
              </a:spcAft>
              <a:buClr>
                <a:schemeClr val="dk1"/>
              </a:buClr>
              <a:buSzPts val="1100"/>
              <a:buNone/>
              <a:defRPr>
                <a:solidFill>
                  <a:schemeClr val="dk1"/>
                </a:solidFill>
              </a:defRPr>
            </a:lvl9pPr>
          </a:lstStyle>
          <a:p>
            <a:endParaRPr/>
          </a:p>
        </p:txBody>
      </p:sp>
      <p:sp>
        <p:nvSpPr>
          <p:cNvPr id="1129" name="Google Shape;1129;p49"/>
          <p:cNvSpPr/>
          <p:nvPr/>
        </p:nvSpPr>
        <p:spPr>
          <a:xfrm rot="10800000">
            <a:off x="7634350" y="-519750"/>
            <a:ext cx="2449800" cy="1093800"/>
          </a:xfrm>
          <a:prstGeom prst="snip1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130" name="Google Shape;1130;p49"/>
          <p:cNvGrpSpPr/>
          <p:nvPr/>
        </p:nvGrpSpPr>
        <p:grpSpPr>
          <a:xfrm>
            <a:off x="8137738" y="-49687"/>
            <a:ext cx="392675" cy="392675"/>
            <a:chOff x="458050" y="265600"/>
            <a:chExt cx="392675" cy="392675"/>
          </a:xfrm>
        </p:grpSpPr>
        <p:sp>
          <p:nvSpPr>
            <p:cNvPr id="1131" name="Google Shape;1131;p49"/>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32" name="Google Shape;1132;p49"/>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33" name="Google Shape;1133;p49"/>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34" name="Google Shape;1134;p49"/>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135" name="Google Shape;1135;p49"/>
          <p:cNvGrpSpPr/>
          <p:nvPr/>
        </p:nvGrpSpPr>
        <p:grpSpPr>
          <a:xfrm>
            <a:off x="8677638" y="-49700"/>
            <a:ext cx="392675" cy="392675"/>
            <a:chOff x="458050" y="265600"/>
            <a:chExt cx="392675" cy="392675"/>
          </a:xfrm>
        </p:grpSpPr>
        <p:sp>
          <p:nvSpPr>
            <p:cNvPr id="1136" name="Google Shape;1136;p49"/>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37" name="Google Shape;1137;p49"/>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38" name="Google Shape;1138;p49"/>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39" name="Google Shape;1139;p49"/>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1140" name="Google Shape;1140;p49"/>
          <p:cNvSpPr/>
          <p:nvPr/>
        </p:nvSpPr>
        <p:spPr>
          <a:xfrm>
            <a:off x="-772574" y="4630930"/>
            <a:ext cx="1093800" cy="1093800"/>
          </a:xfrm>
          <a:prstGeom prst="donut">
            <a:avLst>
              <a:gd name="adj" fmla="val 17041"/>
            </a:avLst>
          </a:prstGeom>
          <a:noFill/>
          <a:ln w="38100" cap="flat" cmpd="sng">
            <a:solidFill>
              <a:schemeClr val="accent3"/>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41" name="Google Shape;1141;p49"/>
          <p:cNvSpPr/>
          <p:nvPr/>
        </p:nvSpPr>
        <p:spPr>
          <a:xfrm rot="10800000">
            <a:off x="7786750" y="-367350"/>
            <a:ext cx="2449800" cy="1093800"/>
          </a:xfrm>
          <a:prstGeom prst="snip1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142" name="Google Shape;1142;p49"/>
          <p:cNvGrpSpPr/>
          <p:nvPr/>
        </p:nvGrpSpPr>
        <p:grpSpPr>
          <a:xfrm>
            <a:off x="8290138" y="102713"/>
            <a:ext cx="392675" cy="392675"/>
            <a:chOff x="458050" y="265600"/>
            <a:chExt cx="392675" cy="392675"/>
          </a:xfrm>
        </p:grpSpPr>
        <p:sp>
          <p:nvSpPr>
            <p:cNvPr id="1143" name="Google Shape;1143;p49"/>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44" name="Google Shape;1144;p49"/>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45" name="Google Shape;1145;p49"/>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46" name="Google Shape;1146;p49"/>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147" name="Google Shape;1147;p49"/>
          <p:cNvGrpSpPr/>
          <p:nvPr/>
        </p:nvGrpSpPr>
        <p:grpSpPr>
          <a:xfrm>
            <a:off x="8830038" y="102700"/>
            <a:ext cx="392675" cy="392675"/>
            <a:chOff x="458050" y="265600"/>
            <a:chExt cx="392675" cy="392675"/>
          </a:xfrm>
        </p:grpSpPr>
        <p:sp>
          <p:nvSpPr>
            <p:cNvPr id="1148" name="Google Shape;1148;p49"/>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49" name="Google Shape;1149;p49"/>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50" name="Google Shape;1150;p49"/>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51" name="Google Shape;1151;p49"/>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1152" name="Google Shape;1152;p49"/>
          <p:cNvSpPr/>
          <p:nvPr/>
        </p:nvSpPr>
        <p:spPr>
          <a:xfrm>
            <a:off x="-620174" y="4783330"/>
            <a:ext cx="1093800" cy="1093800"/>
          </a:xfrm>
          <a:prstGeom prst="donut">
            <a:avLst>
              <a:gd name="adj" fmla="val 17041"/>
            </a:avLst>
          </a:prstGeom>
          <a:noFill/>
          <a:ln w="38100" cap="flat" cmpd="sng">
            <a:solidFill>
              <a:schemeClr val="accent3"/>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Tree>
  </p:cSld>
  <p:clrMapOvr>
    <a:masterClrMapping/>
  </p:clrMapOvr>
  <p:extLst>
    <p:ext uri="{DCECCB84-F9BA-43D5-87BE-67443E8EF086}">
      <p15:sldGuideLst xmlns:p15="http://schemas.microsoft.com/office/powerpoint/2012/main">
        <p15:guide id="1" orient="horz" pos="1763">
          <p15:clr>
            <a:srgbClr val="E46962"/>
          </p15:clr>
        </p15:guide>
        <p15:guide id="2" orient="horz" pos="1017">
          <p15:clr>
            <a:srgbClr val="E46962"/>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Slide Multiple Quiz Options 4 v2">
  <p:cSld name="CUSTOM_29_1">
    <p:spTree>
      <p:nvGrpSpPr>
        <p:cNvPr id="1" name="Shape 1153"/>
        <p:cNvGrpSpPr/>
        <p:nvPr/>
      </p:nvGrpSpPr>
      <p:grpSpPr>
        <a:xfrm>
          <a:off x="0" y="0"/>
          <a:ext cx="0" cy="0"/>
          <a:chOff x="0" y="0"/>
          <a:chExt cx="0" cy="0"/>
        </a:xfrm>
      </p:grpSpPr>
      <p:sp>
        <p:nvSpPr>
          <p:cNvPr id="1154" name="Google Shape;1154;p50"/>
          <p:cNvSpPr/>
          <p:nvPr/>
        </p:nvSpPr>
        <p:spPr>
          <a:xfrm>
            <a:off x="3909775" y="-27225"/>
            <a:ext cx="5234100" cy="5170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155" name="Google Shape;1155;p50"/>
          <p:cNvGrpSpPr/>
          <p:nvPr/>
        </p:nvGrpSpPr>
        <p:grpSpPr>
          <a:xfrm>
            <a:off x="7939157" y="-559388"/>
            <a:ext cx="1572280" cy="1572280"/>
            <a:chOff x="987244" y="313753"/>
            <a:chExt cx="555321" cy="555321"/>
          </a:xfrm>
        </p:grpSpPr>
        <p:grpSp>
          <p:nvGrpSpPr>
            <p:cNvPr id="1156" name="Google Shape;1156;p50"/>
            <p:cNvGrpSpPr/>
            <p:nvPr/>
          </p:nvGrpSpPr>
          <p:grpSpPr>
            <a:xfrm>
              <a:off x="1068575" y="395075"/>
              <a:ext cx="392675" cy="392675"/>
              <a:chOff x="458050" y="265600"/>
              <a:chExt cx="392675" cy="392675"/>
            </a:xfrm>
          </p:grpSpPr>
          <p:sp>
            <p:nvSpPr>
              <p:cNvPr id="1157" name="Google Shape;1157;p50"/>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58" name="Google Shape;1158;p50"/>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59" name="Google Shape;1159;p50"/>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60" name="Google Shape;1160;p50"/>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161" name="Google Shape;1161;p50"/>
            <p:cNvGrpSpPr/>
            <p:nvPr/>
          </p:nvGrpSpPr>
          <p:grpSpPr>
            <a:xfrm rot="-2700000">
              <a:off x="1068569" y="395078"/>
              <a:ext cx="392671" cy="392671"/>
              <a:chOff x="458050" y="265600"/>
              <a:chExt cx="392675" cy="392675"/>
            </a:xfrm>
          </p:grpSpPr>
          <p:sp>
            <p:nvSpPr>
              <p:cNvPr id="1162" name="Google Shape;1162;p50"/>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63" name="Google Shape;1163;p50"/>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64" name="Google Shape;1164;p50"/>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65" name="Google Shape;1165;p50"/>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sp>
        <p:nvSpPr>
          <p:cNvPr id="1166" name="Google Shape;1166;p50"/>
          <p:cNvSpPr/>
          <p:nvPr/>
        </p:nvSpPr>
        <p:spPr>
          <a:xfrm>
            <a:off x="3362526" y="4772899"/>
            <a:ext cx="1132200" cy="1132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167" name="Google Shape;1167;p50"/>
          <p:cNvGrpSpPr/>
          <p:nvPr/>
        </p:nvGrpSpPr>
        <p:grpSpPr>
          <a:xfrm rot="5400000">
            <a:off x="4164913" y="48982"/>
            <a:ext cx="230579" cy="230579"/>
            <a:chOff x="458050" y="265600"/>
            <a:chExt cx="392675" cy="392675"/>
          </a:xfrm>
        </p:grpSpPr>
        <p:sp>
          <p:nvSpPr>
            <p:cNvPr id="1168" name="Google Shape;1168;p50"/>
            <p:cNvSpPr/>
            <p:nvPr/>
          </p:nvSpPr>
          <p:spPr>
            <a:xfrm>
              <a:off x="638050" y="265600"/>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69" name="Google Shape;1169;p50"/>
            <p:cNvSpPr/>
            <p:nvPr/>
          </p:nvSpPr>
          <p:spPr>
            <a:xfrm>
              <a:off x="638050" y="5229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70" name="Google Shape;1170;p50"/>
            <p:cNvSpPr/>
            <p:nvPr/>
          </p:nvSpPr>
          <p:spPr>
            <a:xfrm rot="-5400000">
              <a:off x="509350"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71" name="Google Shape;1171;p50"/>
            <p:cNvSpPr/>
            <p:nvPr/>
          </p:nvSpPr>
          <p:spPr>
            <a:xfrm rot="-5400000">
              <a:off x="766725"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172" name="Google Shape;1172;p50"/>
          <p:cNvGrpSpPr/>
          <p:nvPr/>
        </p:nvGrpSpPr>
        <p:grpSpPr>
          <a:xfrm rot="5400000">
            <a:off x="3985952" y="276513"/>
            <a:ext cx="230579" cy="230579"/>
            <a:chOff x="458050" y="265600"/>
            <a:chExt cx="392675" cy="392675"/>
          </a:xfrm>
        </p:grpSpPr>
        <p:sp>
          <p:nvSpPr>
            <p:cNvPr id="1173" name="Google Shape;1173;p50"/>
            <p:cNvSpPr/>
            <p:nvPr/>
          </p:nvSpPr>
          <p:spPr>
            <a:xfrm>
              <a:off x="638050" y="265600"/>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74" name="Google Shape;1174;p50"/>
            <p:cNvSpPr/>
            <p:nvPr/>
          </p:nvSpPr>
          <p:spPr>
            <a:xfrm>
              <a:off x="638050" y="5229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75" name="Google Shape;1175;p50"/>
            <p:cNvSpPr/>
            <p:nvPr/>
          </p:nvSpPr>
          <p:spPr>
            <a:xfrm rot="-5400000">
              <a:off x="509350"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76" name="Google Shape;1176;p50"/>
            <p:cNvSpPr/>
            <p:nvPr/>
          </p:nvSpPr>
          <p:spPr>
            <a:xfrm rot="-5400000">
              <a:off x="766725"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177" name="Google Shape;1177;p50"/>
          <p:cNvGrpSpPr/>
          <p:nvPr/>
        </p:nvGrpSpPr>
        <p:grpSpPr>
          <a:xfrm rot="5400000">
            <a:off x="44813" y="4583832"/>
            <a:ext cx="230579" cy="230579"/>
            <a:chOff x="458050" y="265600"/>
            <a:chExt cx="392675" cy="392675"/>
          </a:xfrm>
        </p:grpSpPr>
        <p:sp>
          <p:nvSpPr>
            <p:cNvPr id="1178" name="Google Shape;1178;p50"/>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79" name="Google Shape;1179;p50"/>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80" name="Google Shape;1180;p50"/>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81" name="Google Shape;1181;p50"/>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182" name="Google Shape;1182;p50"/>
          <p:cNvGrpSpPr/>
          <p:nvPr/>
        </p:nvGrpSpPr>
        <p:grpSpPr>
          <a:xfrm rot="5400000">
            <a:off x="44827" y="4857688"/>
            <a:ext cx="230579" cy="230579"/>
            <a:chOff x="458050" y="265600"/>
            <a:chExt cx="392675" cy="392675"/>
          </a:xfrm>
        </p:grpSpPr>
        <p:sp>
          <p:nvSpPr>
            <p:cNvPr id="1183" name="Google Shape;1183;p50"/>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84" name="Google Shape;1184;p50"/>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85" name="Google Shape;1185;p50"/>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86" name="Google Shape;1186;p50"/>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187" name="Google Shape;1187;p50"/>
          <p:cNvGrpSpPr/>
          <p:nvPr/>
        </p:nvGrpSpPr>
        <p:grpSpPr>
          <a:xfrm rot="5400000">
            <a:off x="275388" y="4742007"/>
            <a:ext cx="230579" cy="230579"/>
            <a:chOff x="458050" y="265600"/>
            <a:chExt cx="392675" cy="392675"/>
          </a:xfrm>
        </p:grpSpPr>
        <p:sp>
          <p:nvSpPr>
            <p:cNvPr id="1188" name="Google Shape;1188;p50"/>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89" name="Google Shape;1189;p50"/>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90" name="Google Shape;1190;p50"/>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91" name="Google Shape;1191;p50"/>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192" name="Google Shape;1192;p50"/>
          <p:cNvGrpSpPr/>
          <p:nvPr/>
        </p:nvGrpSpPr>
        <p:grpSpPr>
          <a:xfrm rot="5400000">
            <a:off x="275402" y="5015863"/>
            <a:ext cx="230579" cy="230579"/>
            <a:chOff x="458050" y="265600"/>
            <a:chExt cx="392675" cy="392675"/>
          </a:xfrm>
        </p:grpSpPr>
        <p:sp>
          <p:nvSpPr>
            <p:cNvPr id="1193" name="Google Shape;1193;p50"/>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94" name="Google Shape;1194;p50"/>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95" name="Google Shape;1195;p50"/>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196" name="Google Shape;1196;p50"/>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1197" name="Google Shape;1197;p50"/>
          <p:cNvSpPr txBox="1">
            <a:spLocks noGrp="1"/>
          </p:cNvSpPr>
          <p:nvPr>
            <p:ph type="title"/>
          </p:nvPr>
        </p:nvSpPr>
        <p:spPr>
          <a:xfrm>
            <a:off x="566250" y="2285400"/>
            <a:ext cx="3183600" cy="572700"/>
          </a:xfrm>
          <a:prstGeom prst="rect">
            <a:avLst/>
          </a:prstGeom>
        </p:spPr>
        <p:txBody>
          <a:bodyPr spcFirstLastPara="1" wrap="square" lIns="0" tIns="0" rIns="0" bIns="0" anchor="ctr" anchorCtr="0">
            <a:noAutofit/>
          </a:bodyPr>
          <a:lstStyle>
            <a:lvl1pPr lvl="0">
              <a:spcBef>
                <a:spcPts val="0"/>
              </a:spcBef>
              <a:spcAft>
                <a:spcPts val="0"/>
              </a:spcAft>
              <a:buSzPts val="2400"/>
              <a:buNone/>
              <a:defRPr sz="24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198" name="Google Shape;1198;p50"/>
          <p:cNvSpPr/>
          <p:nvPr/>
        </p:nvSpPr>
        <p:spPr>
          <a:xfrm>
            <a:off x="5224525" y="699375"/>
            <a:ext cx="2604600" cy="730500"/>
          </a:xfrm>
          <a:prstGeom prst="snip2DiagRect">
            <a:avLst>
              <a:gd name="adj1" fmla="val 0"/>
              <a:gd name="adj2"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199" name="Google Shape;1199;p50"/>
          <p:cNvSpPr/>
          <p:nvPr/>
        </p:nvSpPr>
        <p:spPr>
          <a:xfrm>
            <a:off x="5224525" y="1704125"/>
            <a:ext cx="2604600" cy="730500"/>
          </a:xfrm>
          <a:prstGeom prst="snip2DiagRect">
            <a:avLst>
              <a:gd name="adj1" fmla="val 0"/>
              <a:gd name="adj2"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200" name="Google Shape;1200;p50"/>
          <p:cNvSpPr/>
          <p:nvPr/>
        </p:nvSpPr>
        <p:spPr>
          <a:xfrm>
            <a:off x="5224525" y="2708875"/>
            <a:ext cx="2604600" cy="730500"/>
          </a:xfrm>
          <a:prstGeom prst="snip2DiagRect">
            <a:avLst>
              <a:gd name="adj1" fmla="val 0"/>
              <a:gd name="adj2" fmla="val 16667"/>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201" name="Google Shape;1201;p50"/>
          <p:cNvSpPr/>
          <p:nvPr/>
        </p:nvSpPr>
        <p:spPr>
          <a:xfrm>
            <a:off x="5224525" y="3713625"/>
            <a:ext cx="2604600" cy="730500"/>
          </a:xfrm>
          <a:prstGeom prst="snip2DiagRect">
            <a:avLst>
              <a:gd name="adj1" fmla="val 0"/>
              <a:gd name="adj2" fmla="val 16667"/>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202" name="Google Shape;1202;p50"/>
          <p:cNvSpPr txBox="1">
            <a:spLocks noGrp="1"/>
          </p:cNvSpPr>
          <p:nvPr>
            <p:ph type="body" idx="1"/>
          </p:nvPr>
        </p:nvSpPr>
        <p:spPr>
          <a:xfrm>
            <a:off x="5862914" y="825225"/>
            <a:ext cx="1830000" cy="4839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dk1"/>
              </a:buClr>
              <a:buSzPts val="1100"/>
              <a:buChar char="●"/>
              <a:defRPr>
                <a:solidFill>
                  <a:schemeClr val="dk1"/>
                </a:solidFill>
              </a:defRPr>
            </a:lvl1pPr>
            <a:lvl2pPr marL="914400" lvl="1" indent="-298450">
              <a:spcBef>
                <a:spcPts val="0"/>
              </a:spcBef>
              <a:spcAft>
                <a:spcPts val="0"/>
              </a:spcAft>
              <a:buClr>
                <a:schemeClr val="dk1"/>
              </a:buClr>
              <a:buSzPts val="1100"/>
              <a:buChar char="○"/>
              <a:defRPr>
                <a:solidFill>
                  <a:schemeClr val="dk1"/>
                </a:solidFill>
              </a:defRPr>
            </a:lvl2pPr>
            <a:lvl3pPr marL="1371600" lvl="2" indent="-298450">
              <a:spcBef>
                <a:spcPts val="0"/>
              </a:spcBef>
              <a:spcAft>
                <a:spcPts val="0"/>
              </a:spcAft>
              <a:buClr>
                <a:schemeClr val="dk1"/>
              </a:buClr>
              <a:buSzPts val="1100"/>
              <a:buChar char="■"/>
              <a:defRPr>
                <a:solidFill>
                  <a:schemeClr val="dk1"/>
                </a:solidFill>
              </a:defRPr>
            </a:lvl3pPr>
            <a:lvl4pPr marL="1828800" lvl="3" indent="-298450">
              <a:spcBef>
                <a:spcPts val="0"/>
              </a:spcBef>
              <a:spcAft>
                <a:spcPts val="0"/>
              </a:spcAft>
              <a:buClr>
                <a:schemeClr val="dk1"/>
              </a:buClr>
              <a:buSzPts val="1100"/>
              <a:buChar char="●"/>
              <a:defRPr>
                <a:solidFill>
                  <a:schemeClr val="dk1"/>
                </a:solidFill>
              </a:defRPr>
            </a:lvl4pPr>
            <a:lvl5pPr marL="2286000" lvl="4" indent="-298450">
              <a:spcBef>
                <a:spcPts val="0"/>
              </a:spcBef>
              <a:spcAft>
                <a:spcPts val="0"/>
              </a:spcAft>
              <a:buClr>
                <a:schemeClr val="dk1"/>
              </a:buClr>
              <a:buSzPts val="1100"/>
              <a:buChar char="○"/>
              <a:defRPr>
                <a:solidFill>
                  <a:schemeClr val="dk1"/>
                </a:solidFill>
              </a:defRPr>
            </a:lvl5pPr>
            <a:lvl6pPr marL="2743200" lvl="5" indent="-298450">
              <a:spcBef>
                <a:spcPts val="0"/>
              </a:spcBef>
              <a:spcAft>
                <a:spcPts val="0"/>
              </a:spcAft>
              <a:buClr>
                <a:schemeClr val="dk1"/>
              </a:buClr>
              <a:buSzPts val="1100"/>
              <a:buChar char="■"/>
              <a:defRPr>
                <a:solidFill>
                  <a:schemeClr val="dk1"/>
                </a:solidFill>
              </a:defRPr>
            </a:lvl6pPr>
            <a:lvl7pPr marL="3200400" lvl="6" indent="-298450">
              <a:spcBef>
                <a:spcPts val="0"/>
              </a:spcBef>
              <a:spcAft>
                <a:spcPts val="0"/>
              </a:spcAft>
              <a:buClr>
                <a:schemeClr val="dk1"/>
              </a:buClr>
              <a:buSzPts val="1100"/>
              <a:buChar char="●"/>
              <a:defRPr>
                <a:solidFill>
                  <a:schemeClr val="dk1"/>
                </a:solidFill>
              </a:defRPr>
            </a:lvl7pPr>
            <a:lvl8pPr marL="3657600" lvl="7" indent="-298450">
              <a:spcBef>
                <a:spcPts val="0"/>
              </a:spcBef>
              <a:spcAft>
                <a:spcPts val="0"/>
              </a:spcAft>
              <a:buClr>
                <a:schemeClr val="dk1"/>
              </a:buClr>
              <a:buSzPts val="1100"/>
              <a:buChar char="○"/>
              <a:defRPr>
                <a:solidFill>
                  <a:schemeClr val="dk1"/>
                </a:solidFill>
              </a:defRPr>
            </a:lvl8pPr>
            <a:lvl9pPr marL="4114800" lvl="8" indent="-298450">
              <a:spcBef>
                <a:spcPts val="0"/>
              </a:spcBef>
              <a:spcAft>
                <a:spcPts val="0"/>
              </a:spcAft>
              <a:buClr>
                <a:schemeClr val="dk1"/>
              </a:buClr>
              <a:buSzPts val="1100"/>
              <a:buChar char="■"/>
              <a:defRPr>
                <a:solidFill>
                  <a:schemeClr val="dk1"/>
                </a:solidFill>
              </a:defRPr>
            </a:lvl9pPr>
          </a:lstStyle>
          <a:p>
            <a:endParaRPr/>
          </a:p>
        </p:txBody>
      </p:sp>
      <p:sp>
        <p:nvSpPr>
          <p:cNvPr id="1203" name="Google Shape;1203;p50"/>
          <p:cNvSpPr txBox="1">
            <a:spLocks noGrp="1"/>
          </p:cNvSpPr>
          <p:nvPr>
            <p:ph type="body" idx="2"/>
          </p:nvPr>
        </p:nvSpPr>
        <p:spPr>
          <a:xfrm>
            <a:off x="5860050" y="1827425"/>
            <a:ext cx="1830000" cy="4839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dk1"/>
              </a:buClr>
              <a:buSzPts val="1100"/>
              <a:buChar char="●"/>
              <a:defRPr>
                <a:solidFill>
                  <a:schemeClr val="dk1"/>
                </a:solidFill>
              </a:defRPr>
            </a:lvl1pPr>
            <a:lvl2pPr marL="914400" lvl="1" indent="-298450">
              <a:spcBef>
                <a:spcPts val="0"/>
              </a:spcBef>
              <a:spcAft>
                <a:spcPts val="0"/>
              </a:spcAft>
              <a:buClr>
                <a:schemeClr val="dk1"/>
              </a:buClr>
              <a:buSzPts val="1100"/>
              <a:buChar char="○"/>
              <a:defRPr>
                <a:solidFill>
                  <a:schemeClr val="dk1"/>
                </a:solidFill>
              </a:defRPr>
            </a:lvl2pPr>
            <a:lvl3pPr marL="1371600" lvl="2" indent="-298450">
              <a:spcBef>
                <a:spcPts val="0"/>
              </a:spcBef>
              <a:spcAft>
                <a:spcPts val="0"/>
              </a:spcAft>
              <a:buClr>
                <a:schemeClr val="dk1"/>
              </a:buClr>
              <a:buSzPts val="1100"/>
              <a:buChar char="■"/>
              <a:defRPr>
                <a:solidFill>
                  <a:schemeClr val="dk1"/>
                </a:solidFill>
              </a:defRPr>
            </a:lvl3pPr>
            <a:lvl4pPr marL="1828800" lvl="3" indent="-298450">
              <a:spcBef>
                <a:spcPts val="0"/>
              </a:spcBef>
              <a:spcAft>
                <a:spcPts val="0"/>
              </a:spcAft>
              <a:buClr>
                <a:schemeClr val="dk1"/>
              </a:buClr>
              <a:buSzPts val="1100"/>
              <a:buChar char="●"/>
              <a:defRPr>
                <a:solidFill>
                  <a:schemeClr val="dk1"/>
                </a:solidFill>
              </a:defRPr>
            </a:lvl4pPr>
            <a:lvl5pPr marL="2286000" lvl="4" indent="-298450">
              <a:spcBef>
                <a:spcPts val="0"/>
              </a:spcBef>
              <a:spcAft>
                <a:spcPts val="0"/>
              </a:spcAft>
              <a:buClr>
                <a:schemeClr val="dk1"/>
              </a:buClr>
              <a:buSzPts val="1100"/>
              <a:buChar char="○"/>
              <a:defRPr>
                <a:solidFill>
                  <a:schemeClr val="dk1"/>
                </a:solidFill>
              </a:defRPr>
            </a:lvl5pPr>
            <a:lvl6pPr marL="2743200" lvl="5" indent="-298450">
              <a:spcBef>
                <a:spcPts val="0"/>
              </a:spcBef>
              <a:spcAft>
                <a:spcPts val="0"/>
              </a:spcAft>
              <a:buClr>
                <a:schemeClr val="dk1"/>
              </a:buClr>
              <a:buSzPts val="1100"/>
              <a:buChar char="■"/>
              <a:defRPr>
                <a:solidFill>
                  <a:schemeClr val="dk1"/>
                </a:solidFill>
              </a:defRPr>
            </a:lvl6pPr>
            <a:lvl7pPr marL="3200400" lvl="6" indent="-298450">
              <a:spcBef>
                <a:spcPts val="0"/>
              </a:spcBef>
              <a:spcAft>
                <a:spcPts val="0"/>
              </a:spcAft>
              <a:buClr>
                <a:schemeClr val="dk1"/>
              </a:buClr>
              <a:buSzPts val="1100"/>
              <a:buChar char="●"/>
              <a:defRPr>
                <a:solidFill>
                  <a:schemeClr val="dk1"/>
                </a:solidFill>
              </a:defRPr>
            </a:lvl7pPr>
            <a:lvl8pPr marL="3657600" lvl="7" indent="-298450">
              <a:spcBef>
                <a:spcPts val="0"/>
              </a:spcBef>
              <a:spcAft>
                <a:spcPts val="0"/>
              </a:spcAft>
              <a:buClr>
                <a:schemeClr val="dk1"/>
              </a:buClr>
              <a:buSzPts val="1100"/>
              <a:buChar char="○"/>
              <a:defRPr>
                <a:solidFill>
                  <a:schemeClr val="dk1"/>
                </a:solidFill>
              </a:defRPr>
            </a:lvl8pPr>
            <a:lvl9pPr marL="4114800" lvl="8" indent="-298450">
              <a:spcBef>
                <a:spcPts val="0"/>
              </a:spcBef>
              <a:spcAft>
                <a:spcPts val="0"/>
              </a:spcAft>
              <a:buClr>
                <a:schemeClr val="dk1"/>
              </a:buClr>
              <a:buSzPts val="1100"/>
              <a:buChar char="■"/>
              <a:defRPr>
                <a:solidFill>
                  <a:schemeClr val="dk1"/>
                </a:solidFill>
              </a:defRPr>
            </a:lvl9pPr>
          </a:lstStyle>
          <a:p>
            <a:endParaRPr/>
          </a:p>
        </p:txBody>
      </p:sp>
      <p:sp>
        <p:nvSpPr>
          <p:cNvPr id="1204" name="Google Shape;1204;p50"/>
          <p:cNvSpPr txBox="1">
            <a:spLocks noGrp="1"/>
          </p:cNvSpPr>
          <p:nvPr>
            <p:ph type="body" idx="3"/>
          </p:nvPr>
        </p:nvSpPr>
        <p:spPr>
          <a:xfrm>
            <a:off x="5860050" y="2845138"/>
            <a:ext cx="1830000" cy="4839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dk1"/>
              </a:buClr>
              <a:buSzPts val="1100"/>
              <a:buChar char="●"/>
              <a:defRPr>
                <a:solidFill>
                  <a:schemeClr val="dk1"/>
                </a:solidFill>
              </a:defRPr>
            </a:lvl1pPr>
            <a:lvl2pPr marL="914400" lvl="1" indent="-298450">
              <a:spcBef>
                <a:spcPts val="0"/>
              </a:spcBef>
              <a:spcAft>
                <a:spcPts val="0"/>
              </a:spcAft>
              <a:buClr>
                <a:schemeClr val="dk1"/>
              </a:buClr>
              <a:buSzPts val="1100"/>
              <a:buChar char="○"/>
              <a:defRPr>
                <a:solidFill>
                  <a:schemeClr val="dk1"/>
                </a:solidFill>
              </a:defRPr>
            </a:lvl2pPr>
            <a:lvl3pPr marL="1371600" lvl="2" indent="-298450">
              <a:spcBef>
                <a:spcPts val="0"/>
              </a:spcBef>
              <a:spcAft>
                <a:spcPts val="0"/>
              </a:spcAft>
              <a:buClr>
                <a:schemeClr val="dk1"/>
              </a:buClr>
              <a:buSzPts val="1100"/>
              <a:buChar char="■"/>
              <a:defRPr>
                <a:solidFill>
                  <a:schemeClr val="dk1"/>
                </a:solidFill>
              </a:defRPr>
            </a:lvl3pPr>
            <a:lvl4pPr marL="1828800" lvl="3" indent="-298450">
              <a:spcBef>
                <a:spcPts val="0"/>
              </a:spcBef>
              <a:spcAft>
                <a:spcPts val="0"/>
              </a:spcAft>
              <a:buClr>
                <a:schemeClr val="dk1"/>
              </a:buClr>
              <a:buSzPts val="1100"/>
              <a:buChar char="●"/>
              <a:defRPr>
                <a:solidFill>
                  <a:schemeClr val="dk1"/>
                </a:solidFill>
              </a:defRPr>
            </a:lvl4pPr>
            <a:lvl5pPr marL="2286000" lvl="4" indent="-298450">
              <a:spcBef>
                <a:spcPts val="0"/>
              </a:spcBef>
              <a:spcAft>
                <a:spcPts val="0"/>
              </a:spcAft>
              <a:buClr>
                <a:schemeClr val="dk1"/>
              </a:buClr>
              <a:buSzPts val="1100"/>
              <a:buChar char="○"/>
              <a:defRPr>
                <a:solidFill>
                  <a:schemeClr val="dk1"/>
                </a:solidFill>
              </a:defRPr>
            </a:lvl5pPr>
            <a:lvl6pPr marL="2743200" lvl="5" indent="-298450">
              <a:spcBef>
                <a:spcPts val="0"/>
              </a:spcBef>
              <a:spcAft>
                <a:spcPts val="0"/>
              </a:spcAft>
              <a:buClr>
                <a:schemeClr val="dk1"/>
              </a:buClr>
              <a:buSzPts val="1100"/>
              <a:buChar char="■"/>
              <a:defRPr>
                <a:solidFill>
                  <a:schemeClr val="dk1"/>
                </a:solidFill>
              </a:defRPr>
            </a:lvl6pPr>
            <a:lvl7pPr marL="3200400" lvl="6" indent="-298450">
              <a:spcBef>
                <a:spcPts val="0"/>
              </a:spcBef>
              <a:spcAft>
                <a:spcPts val="0"/>
              </a:spcAft>
              <a:buClr>
                <a:schemeClr val="dk1"/>
              </a:buClr>
              <a:buSzPts val="1100"/>
              <a:buChar char="●"/>
              <a:defRPr>
                <a:solidFill>
                  <a:schemeClr val="dk1"/>
                </a:solidFill>
              </a:defRPr>
            </a:lvl7pPr>
            <a:lvl8pPr marL="3657600" lvl="7" indent="-298450">
              <a:spcBef>
                <a:spcPts val="0"/>
              </a:spcBef>
              <a:spcAft>
                <a:spcPts val="0"/>
              </a:spcAft>
              <a:buClr>
                <a:schemeClr val="dk1"/>
              </a:buClr>
              <a:buSzPts val="1100"/>
              <a:buChar char="○"/>
              <a:defRPr>
                <a:solidFill>
                  <a:schemeClr val="dk1"/>
                </a:solidFill>
              </a:defRPr>
            </a:lvl8pPr>
            <a:lvl9pPr marL="4114800" lvl="8" indent="-298450">
              <a:spcBef>
                <a:spcPts val="0"/>
              </a:spcBef>
              <a:spcAft>
                <a:spcPts val="0"/>
              </a:spcAft>
              <a:buClr>
                <a:schemeClr val="dk1"/>
              </a:buClr>
              <a:buSzPts val="1100"/>
              <a:buChar char="■"/>
              <a:defRPr>
                <a:solidFill>
                  <a:schemeClr val="dk1"/>
                </a:solidFill>
              </a:defRPr>
            </a:lvl9pPr>
          </a:lstStyle>
          <a:p>
            <a:endParaRPr/>
          </a:p>
        </p:txBody>
      </p:sp>
      <p:sp>
        <p:nvSpPr>
          <p:cNvPr id="1205" name="Google Shape;1205;p50"/>
          <p:cNvSpPr txBox="1">
            <a:spLocks noGrp="1"/>
          </p:cNvSpPr>
          <p:nvPr>
            <p:ph type="body" idx="4"/>
          </p:nvPr>
        </p:nvSpPr>
        <p:spPr>
          <a:xfrm>
            <a:off x="5860050" y="3836925"/>
            <a:ext cx="1830000" cy="4839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dk1"/>
              </a:buClr>
              <a:buSzPts val="1100"/>
              <a:buChar char="●"/>
              <a:defRPr>
                <a:solidFill>
                  <a:schemeClr val="dk1"/>
                </a:solidFill>
              </a:defRPr>
            </a:lvl1pPr>
            <a:lvl2pPr marL="914400" lvl="1" indent="-298450">
              <a:spcBef>
                <a:spcPts val="0"/>
              </a:spcBef>
              <a:spcAft>
                <a:spcPts val="0"/>
              </a:spcAft>
              <a:buClr>
                <a:schemeClr val="dk1"/>
              </a:buClr>
              <a:buSzPts val="1100"/>
              <a:buChar char="○"/>
              <a:defRPr>
                <a:solidFill>
                  <a:schemeClr val="dk1"/>
                </a:solidFill>
              </a:defRPr>
            </a:lvl2pPr>
            <a:lvl3pPr marL="1371600" lvl="2" indent="-298450">
              <a:spcBef>
                <a:spcPts val="0"/>
              </a:spcBef>
              <a:spcAft>
                <a:spcPts val="0"/>
              </a:spcAft>
              <a:buClr>
                <a:schemeClr val="dk1"/>
              </a:buClr>
              <a:buSzPts val="1100"/>
              <a:buChar char="■"/>
              <a:defRPr>
                <a:solidFill>
                  <a:schemeClr val="dk1"/>
                </a:solidFill>
              </a:defRPr>
            </a:lvl3pPr>
            <a:lvl4pPr marL="1828800" lvl="3" indent="-298450">
              <a:spcBef>
                <a:spcPts val="0"/>
              </a:spcBef>
              <a:spcAft>
                <a:spcPts val="0"/>
              </a:spcAft>
              <a:buClr>
                <a:schemeClr val="dk1"/>
              </a:buClr>
              <a:buSzPts val="1100"/>
              <a:buChar char="●"/>
              <a:defRPr>
                <a:solidFill>
                  <a:schemeClr val="dk1"/>
                </a:solidFill>
              </a:defRPr>
            </a:lvl4pPr>
            <a:lvl5pPr marL="2286000" lvl="4" indent="-298450">
              <a:spcBef>
                <a:spcPts val="0"/>
              </a:spcBef>
              <a:spcAft>
                <a:spcPts val="0"/>
              </a:spcAft>
              <a:buClr>
                <a:schemeClr val="dk1"/>
              </a:buClr>
              <a:buSzPts val="1100"/>
              <a:buChar char="○"/>
              <a:defRPr>
                <a:solidFill>
                  <a:schemeClr val="dk1"/>
                </a:solidFill>
              </a:defRPr>
            </a:lvl5pPr>
            <a:lvl6pPr marL="2743200" lvl="5" indent="-298450">
              <a:spcBef>
                <a:spcPts val="0"/>
              </a:spcBef>
              <a:spcAft>
                <a:spcPts val="0"/>
              </a:spcAft>
              <a:buClr>
                <a:schemeClr val="dk1"/>
              </a:buClr>
              <a:buSzPts val="1100"/>
              <a:buChar char="■"/>
              <a:defRPr>
                <a:solidFill>
                  <a:schemeClr val="dk1"/>
                </a:solidFill>
              </a:defRPr>
            </a:lvl6pPr>
            <a:lvl7pPr marL="3200400" lvl="6" indent="-298450">
              <a:spcBef>
                <a:spcPts val="0"/>
              </a:spcBef>
              <a:spcAft>
                <a:spcPts val="0"/>
              </a:spcAft>
              <a:buClr>
                <a:schemeClr val="dk1"/>
              </a:buClr>
              <a:buSzPts val="1100"/>
              <a:buChar char="●"/>
              <a:defRPr>
                <a:solidFill>
                  <a:schemeClr val="dk1"/>
                </a:solidFill>
              </a:defRPr>
            </a:lvl7pPr>
            <a:lvl8pPr marL="3657600" lvl="7" indent="-298450">
              <a:spcBef>
                <a:spcPts val="0"/>
              </a:spcBef>
              <a:spcAft>
                <a:spcPts val="0"/>
              </a:spcAft>
              <a:buClr>
                <a:schemeClr val="dk1"/>
              </a:buClr>
              <a:buSzPts val="1100"/>
              <a:buChar char="○"/>
              <a:defRPr>
                <a:solidFill>
                  <a:schemeClr val="dk1"/>
                </a:solidFill>
              </a:defRPr>
            </a:lvl8pPr>
            <a:lvl9pPr marL="4114800" lvl="8" indent="-298450">
              <a:spcBef>
                <a:spcPts val="0"/>
              </a:spcBef>
              <a:spcAft>
                <a:spcPts val="0"/>
              </a:spcAft>
              <a:buClr>
                <a:schemeClr val="dk1"/>
              </a:buClr>
              <a:buSzPts val="1100"/>
              <a:buChar char="■"/>
              <a:defRPr>
                <a:solidFill>
                  <a:schemeClr val="dk1"/>
                </a:solidFill>
              </a:defRPr>
            </a:lvl9pPr>
          </a:lstStyle>
          <a:p>
            <a:endParaRPr/>
          </a:p>
        </p:txBody>
      </p:sp>
      <p:sp>
        <p:nvSpPr>
          <p:cNvPr id="1206" name="Google Shape;1206;p50"/>
          <p:cNvSpPr txBox="1">
            <a:spLocks noGrp="1"/>
          </p:cNvSpPr>
          <p:nvPr>
            <p:ph type="subTitle" idx="5"/>
          </p:nvPr>
        </p:nvSpPr>
        <p:spPr>
          <a:xfrm>
            <a:off x="5357325" y="851400"/>
            <a:ext cx="455400" cy="4422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100"/>
              <a:buNone/>
              <a:defRPr>
                <a:solidFill>
                  <a:schemeClr val="dk1"/>
                </a:solidFill>
              </a:defRPr>
            </a:lvl2pPr>
            <a:lvl3pPr lvl="2" algn="ctr">
              <a:spcBef>
                <a:spcPts val="0"/>
              </a:spcBef>
              <a:spcAft>
                <a:spcPts val="0"/>
              </a:spcAft>
              <a:buClr>
                <a:schemeClr val="dk1"/>
              </a:buClr>
              <a:buSzPts val="1100"/>
              <a:buNone/>
              <a:defRPr>
                <a:solidFill>
                  <a:schemeClr val="dk1"/>
                </a:solidFill>
              </a:defRPr>
            </a:lvl3pPr>
            <a:lvl4pPr lvl="3" algn="ctr">
              <a:spcBef>
                <a:spcPts val="0"/>
              </a:spcBef>
              <a:spcAft>
                <a:spcPts val="0"/>
              </a:spcAft>
              <a:buClr>
                <a:schemeClr val="dk1"/>
              </a:buClr>
              <a:buSzPts val="1100"/>
              <a:buNone/>
              <a:defRPr>
                <a:solidFill>
                  <a:schemeClr val="dk1"/>
                </a:solidFill>
              </a:defRPr>
            </a:lvl4pPr>
            <a:lvl5pPr lvl="4" algn="ctr">
              <a:spcBef>
                <a:spcPts val="0"/>
              </a:spcBef>
              <a:spcAft>
                <a:spcPts val="0"/>
              </a:spcAft>
              <a:buClr>
                <a:schemeClr val="dk1"/>
              </a:buClr>
              <a:buSzPts val="1100"/>
              <a:buNone/>
              <a:defRPr>
                <a:solidFill>
                  <a:schemeClr val="dk1"/>
                </a:solidFill>
              </a:defRPr>
            </a:lvl5pPr>
            <a:lvl6pPr lvl="5" algn="ctr">
              <a:spcBef>
                <a:spcPts val="0"/>
              </a:spcBef>
              <a:spcAft>
                <a:spcPts val="0"/>
              </a:spcAft>
              <a:buClr>
                <a:schemeClr val="dk1"/>
              </a:buClr>
              <a:buSzPts val="1100"/>
              <a:buNone/>
              <a:defRPr>
                <a:solidFill>
                  <a:schemeClr val="dk1"/>
                </a:solidFill>
              </a:defRPr>
            </a:lvl6pPr>
            <a:lvl7pPr lvl="6" algn="ctr">
              <a:spcBef>
                <a:spcPts val="0"/>
              </a:spcBef>
              <a:spcAft>
                <a:spcPts val="0"/>
              </a:spcAft>
              <a:buClr>
                <a:schemeClr val="dk1"/>
              </a:buClr>
              <a:buSzPts val="1100"/>
              <a:buNone/>
              <a:defRPr>
                <a:solidFill>
                  <a:schemeClr val="dk1"/>
                </a:solidFill>
              </a:defRPr>
            </a:lvl7pPr>
            <a:lvl8pPr lvl="7" algn="ctr">
              <a:spcBef>
                <a:spcPts val="0"/>
              </a:spcBef>
              <a:spcAft>
                <a:spcPts val="0"/>
              </a:spcAft>
              <a:buClr>
                <a:schemeClr val="dk1"/>
              </a:buClr>
              <a:buSzPts val="1100"/>
              <a:buNone/>
              <a:defRPr>
                <a:solidFill>
                  <a:schemeClr val="dk1"/>
                </a:solidFill>
              </a:defRPr>
            </a:lvl8pPr>
            <a:lvl9pPr lvl="8" algn="ctr">
              <a:spcBef>
                <a:spcPts val="0"/>
              </a:spcBef>
              <a:spcAft>
                <a:spcPts val="0"/>
              </a:spcAft>
              <a:buClr>
                <a:schemeClr val="dk1"/>
              </a:buClr>
              <a:buSzPts val="1100"/>
              <a:buNone/>
              <a:defRPr>
                <a:solidFill>
                  <a:schemeClr val="dk1"/>
                </a:solidFill>
              </a:defRPr>
            </a:lvl9pPr>
          </a:lstStyle>
          <a:p>
            <a:endParaRPr/>
          </a:p>
        </p:txBody>
      </p:sp>
      <p:sp>
        <p:nvSpPr>
          <p:cNvPr id="1207" name="Google Shape;1207;p50"/>
          <p:cNvSpPr txBox="1">
            <a:spLocks noGrp="1"/>
          </p:cNvSpPr>
          <p:nvPr>
            <p:ph type="subTitle" idx="6"/>
          </p:nvPr>
        </p:nvSpPr>
        <p:spPr>
          <a:xfrm>
            <a:off x="5357325" y="1848275"/>
            <a:ext cx="455400" cy="4422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100"/>
              <a:buNone/>
              <a:defRPr>
                <a:solidFill>
                  <a:schemeClr val="dk1"/>
                </a:solidFill>
              </a:defRPr>
            </a:lvl2pPr>
            <a:lvl3pPr lvl="2" algn="ctr">
              <a:spcBef>
                <a:spcPts val="0"/>
              </a:spcBef>
              <a:spcAft>
                <a:spcPts val="0"/>
              </a:spcAft>
              <a:buClr>
                <a:schemeClr val="dk1"/>
              </a:buClr>
              <a:buSzPts val="1100"/>
              <a:buNone/>
              <a:defRPr>
                <a:solidFill>
                  <a:schemeClr val="dk1"/>
                </a:solidFill>
              </a:defRPr>
            </a:lvl3pPr>
            <a:lvl4pPr lvl="3" algn="ctr">
              <a:spcBef>
                <a:spcPts val="0"/>
              </a:spcBef>
              <a:spcAft>
                <a:spcPts val="0"/>
              </a:spcAft>
              <a:buClr>
                <a:schemeClr val="dk1"/>
              </a:buClr>
              <a:buSzPts val="1100"/>
              <a:buNone/>
              <a:defRPr>
                <a:solidFill>
                  <a:schemeClr val="dk1"/>
                </a:solidFill>
              </a:defRPr>
            </a:lvl4pPr>
            <a:lvl5pPr lvl="4" algn="ctr">
              <a:spcBef>
                <a:spcPts val="0"/>
              </a:spcBef>
              <a:spcAft>
                <a:spcPts val="0"/>
              </a:spcAft>
              <a:buClr>
                <a:schemeClr val="dk1"/>
              </a:buClr>
              <a:buSzPts val="1100"/>
              <a:buNone/>
              <a:defRPr>
                <a:solidFill>
                  <a:schemeClr val="dk1"/>
                </a:solidFill>
              </a:defRPr>
            </a:lvl5pPr>
            <a:lvl6pPr lvl="5" algn="ctr">
              <a:spcBef>
                <a:spcPts val="0"/>
              </a:spcBef>
              <a:spcAft>
                <a:spcPts val="0"/>
              </a:spcAft>
              <a:buClr>
                <a:schemeClr val="dk1"/>
              </a:buClr>
              <a:buSzPts val="1100"/>
              <a:buNone/>
              <a:defRPr>
                <a:solidFill>
                  <a:schemeClr val="dk1"/>
                </a:solidFill>
              </a:defRPr>
            </a:lvl6pPr>
            <a:lvl7pPr lvl="6" algn="ctr">
              <a:spcBef>
                <a:spcPts val="0"/>
              </a:spcBef>
              <a:spcAft>
                <a:spcPts val="0"/>
              </a:spcAft>
              <a:buClr>
                <a:schemeClr val="dk1"/>
              </a:buClr>
              <a:buSzPts val="1100"/>
              <a:buNone/>
              <a:defRPr>
                <a:solidFill>
                  <a:schemeClr val="dk1"/>
                </a:solidFill>
              </a:defRPr>
            </a:lvl7pPr>
            <a:lvl8pPr lvl="7" algn="ctr">
              <a:spcBef>
                <a:spcPts val="0"/>
              </a:spcBef>
              <a:spcAft>
                <a:spcPts val="0"/>
              </a:spcAft>
              <a:buClr>
                <a:schemeClr val="dk1"/>
              </a:buClr>
              <a:buSzPts val="1100"/>
              <a:buNone/>
              <a:defRPr>
                <a:solidFill>
                  <a:schemeClr val="dk1"/>
                </a:solidFill>
              </a:defRPr>
            </a:lvl8pPr>
            <a:lvl9pPr lvl="8" algn="ctr">
              <a:spcBef>
                <a:spcPts val="0"/>
              </a:spcBef>
              <a:spcAft>
                <a:spcPts val="0"/>
              </a:spcAft>
              <a:buClr>
                <a:schemeClr val="dk1"/>
              </a:buClr>
              <a:buSzPts val="1100"/>
              <a:buNone/>
              <a:defRPr>
                <a:solidFill>
                  <a:schemeClr val="dk1"/>
                </a:solidFill>
              </a:defRPr>
            </a:lvl9pPr>
          </a:lstStyle>
          <a:p>
            <a:endParaRPr/>
          </a:p>
        </p:txBody>
      </p:sp>
      <p:sp>
        <p:nvSpPr>
          <p:cNvPr id="1208" name="Google Shape;1208;p50"/>
          <p:cNvSpPr txBox="1">
            <a:spLocks noGrp="1"/>
          </p:cNvSpPr>
          <p:nvPr>
            <p:ph type="subTitle" idx="7"/>
          </p:nvPr>
        </p:nvSpPr>
        <p:spPr>
          <a:xfrm>
            <a:off x="5357325" y="2866000"/>
            <a:ext cx="455400" cy="4422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100"/>
              <a:buNone/>
              <a:defRPr>
                <a:solidFill>
                  <a:schemeClr val="dk1"/>
                </a:solidFill>
              </a:defRPr>
            </a:lvl2pPr>
            <a:lvl3pPr lvl="2" algn="ctr">
              <a:spcBef>
                <a:spcPts val="0"/>
              </a:spcBef>
              <a:spcAft>
                <a:spcPts val="0"/>
              </a:spcAft>
              <a:buClr>
                <a:schemeClr val="dk1"/>
              </a:buClr>
              <a:buSzPts val="1100"/>
              <a:buNone/>
              <a:defRPr>
                <a:solidFill>
                  <a:schemeClr val="dk1"/>
                </a:solidFill>
              </a:defRPr>
            </a:lvl3pPr>
            <a:lvl4pPr lvl="3" algn="ctr">
              <a:spcBef>
                <a:spcPts val="0"/>
              </a:spcBef>
              <a:spcAft>
                <a:spcPts val="0"/>
              </a:spcAft>
              <a:buClr>
                <a:schemeClr val="dk1"/>
              </a:buClr>
              <a:buSzPts val="1100"/>
              <a:buNone/>
              <a:defRPr>
                <a:solidFill>
                  <a:schemeClr val="dk1"/>
                </a:solidFill>
              </a:defRPr>
            </a:lvl4pPr>
            <a:lvl5pPr lvl="4" algn="ctr">
              <a:spcBef>
                <a:spcPts val="0"/>
              </a:spcBef>
              <a:spcAft>
                <a:spcPts val="0"/>
              </a:spcAft>
              <a:buClr>
                <a:schemeClr val="dk1"/>
              </a:buClr>
              <a:buSzPts val="1100"/>
              <a:buNone/>
              <a:defRPr>
                <a:solidFill>
                  <a:schemeClr val="dk1"/>
                </a:solidFill>
              </a:defRPr>
            </a:lvl5pPr>
            <a:lvl6pPr lvl="5" algn="ctr">
              <a:spcBef>
                <a:spcPts val="0"/>
              </a:spcBef>
              <a:spcAft>
                <a:spcPts val="0"/>
              </a:spcAft>
              <a:buClr>
                <a:schemeClr val="dk1"/>
              </a:buClr>
              <a:buSzPts val="1100"/>
              <a:buNone/>
              <a:defRPr>
                <a:solidFill>
                  <a:schemeClr val="dk1"/>
                </a:solidFill>
              </a:defRPr>
            </a:lvl6pPr>
            <a:lvl7pPr lvl="6" algn="ctr">
              <a:spcBef>
                <a:spcPts val="0"/>
              </a:spcBef>
              <a:spcAft>
                <a:spcPts val="0"/>
              </a:spcAft>
              <a:buClr>
                <a:schemeClr val="dk1"/>
              </a:buClr>
              <a:buSzPts val="1100"/>
              <a:buNone/>
              <a:defRPr>
                <a:solidFill>
                  <a:schemeClr val="dk1"/>
                </a:solidFill>
              </a:defRPr>
            </a:lvl7pPr>
            <a:lvl8pPr lvl="7" algn="ctr">
              <a:spcBef>
                <a:spcPts val="0"/>
              </a:spcBef>
              <a:spcAft>
                <a:spcPts val="0"/>
              </a:spcAft>
              <a:buClr>
                <a:schemeClr val="dk1"/>
              </a:buClr>
              <a:buSzPts val="1100"/>
              <a:buNone/>
              <a:defRPr>
                <a:solidFill>
                  <a:schemeClr val="dk1"/>
                </a:solidFill>
              </a:defRPr>
            </a:lvl8pPr>
            <a:lvl9pPr lvl="8" algn="ctr">
              <a:spcBef>
                <a:spcPts val="0"/>
              </a:spcBef>
              <a:spcAft>
                <a:spcPts val="0"/>
              </a:spcAft>
              <a:buClr>
                <a:schemeClr val="dk1"/>
              </a:buClr>
              <a:buSzPts val="1100"/>
              <a:buNone/>
              <a:defRPr>
                <a:solidFill>
                  <a:schemeClr val="dk1"/>
                </a:solidFill>
              </a:defRPr>
            </a:lvl9pPr>
          </a:lstStyle>
          <a:p>
            <a:endParaRPr/>
          </a:p>
        </p:txBody>
      </p:sp>
      <p:sp>
        <p:nvSpPr>
          <p:cNvPr id="1209" name="Google Shape;1209;p50"/>
          <p:cNvSpPr txBox="1">
            <a:spLocks noGrp="1"/>
          </p:cNvSpPr>
          <p:nvPr>
            <p:ph type="subTitle" idx="8"/>
          </p:nvPr>
        </p:nvSpPr>
        <p:spPr>
          <a:xfrm>
            <a:off x="5404650" y="3867260"/>
            <a:ext cx="455400" cy="4422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100"/>
              <a:buNone/>
              <a:defRPr>
                <a:solidFill>
                  <a:schemeClr val="dk1"/>
                </a:solidFill>
              </a:defRPr>
            </a:lvl2pPr>
            <a:lvl3pPr lvl="2" algn="ctr">
              <a:spcBef>
                <a:spcPts val="0"/>
              </a:spcBef>
              <a:spcAft>
                <a:spcPts val="0"/>
              </a:spcAft>
              <a:buClr>
                <a:schemeClr val="dk1"/>
              </a:buClr>
              <a:buSzPts val="1100"/>
              <a:buNone/>
              <a:defRPr>
                <a:solidFill>
                  <a:schemeClr val="dk1"/>
                </a:solidFill>
              </a:defRPr>
            </a:lvl3pPr>
            <a:lvl4pPr lvl="3" algn="ctr">
              <a:spcBef>
                <a:spcPts val="0"/>
              </a:spcBef>
              <a:spcAft>
                <a:spcPts val="0"/>
              </a:spcAft>
              <a:buClr>
                <a:schemeClr val="dk1"/>
              </a:buClr>
              <a:buSzPts val="1100"/>
              <a:buNone/>
              <a:defRPr>
                <a:solidFill>
                  <a:schemeClr val="dk1"/>
                </a:solidFill>
              </a:defRPr>
            </a:lvl4pPr>
            <a:lvl5pPr lvl="4" algn="ctr">
              <a:spcBef>
                <a:spcPts val="0"/>
              </a:spcBef>
              <a:spcAft>
                <a:spcPts val="0"/>
              </a:spcAft>
              <a:buClr>
                <a:schemeClr val="dk1"/>
              </a:buClr>
              <a:buSzPts val="1100"/>
              <a:buNone/>
              <a:defRPr>
                <a:solidFill>
                  <a:schemeClr val="dk1"/>
                </a:solidFill>
              </a:defRPr>
            </a:lvl5pPr>
            <a:lvl6pPr lvl="5" algn="ctr">
              <a:spcBef>
                <a:spcPts val="0"/>
              </a:spcBef>
              <a:spcAft>
                <a:spcPts val="0"/>
              </a:spcAft>
              <a:buClr>
                <a:schemeClr val="dk1"/>
              </a:buClr>
              <a:buSzPts val="1100"/>
              <a:buNone/>
              <a:defRPr>
                <a:solidFill>
                  <a:schemeClr val="dk1"/>
                </a:solidFill>
              </a:defRPr>
            </a:lvl6pPr>
            <a:lvl7pPr lvl="6" algn="ctr">
              <a:spcBef>
                <a:spcPts val="0"/>
              </a:spcBef>
              <a:spcAft>
                <a:spcPts val="0"/>
              </a:spcAft>
              <a:buClr>
                <a:schemeClr val="dk1"/>
              </a:buClr>
              <a:buSzPts val="1100"/>
              <a:buNone/>
              <a:defRPr>
                <a:solidFill>
                  <a:schemeClr val="dk1"/>
                </a:solidFill>
              </a:defRPr>
            </a:lvl7pPr>
            <a:lvl8pPr lvl="7" algn="ctr">
              <a:spcBef>
                <a:spcPts val="0"/>
              </a:spcBef>
              <a:spcAft>
                <a:spcPts val="0"/>
              </a:spcAft>
              <a:buClr>
                <a:schemeClr val="dk1"/>
              </a:buClr>
              <a:buSzPts val="1100"/>
              <a:buNone/>
              <a:defRPr>
                <a:solidFill>
                  <a:schemeClr val="dk1"/>
                </a:solidFill>
              </a:defRPr>
            </a:lvl8pPr>
            <a:lvl9pPr lvl="8" algn="ctr">
              <a:spcBef>
                <a:spcPts val="0"/>
              </a:spcBef>
              <a:spcAft>
                <a:spcPts val="0"/>
              </a:spcAft>
              <a:buClr>
                <a:schemeClr val="dk1"/>
              </a:buClr>
              <a:buSzPts val="1100"/>
              <a:buNone/>
              <a:defRPr>
                <a:solidFill>
                  <a:schemeClr val="dk1"/>
                </a:solidFill>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Slide Multiple Quiz Options 3 v1">
  <p:cSld name="CUSTOM_30">
    <p:spTree>
      <p:nvGrpSpPr>
        <p:cNvPr id="1" name="Shape 1210"/>
        <p:cNvGrpSpPr/>
        <p:nvPr/>
      </p:nvGrpSpPr>
      <p:grpSpPr>
        <a:xfrm>
          <a:off x="0" y="0"/>
          <a:ext cx="0" cy="0"/>
          <a:chOff x="0" y="0"/>
          <a:chExt cx="0" cy="0"/>
        </a:xfrm>
      </p:grpSpPr>
      <p:sp>
        <p:nvSpPr>
          <p:cNvPr id="1211" name="Google Shape;1211;p51"/>
          <p:cNvSpPr txBox="1">
            <a:spLocks noGrp="1"/>
          </p:cNvSpPr>
          <p:nvPr>
            <p:ph type="title"/>
          </p:nvPr>
        </p:nvSpPr>
        <p:spPr>
          <a:xfrm>
            <a:off x="379400" y="445025"/>
            <a:ext cx="8372100" cy="572700"/>
          </a:xfrm>
          <a:prstGeom prst="rect">
            <a:avLst/>
          </a:prstGeom>
        </p:spPr>
        <p:txBody>
          <a:bodyPr spcFirstLastPara="1" wrap="square" lIns="0" tIns="0" rIns="0" bIns="0"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212" name="Google Shape;1212;p51"/>
          <p:cNvSpPr/>
          <p:nvPr/>
        </p:nvSpPr>
        <p:spPr>
          <a:xfrm>
            <a:off x="379400" y="2644450"/>
            <a:ext cx="639300" cy="572700"/>
          </a:xfrm>
          <a:prstGeom prst="snip2DiagRect">
            <a:avLst>
              <a:gd name="adj1" fmla="val 0"/>
              <a:gd name="adj2"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chemeClr val="lt2"/>
              </a:solidFill>
              <a:latin typeface="Fredoka"/>
              <a:ea typeface="Fredoka"/>
              <a:cs typeface="Fredoka"/>
              <a:sym typeface="Fredoka"/>
            </a:endParaRPr>
          </a:p>
        </p:txBody>
      </p:sp>
      <p:sp>
        <p:nvSpPr>
          <p:cNvPr id="1213" name="Google Shape;1213;p51"/>
          <p:cNvSpPr txBox="1">
            <a:spLocks noGrp="1"/>
          </p:cNvSpPr>
          <p:nvPr>
            <p:ph type="body" idx="1"/>
          </p:nvPr>
        </p:nvSpPr>
        <p:spPr>
          <a:xfrm>
            <a:off x="1112700" y="2665150"/>
            <a:ext cx="1846800" cy="531300"/>
          </a:xfrm>
          <a:prstGeom prst="rect">
            <a:avLst/>
          </a:prstGeom>
        </p:spPr>
        <p:txBody>
          <a:bodyPr spcFirstLastPara="1" wrap="square" lIns="0" tIns="0" rIns="0" bIns="0" anchor="ctr"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1214" name="Google Shape;1214;p51"/>
          <p:cNvSpPr txBox="1">
            <a:spLocks noGrp="1"/>
          </p:cNvSpPr>
          <p:nvPr>
            <p:ph type="body" idx="2"/>
          </p:nvPr>
        </p:nvSpPr>
        <p:spPr>
          <a:xfrm>
            <a:off x="4043713" y="2665150"/>
            <a:ext cx="1846800" cy="531300"/>
          </a:xfrm>
          <a:prstGeom prst="rect">
            <a:avLst/>
          </a:prstGeom>
        </p:spPr>
        <p:txBody>
          <a:bodyPr spcFirstLastPara="1" wrap="square" lIns="0" tIns="0" rIns="0" bIns="0" anchor="ctr"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1215" name="Google Shape;1215;p51"/>
          <p:cNvSpPr txBox="1">
            <a:spLocks noGrp="1"/>
          </p:cNvSpPr>
          <p:nvPr>
            <p:ph type="body" idx="3"/>
          </p:nvPr>
        </p:nvSpPr>
        <p:spPr>
          <a:xfrm>
            <a:off x="6877225" y="2665150"/>
            <a:ext cx="1846800" cy="531300"/>
          </a:xfrm>
          <a:prstGeom prst="rect">
            <a:avLst/>
          </a:prstGeom>
        </p:spPr>
        <p:txBody>
          <a:bodyPr spcFirstLastPara="1" wrap="square" lIns="0" tIns="0" rIns="0" bIns="0" anchor="ctr"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1216" name="Google Shape;1216;p51"/>
          <p:cNvSpPr/>
          <p:nvPr/>
        </p:nvSpPr>
        <p:spPr>
          <a:xfrm>
            <a:off x="3253500" y="2644450"/>
            <a:ext cx="639300" cy="572700"/>
          </a:xfrm>
          <a:prstGeom prst="snip2DiagRect">
            <a:avLst>
              <a:gd name="adj1" fmla="val 0"/>
              <a:gd name="adj2"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chemeClr val="lt2"/>
              </a:solidFill>
              <a:latin typeface="Fredoka"/>
              <a:ea typeface="Fredoka"/>
              <a:cs typeface="Fredoka"/>
              <a:sym typeface="Fredoka"/>
            </a:endParaRPr>
          </a:p>
        </p:txBody>
      </p:sp>
      <p:sp>
        <p:nvSpPr>
          <p:cNvPr id="1217" name="Google Shape;1217;p51"/>
          <p:cNvSpPr/>
          <p:nvPr/>
        </p:nvSpPr>
        <p:spPr>
          <a:xfrm>
            <a:off x="6133400" y="2644450"/>
            <a:ext cx="639300" cy="572700"/>
          </a:xfrm>
          <a:prstGeom prst="snip2DiagRect">
            <a:avLst>
              <a:gd name="adj1" fmla="val 0"/>
              <a:gd name="adj2" fmla="val 16667"/>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chemeClr val="lt2"/>
              </a:solidFill>
              <a:latin typeface="Fredoka"/>
              <a:ea typeface="Fredoka"/>
              <a:cs typeface="Fredoka"/>
              <a:sym typeface="Fredoka"/>
            </a:endParaRPr>
          </a:p>
        </p:txBody>
      </p:sp>
      <p:sp>
        <p:nvSpPr>
          <p:cNvPr id="1218" name="Google Shape;1218;p51"/>
          <p:cNvSpPr txBox="1">
            <a:spLocks noGrp="1"/>
          </p:cNvSpPr>
          <p:nvPr>
            <p:ph type="subTitle" idx="4"/>
          </p:nvPr>
        </p:nvSpPr>
        <p:spPr>
          <a:xfrm>
            <a:off x="454250" y="2714500"/>
            <a:ext cx="489600" cy="432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100"/>
              <a:buNone/>
              <a:defRPr>
                <a:solidFill>
                  <a:schemeClr val="dk1"/>
                </a:solidFill>
              </a:defRPr>
            </a:lvl2pPr>
            <a:lvl3pPr lvl="2">
              <a:spcBef>
                <a:spcPts val="0"/>
              </a:spcBef>
              <a:spcAft>
                <a:spcPts val="0"/>
              </a:spcAft>
              <a:buClr>
                <a:schemeClr val="dk1"/>
              </a:buClr>
              <a:buSzPts val="1100"/>
              <a:buNone/>
              <a:defRPr>
                <a:solidFill>
                  <a:schemeClr val="dk1"/>
                </a:solidFill>
              </a:defRPr>
            </a:lvl3pPr>
            <a:lvl4pPr lvl="3">
              <a:spcBef>
                <a:spcPts val="0"/>
              </a:spcBef>
              <a:spcAft>
                <a:spcPts val="0"/>
              </a:spcAft>
              <a:buClr>
                <a:schemeClr val="dk1"/>
              </a:buClr>
              <a:buSzPts val="1100"/>
              <a:buNone/>
              <a:defRPr>
                <a:solidFill>
                  <a:schemeClr val="dk1"/>
                </a:solidFill>
              </a:defRPr>
            </a:lvl4pPr>
            <a:lvl5pPr lvl="4">
              <a:spcBef>
                <a:spcPts val="0"/>
              </a:spcBef>
              <a:spcAft>
                <a:spcPts val="0"/>
              </a:spcAft>
              <a:buClr>
                <a:schemeClr val="dk1"/>
              </a:buClr>
              <a:buSzPts val="1100"/>
              <a:buNone/>
              <a:defRPr>
                <a:solidFill>
                  <a:schemeClr val="dk1"/>
                </a:solidFill>
              </a:defRPr>
            </a:lvl5pPr>
            <a:lvl6pPr lvl="5">
              <a:spcBef>
                <a:spcPts val="0"/>
              </a:spcBef>
              <a:spcAft>
                <a:spcPts val="0"/>
              </a:spcAft>
              <a:buClr>
                <a:schemeClr val="dk1"/>
              </a:buClr>
              <a:buSzPts val="1100"/>
              <a:buNone/>
              <a:defRPr>
                <a:solidFill>
                  <a:schemeClr val="dk1"/>
                </a:solidFill>
              </a:defRPr>
            </a:lvl6pPr>
            <a:lvl7pPr lvl="6">
              <a:spcBef>
                <a:spcPts val="0"/>
              </a:spcBef>
              <a:spcAft>
                <a:spcPts val="0"/>
              </a:spcAft>
              <a:buClr>
                <a:schemeClr val="dk1"/>
              </a:buClr>
              <a:buSzPts val="1100"/>
              <a:buNone/>
              <a:defRPr>
                <a:solidFill>
                  <a:schemeClr val="dk1"/>
                </a:solidFill>
              </a:defRPr>
            </a:lvl7pPr>
            <a:lvl8pPr lvl="7">
              <a:spcBef>
                <a:spcPts val="0"/>
              </a:spcBef>
              <a:spcAft>
                <a:spcPts val="0"/>
              </a:spcAft>
              <a:buClr>
                <a:schemeClr val="dk1"/>
              </a:buClr>
              <a:buSzPts val="1100"/>
              <a:buNone/>
              <a:defRPr>
                <a:solidFill>
                  <a:schemeClr val="dk1"/>
                </a:solidFill>
              </a:defRPr>
            </a:lvl8pPr>
            <a:lvl9pPr lvl="8">
              <a:spcBef>
                <a:spcPts val="0"/>
              </a:spcBef>
              <a:spcAft>
                <a:spcPts val="0"/>
              </a:spcAft>
              <a:buClr>
                <a:schemeClr val="dk1"/>
              </a:buClr>
              <a:buSzPts val="1100"/>
              <a:buNone/>
              <a:defRPr>
                <a:solidFill>
                  <a:schemeClr val="dk1"/>
                </a:solidFill>
              </a:defRPr>
            </a:lvl9pPr>
          </a:lstStyle>
          <a:p>
            <a:endParaRPr/>
          </a:p>
        </p:txBody>
      </p:sp>
      <p:sp>
        <p:nvSpPr>
          <p:cNvPr id="1219" name="Google Shape;1219;p51"/>
          <p:cNvSpPr txBox="1">
            <a:spLocks noGrp="1"/>
          </p:cNvSpPr>
          <p:nvPr>
            <p:ph type="subTitle" idx="5"/>
          </p:nvPr>
        </p:nvSpPr>
        <p:spPr>
          <a:xfrm>
            <a:off x="3331250" y="2714500"/>
            <a:ext cx="489600" cy="432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100"/>
              <a:buNone/>
              <a:defRPr>
                <a:solidFill>
                  <a:schemeClr val="dk1"/>
                </a:solidFill>
              </a:defRPr>
            </a:lvl2pPr>
            <a:lvl3pPr lvl="2">
              <a:spcBef>
                <a:spcPts val="0"/>
              </a:spcBef>
              <a:spcAft>
                <a:spcPts val="0"/>
              </a:spcAft>
              <a:buClr>
                <a:schemeClr val="dk1"/>
              </a:buClr>
              <a:buSzPts val="1100"/>
              <a:buNone/>
              <a:defRPr>
                <a:solidFill>
                  <a:schemeClr val="dk1"/>
                </a:solidFill>
              </a:defRPr>
            </a:lvl3pPr>
            <a:lvl4pPr lvl="3">
              <a:spcBef>
                <a:spcPts val="0"/>
              </a:spcBef>
              <a:spcAft>
                <a:spcPts val="0"/>
              </a:spcAft>
              <a:buClr>
                <a:schemeClr val="dk1"/>
              </a:buClr>
              <a:buSzPts val="1100"/>
              <a:buNone/>
              <a:defRPr>
                <a:solidFill>
                  <a:schemeClr val="dk1"/>
                </a:solidFill>
              </a:defRPr>
            </a:lvl4pPr>
            <a:lvl5pPr lvl="4">
              <a:spcBef>
                <a:spcPts val="0"/>
              </a:spcBef>
              <a:spcAft>
                <a:spcPts val="0"/>
              </a:spcAft>
              <a:buClr>
                <a:schemeClr val="dk1"/>
              </a:buClr>
              <a:buSzPts val="1100"/>
              <a:buNone/>
              <a:defRPr>
                <a:solidFill>
                  <a:schemeClr val="dk1"/>
                </a:solidFill>
              </a:defRPr>
            </a:lvl5pPr>
            <a:lvl6pPr lvl="5">
              <a:spcBef>
                <a:spcPts val="0"/>
              </a:spcBef>
              <a:spcAft>
                <a:spcPts val="0"/>
              </a:spcAft>
              <a:buClr>
                <a:schemeClr val="dk1"/>
              </a:buClr>
              <a:buSzPts val="1100"/>
              <a:buNone/>
              <a:defRPr>
                <a:solidFill>
                  <a:schemeClr val="dk1"/>
                </a:solidFill>
              </a:defRPr>
            </a:lvl6pPr>
            <a:lvl7pPr lvl="6">
              <a:spcBef>
                <a:spcPts val="0"/>
              </a:spcBef>
              <a:spcAft>
                <a:spcPts val="0"/>
              </a:spcAft>
              <a:buClr>
                <a:schemeClr val="dk1"/>
              </a:buClr>
              <a:buSzPts val="1100"/>
              <a:buNone/>
              <a:defRPr>
                <a:solidFill>
                  <a:schemeClr val="dk1"/>
                </a:solidFill>
              </a:defRPr>
            </a:lvl7pPr>
            <a:lvl8pPr lvl="7">
              <a:spcBef>
                <a:spcPts val="0"/>
              </a:spcBef>
              <a:spcAft>
                <a:spcPts val="0"/>
              </a:spcAft>
              <a:buClr>
                <a:schemeClr val="dk1"/>
              </a:buClr>
              <a:buSzPts val="1100"/>
              <a:buNone/>
              <a:defRPr>
                <a:solidFill>
                  <a:schemeClr val="dk1"/>
                </a:solidFill>
              </a:defRPr>
            </a:lvl8pPr>
            <a:lvl9pPr lvl="8">
              <a:spcBef>
                <a:spcPts val="0"/>
              </a:spcBef>
              <a:spcAft>
                <a:spcPts val="0"/>
              </a:spcAft>
              <a:buClr>
                <a:schemeClr val="dk1"/>
              </a:buClr>
              <a:buSzPts val="1100"/>
              <a:buNone/>
              <a:defRPr>
                <a:solidFill>
                  <a:schemeClr val="dk1"/>
                </a:solidFill>
              </a:defRPr>
            </a:lvl9pPr>
          </a:lstStyle>
          <a:p>
            <a:endParaRPr/>
          </a:p>
        </p:txBody>
      </p:sp>
      <p:sp>
        <p:nvSpPr>
          <p:cNvPr id="1220" name="Google Shape;1220;p51"/>
          <p:cNvSpPr txBox="1">
            <a:spLocks noGrp="1"/>
          </p:cNvSpPr>
          <p:nvPr>
            <p:ph type="subTitle" idx="6"/>
          </p:nvPr>
        </p:nvSpPr>
        <p:spPr>
          <a:xfrm>
            <a:off x="6211935" y="2714500"/>
            <a:ext cx="489600" cy="432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100"/>
              <a:buNone/>
              <a:defRPr>
                <a:solidFill>
                  <a:schemeClr val="dk1"/>
                </a:solidFill>
              </a:defRPr>
            </a:lvl2pPr>
            <a:lvl3pPr lvl="2">
              <a:spcBef>
                <a:spcPts val="0"/>
              </a:spcBef>
              <a:spcAft>
                <a:spcPts val="0"/>
              </a:spcAft>
              <a:buClr>
                <a:schemeClr val="dk1"/>
              </a:buClr>
              <a:buSzPts val="1100"/>
              <a:buNone/>
              <a:defRPr>
                <a:solidFill>
                  <a:schemeClr val="dk1"/>
                </a:solidFill>
              </a:defRPr>
            </a:lvl3pPr>
            <a:lvl4pPr lvl="3">
              <a:spcBef>
                <a:spcPts val="0"/>
              </a:spcBef>
              <a:spcAft>
                <a:spcPts val="0"/>
              </a:spcAft>
              <a:buClr>
                <a:schemeClr val="dk1"/>
              </a:buClr>
              <a:buSzPts val="1100"/>
              <a:buNone/>
              <a:defRPr>
                <a:solidFill>
                  <a:schemeClr val="dk1"/>
                </a:solidFill>
              </a:defRPr>
            </a:lvl4pPr>
            <a:lvl5pPr lvl="4">
              <a:spcBef>
                <a:spcPts val="0"/>
              </a:spcBef>
              <a:spcAft>
                <a:spcPts val="0"/>
              </a:spcAft>
              <a:buClr>
                <a:schemeClr val="dk1"/>
              </a:buClr>
              <a:buSzPts val="1100"/>
              <a:buNone/>
              <a:defRPr>
                <a:solidFill>
                  <a:schemeClr val="dk1"/>
                </a:solidFill>
              </a:defRPr>
            </a:lvl5pPr>
            <a:lvl6pPr lvl="5">
              <a:spcBef>
                <a:spcPts val="0"/>
              </a:spcBef>
              <a:spcAft>
                <a:spcPts val="0"/>
              </a:spcAft>
              <a:buClr>
                <a:schemeClr val="dk1"/>
              </a:buClr>
              <a:buSzPts val="1100"/>
              <a:buNone/>
              <a:defRPr>
                <a:solidFill>
                  <a:schemeClr val="dk1"/>
                </a:solidFill>
              </a:defRPr>
            </a:lvl6pPr>
            <a:lvl7pPr lvl="6">
              <a:spcBef>
                <a:spcPts val="0"/>
              </a:spcBef>
              <a:spcAft>
                <a:spcPts val="0"/>
              </a:spcAft>
              <a:buClr>
                <a:schemeClr val="dk1"/>
              </a:buClr>
              <a:buSzPts val="1100"/>
              <a:buNone/>
              <a:defRPr>
                <a:solidFill>
                  <a:schemeClr val="dk1"/>
                </a:solidFill>
              </a:defRPr>
            </a:lvl7pPr>
            <a:lvl8pPr lvl="7">
              <a:spcBef>
                <a:spcPts val="0"/>
              </a:spcBef>
              <a:spcAft>
                <a:spcPts val="0"/>
              </a:spcAft>
              <a:buClr>
                <a:schemeClr val="dk1"/>
              </a:buClr>
              <a:buSzPts val="1100"/>
              <a:buNone/>
              <a:defRPr>
                <a:solidFill>
                  <a:schemeClr val="dk1"/>
                </a:solidFill>
              </a:defRPr>
            </a:lvl8pPr>
            <a:lvl9pPr lvl="8">
              <a:spcBef>
                <a:spcPts val="0"/>
              </a:spcBef>
              <a:spcAft>
                <a:spcPts val="0"/>
              </a:spcAft>
              <a:buClr>
                <a:schemeClr val="dk1"/>
              </a:buClr>
              <a:buSzPts val="1100"/>
              <a:buNone/>
              <a:defRPr>
                <a:solidFill>
                  <a:schemeClr val="dk1"/>
                </a:solidFill>
              </a:defRPr>
            </a:lvl9pPr>
          </a:lstStyle>
          <a:p>
            <a:endParaRPr/>
          </a:p>
        </p:txBody>
      </p:sp>
      <p:sp>
        <p:nvSpPr>
          <p:cNvPr id="1221" name="Google Shape;1221;p51"/>
          <p:cNvSpPr/>
          <p:nvPr/>
        </p:nvSpPr>
        <p:spPr>
          <a:xfrm rot="10800000">
            <a:off x="7634350" y="-519750"/>
            <a:ext cx="2449800" cy="1093800"/>
          </a:xfrm>
          <a:prstGeom prst="snip1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222" name="Google Shape;1222;p51"/>
          <p:cNvGrpSpPr/>
          <p:nvPr/>
        </p:nvGrpSpPr>
        <p:grpSpPr>
          <a:xfrm>
            <a:off x="8137738" y="-49687"/>
            <a:ext cx="392675" cy="392675"/>
            <a:chOff x="458050" y="265600"/>
            <a:chExt cx="392675" cy="392675"/>
          </a:xfrm>
        </p:grpSpPr>
        <p:sp>
          <p:nvSpPr>
            <p:cNvPr id="1223" name="Google Shape;1223;p51"/>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24" name="Google Shape;1224;p51"/>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25" name="Google Shape;1225;p51"/>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26" name="Google Shape;1226;p51"/>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227" name="Google Shape;1227;p51"/>
          <p:cNvGrpSpPr/>
          <p:nvPr/>
        </p:nvGrpSpPr>
        <p:grpSpPr>
          <a:xfrm>
            <a:off x="8677638" y="-49700"/>
            <a:ext cx="392675" cy="392675"/>
            <a:chOff x="458050" y="265600"/>
            <a:chExt cx="392675" cy="392675"/>
          </a:xfrm>
        </p:grpSpPr>
        <p:sp>
          <p:nvSpPr>
            <p:cNvPr id="1228" name="Google Shape;1228;p51"/>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29" name="Google Shape;1229;p51"/>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30" name="Google Shape;1230;p51"/>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31" name="Google Shape;1231;p51"/>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1232" name="Google Shape;1232;p51"/>
          <p:cNvSpPr/>
          <p:nvPr/>
        </p:nvSpPr>
        <p:spPr>
          <a:xfrm>
            <a:off x="2486576" y="4630930"/>
            <a:ext cx="1093800" cy="1093800"/>
          </a:xfrm>
          <a:prstGeom prst="donut">
            <a:avLst>
              <a:gd name="adj" fmla="val 17041"/>
            </a:avLst>
          </a:prstGeom>
          <a:noFill/>
          <a:ln w="38100" cap="flat" cmpd="sng">
            <a:solidFill>
              <a:schemeClr val="accent3"/>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Slide Multiple Quiz Options 3 v2">
  <p:cSld name="CUSTOM_31">
    <p:spTree>
      <p:nvGrpSpPr>
        <p:cNvPr id="1" name="Shape 1233"/>
        <p:cNvGrpSpPr/>
        <p:nvPr/>
      </p:nvGrpSpPr>
      <p:grpSpPr>
        <a:xfrm>
          <a:off x="0" y="0"/>
          <a:ext cx="0" cy="0"/>
          <a:chOff x="0" y="0"/>
          <a:chExt cx="0" cy="0"/>
        </a:xfrm>
      </p:grpSpPr>
      <p:sp>
        <p:nvSpPr>
          <p:cNvPr id="1234" name="Google Shape;1234;p52"/>
          <p:cNvSpPr/>
          <p:nvPr/>
        </p:nvSpPr>
        <p:spPr>
          <a:xfrm>
            <a:off x="3909775" y="-27225"/>
            <a:ext cx="5234100" cy="5170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235" name="Google Shape;1235;p52"/>
          <p:cNvGrpSpPr/>
          <p:nvPr/>
        </p:nvGrpSpPr>
        <p:grpSpPr>
          <a:xfrm>
            <a:off x="7939157" y="-559388"/>
            <a:ext cx="1572280" cy="1572280"/>
            <a:chOff x="987244" y="313753"/>
            <a:chExt cx="555321" cy="555321"/>
          </a:xfrm>
        </p:grpSpPr>
        <p:grpSp>
          <p:nvGrpSpPr>
            <p:cNvPr id="1236" name="Google Shape;1236;p52"/>
            <p:cNvGrpSpPr/>
            <p:nvPr/>
          </p:nvGrpSpPr>
          <p:grpSpPr>
            <a:xfrm>
              <a:off x="1068575" y="395075"/>
              <a:ext cx="392675" cy="392675"/>
              <a:chOff x="458050" y="265600"/>
              <a:chExt cx="392675" cy="392675"/>
            </a:xfrm>
          </p:grpSpPr>
          <p:sp>
            <p:nvSpPr>
              <p:cNvPr id="1237" name="Google Shape;1237;p52"/>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38" name="Google Shape;1238;p52"/>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39" name="Google Shape;1239;p52"/>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40" name="Google Shape;1240;p52"/>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241" name="Google Shape;1241;p52"/>
            <p:cNvGrpSpPr/>
            <p:nvPr/>
          </p:nvGrpSpPr>
          <p:grpSpPr>
            <a:xfrm rot="-2700000">
              <a:off x="1068569" y="395078"/>
              <a:ext cx="392671" cy="392671"/>
              <a:chOff x="458050" y="265600"/>
              <a:chExt cx="392675" cy="392675"/>
            </a:xfrm>
          </p:grpSpPr>
          <p:sp>
            <p:nvSpPr>
              <p:cNvPr id="1242" name="Google Shape;1242;p52"/>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43" name="Google Shape;1243;p52"/>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44" name="Google Shape;1244;p52"/>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45" name="Google Shape;1245;p52"/>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sp>
        <p:nvSpPr>
          <p:cNvPr id="1246" name="Google Shape;1246;p52"/>
          <p:cNvSpPr/>
          <p:nvPr/>
        </p:nvSpPr>
        <p:spPr>
          <a:xfrm>
            <a:off x="3362526" y="4772899"/>
            <a:ext cx="1132200" cy="1132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247" name="Google Shape;1247;p52"/>
          <p:cNvGrpSpPr/>
          <p:nvPr/>
        </p:nvGrpSpPr>
        <p:grpSpPr>
          <a:xfrm rot="5400000">
            <a:off x="4164913" y="48982"/>
            <a:ext cx="230579" cy="230579"/>
            <a:chOff x="458050" y="265600"/>
            <a:chExt cx="392675" cy="392675"/>
          </a:xfrm>
        </p:grpSpPr>
        <p:sp>
          <p:nvSpPr>
            <p:cNvPr id="1248" name="Google Shape;1248;p52"/>
            <p:cNvSpPr/>
            <p:nvPr/>
          </p:nvSpPr>
          <p:spPr>
            <a:xfrm>
              <a:off x="638050" y="265600"/>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49" name="Google Shape;1249;p52"/>
            <p:cNvSpPr/>
            <p:nvPr/>
          </p:nvSpPr>
          <p:spPr>
            <a:xfrm>
              <a:off x="638050" y="5229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50" name="Google Shape;1250;p52"/>
            <p:cNvSpPr/>
            <p:nvPr/>
          </p:nvSpPr>
          <p:spPr>
            <a:xfrm rot="-5400000">
              <a:off x="509350"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51" name="Google Shape;1251;p52"/>
            <p:cNvSpPr/>
            <p:nvPr/>
          </p:nvSpPr>
          <p:spPr>
            <a:xfrm rot="-5400000">
              <a:off x="766725"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252" name="Google Shape;1252;p52"/>
          <p:cNvGrpSpPr/>
          <p:nvPr/>
        </p:nvGrpSpPr>
        <p:grpSpPr>
          <a:xfrm rot="5400000">
            <a:off x="3985952" y="276513"/>
            <a:ext cx="230579" cy="230579"/>
            <a:chOff x="458050" y="265600"/>
            <a:chExt cx="392675" cy="392675"/>
          </a:xfrm>
        </p:grpSpPr>
        <p:sp>
          <p:nvSpPr>
            <p:cNvPr id="1253" name="Google Shape;1253;p52"/>
            <p:cNvSpPr/>
            <p:nvPr/>
          </p:nvSpPr>
          <p:spPr>
            <a:xfrm>
              <a:off x="638050" y="265600"/>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54" name="Google Shape;1254;p52"/>
            <p:cNvSpPr/>
            <p:nvPr/>
          </p:nvSpPr>
          <p:spPr>
            <a:xfrm>
              <a:off x="638050" y="5229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55" name="Google Shape;1255;p52"/>
            <p:cNvSpPr/>
            <p:nvPr/>
          </p:nvSpPr>
          <p:spPr>
            <a:xfrm rot="-5400000">
              <a:off x="509350"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56" name="Google Shape;1256;p52"/>
            <p:cNvSpPr/>
            <p:nvPr/>
          </p:nvSpPr>
          <p:spPr>
            <a:xfrm rot="-5400000">
              <a:off x="766725"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257" name="Google Shape;1257;p52"/>
          <p:cNvGrpSpPr/>
          <p:nvPr/>
        </p:nvGrpSpPr>
        <p:grpSpPr>
          <a:xfrm rot="5400000">
            <a:off x="44813" y="4583832"/>
            <a:ext cx="230579" cy="230579"/>
            <a:chOff x="458050" y="265600"/>
            <a:chExt cx="392675" cy="392675"/>
          </a:xfrm>
        </p:grpSpPr>
        <p:sp>
          <p:nvSpPr>
            <p:cNvPr id="1258" name="Google Shape;1258;p52"/>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59" name="Google Shape;1259;p52"/>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60" name="Google Shape;1260;p52"/>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61" name="Google Shape;1261;p52"/>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262" name="Google Shape;1262;p52"/>
          <p:cNvGrpSpPr/>
          <p:nvPr/>
        </p:nvGrpSpPr>
        <p:grpSpPr>
          <a:xfrm rot="5400000">
            <a:off x="44827" y="4857688"/>
            <a:ext cx="230579" cy="230579"/>
            <a:chOff x="458050" y="265600"/>
            <a:chExt cx="392675" cy="392675"/>
          </a:xfrm>
        </p:grpSpPr>
        <p:sp>
          <p:nvSpPr>
            <p:cNvPr id="1263" name="Google Shape;1263;p52"/>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64" name="Google Shape;1264;p52"/>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65" name="Google Shape;1265;p52"/>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66" name="Google Shape;1266;p52"/>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267" name="Google Shape;1267;p52"/>
          <p:cNvGrpSpPr/>
          <p:nvPr/>
        </p:nvGrpSpPr>
        <p:grpSpPr>
          <a:xfrm rot="5400000">
            <a:off x="275388" y="4742007"/>
            <a:ext cx="230579" cy="230579"/>
            <a:chOff x="458050" y="265600"/>
            <a:chExt cx="392675" cy="392675"/>
          </a:xfrm>
        </p:grpSpPr>
        <p:sp>
          <p:nvSpPr>
            <p:cNvPr id="1268" name="Google Shape;1268;p52"/>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69" name="Google Shape;1269;p52"/>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70" name="Google Shape;1270;p52"/>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71" name="Google Shape;1271;p52"/>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272" name="Google Shape;1272;p52"/>
          <p:cNvGrpSpPr/>
          <p:nvPr/>
        </p:nvGrpSpPr>
        <p:grpSpPr>
          <a:xfrm rot="5400000">
            <a:off x="275402" y="5015863"/>
            <a:ext cx="230579" cy="230579"/>
            <a:chOff x="458050" y="265600"/>
            <a:chExt cx="392675" cy="392675"/>
          </a:xfrm>
        </p:grpSpPr>
        <p:sp>
          <p:nvSpPr>
            <p:cNvPr id="1273" name="Google Shape;1273;p52"/>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74" name="Google Shape;1274;p52"/>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75" name="Google Shape;1275;p52"/>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76" name="Google Shape;1276;p52"/>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1277" name="Google Shape;1277;p52"/>
          <p:cNvSpPr txBox="1">
            <a:spLocks noGrp="1"/>
          </p:cNvSpPr>
          <p:nvPr>
            <p:ph type="title"/>
          </p:nvPr>
        </p:nvSpPr>
        <p:spPr>
          <a:xfrm>
            <a:off x="566250" y="2285400"/>
            <a:ext cx="2914800" cy="572700"/>
          </a:xfrm>
          <a:prstGeom prst="rect">
            <a:avLst/>
          </a:prstGeom>
        </p:spPr>
        <p:txBody>
          <a:bodyPr spcFirstLastPara="1" wrap="square" lIns="0" tIns="0" rIns="0" bIns="0" anchor="ctr"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278" name="Google Shape;1278;p52"/>
          <p:cNvSpPr/>
          <p:nvPr/>
        </p:nvSpPr>
        <p:spPr>
          <a:xfrm>
            <a:off x="5224525" y="822325"/>
            <a:ext cx="2604600" cy="730500"/>
          </a:xfrm>
          <a:prstGeom prst="snip2DiagRect">
            <a:avLst>
              <a:gd name="adj1" fmla="val 0"/>
              <a:gd name="adj2"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279" name="Google Shape;1279;p52"/>
          <p:cNvSpPr/>
          <p:nvPr/>
        </p:nvSpPr>
        <p:spPr>
          <a:xfrm>
            <a:off x="5224525" y="2206500"/>
            <a:ext cx="2604600" cy="730500"/>
          </a:xfrm>
          <a:prstGeom prst="snip2DiagRect">
            <a:avLst>
              <a:gd name="adj1" fmla="val 0"/>
              <a:gd name="adj2"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280" name="Google Shape;1280;p52"/>
          <p:cNvSpPr/>
          <p:nvPr/>
        </p:nvSpPr>
        <p:spPr>
          <a:xfrm>
            <a:off x="5224525" y="3590675"/>
            <a:ext cx="2604600" cy="730500"/>
          </a:xfrm>
          <a:prstGeom prst="snip2DiagRect">
            <a:avLst>
              <a:gd name="adj1" fmla="val 0"/>
              <a:gd name="adj2" fmla="val 16667"/>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281" name="Google Shape;1281;p52"/>
          <p:cNvSpPr txBox="1">
            <a:spLocks noGrp="1"/>
          </p:cNvSpPr>
          <p:nvPr>
            <p:ph type="body" idx="1"/>
          </p:nvPr>
        </p:nvSpPr>
        <p:spPr>
          <a:xfrm>
            <a:off x="5862914" y="948175"/>
            <a:ext cx="1830000" cy="4839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dk1"/>
              </a:buClr>
              <a:buSzPts val="1100"/>
              <a:buChar char="●"/>
              <a:defRPr>
                <a:solidFill>
                  <a:schemeClr val="dk1"/>
                </a:solidFill>
              </a:defRPr>
            </a:lvl1pPr>
            <a:lvl2pPr marL="914400" lvl="1" indent="-298450">
              <a:spcBef>
                <a:spcPts val="0"/>
              </a:spcBef>
              <a:spcAft>
                <a:spcPts val="0"/>
              </a:spcAft>
              <a:buClr>
                <a:schemeClr val="dk1"/>
              </a:buClr>
              <a:buSzPts val="1100"/>
              <a:buChar char="○"/>
              <a:defRPr>
                <a:solidFill>
                  <a:schemeClr val="dk1"/>
                </a:solidFill>
              </a:defRPr>
            </a:lvl2pPr>
            <a:lvl3pPr marL="1371600" lvl="2" indent="-298450">
              <a:spcBef>
                <a:spcPts val="0"/>
              </a:spcBef>
              <a:spcAft>
                <a:spcPts val="0"/>
              </a:spcAft>
              <a:buClr>
                <a:schemeClr val="dk1"/>
              </a:buClr>
              <a:buSzPts val="1100"/>
              <a:buChar char="■"/>
              <a:defRPr>
                <a:solidFill>
                  <a:schemeClr val="dk1"/>
                </a:solidFill>
              </a:defRPr>
            </a:lvl3pPr>
            <a:lvl4pPr marL="1828800" lvl="3" indent="-298450">
              <a:spcBef>
                <a:spcPts val="0"/>
              </a:spcBef>
              <a:spcAft>
                <a:spcPts val="0"/>
              </a:spcAft>
              <a:buClr>
                <a:schemeClr val="dk1"/>
              </a:buClr>
              <a:buSzPts val="1100"/>
              <a:buChar char="●"/>
              <a:defRPr>
                <a:solidFill>
                  <a:schemeClr val="dk1"/>
                </a:solidFill>
              </a:defRPr>
            </a:lvl4pPr>
            <a:lvl5pPr marL="2286000" lvl="4" indent="-298450">
              <a:spcBef>
                <a:spcPts val="0"/>
              </a:spcBef>
              <a:spcAft>
                <a:spcPts val="0"/>
              </a:spcAft>
              <a:buClr>
                <a:schemeClr val="dk1"/>
              </a:buClr>
              <a:buSzPts val="1100"/>
              <a:buChar char="○"/>
              <a:defRPr>
                <a:solidFill>
                  <a:schemeClr val="dk1"/>
                </a:solidFill>
              </a:defRPr>
            </a:lvl5pPr>
            <a:lvl6pPr marL="2743200" lvl="5" indent="-298450">
              <a:spcBef>
                <a:spcPts val="0"/>
              </a:spcBef>
              <a:spcAft>
                <a:spcPts val="0"/>
              </a:spcAft>
              <a:buClr>
                <a:schemeClr val="dk1"/>
              </a:buClr>
              <a:buSzPts val="1100"/>
              <a:buChar char="■"/>
              <a:defRPr>
                <a:solidFill>
                  <a:schemeClr val="dk1"/>
                </a:solidFill>
              </a:defRPr>
            </a:lvl6pPr>
            <a:lvl7pPr marL="3200400" lvl="6" indent="-298450">
              <a:spcBef>
                <a:spcPts val="0"/>
              </a:spcBef>
              <a:spcAft>
                <a:spcPts val="0"/>
              </a:spcAft>
              <a:buClr>
                <a:schemeClr val="dk1"/>
              </a:buClr>
              <a:buSzPts val="1100"/>
              <a:buChar char="●"/>
              <a:defRPr>
                <a:solidFill>
                  <a:schemeClr val="dk1"/>
                </a:solidFill>
              </a:defRPr>
            </a:lvl7pPr>
            <a:lvl8pPr marL="3657600" lvl="7" indent="-298450">
              <a:spcBef>
                <a:spcPts val="0"/>
              </a:spcBef>
              <a:spcAft>
                <a:spcPts val="0"/>
              </a:spcAft>
              <a:buClr>
                <a:schemeClr val="dk1"/>
              </a:buClr>
              <a:buSzPts val="1100"/>
              <a:buChar char="○"/>
              <a:defRPr>
                <a:solidFill>
                  <a:schemeClr val="dk1"/>
                </a:solidFill>
              </a:defRPr>
            </a:lvl8pPr>
            <a:lvl9pPr marL="4114800" lvl="8" indent="-298450">
              <a:spcBef>
                <a:spcPts val="0"/>
              </a:spcBef>
              <a:spcAft>
                <a:spcPts val="0"/>
              </a:spcAft>
              <a:buClr>
                <a:schemeClr val="dk1"/>
              </a:buClr>
              <a:buSzPts val="1100"/>
              <a:buChar char="■"/>
              <a:defRPr>
                <a:solidFill>
                  <a:schemeClr val="dk1"/>
                </a:solidFill>
              </a:defRPr>
            </a:lvl9pPr>
          </a:lstStyle>
          <a:p>
            <a:endParaRPr/>
          </a:p>
        </p:txBody>
      </p:sp>
      <p:sp>
        <p:nvSpPr>
          <p:cNvPr id="1282" name="Google Shape;1282;p52"/>
          <p:cNvSpPr txBox="1">
            <a:spLocks noGrp="1"/>
          </p:cNvSpPr>
          <p:nvPr>
            <p:ph type="body" idx="2"/>
          </p:nvPr>
        </p:nvSpPr>
        <p:spPr>
          <a:xfrm>
            <a:off x="5860050" y="2329800"/>
            <a:ext cx="1830000" cy="4839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dk1"/>
              </a:buClr>
              <a:buSzPts val="1100"/>
              <a:buChar char="●"/>
              <a:defRPr>
                <a:solidFill>
                  <a:schemeClr val="dk1"/>
                </a:solidFill>
              </a:defRPr>
            </a:lvl1pPr>
            <a:lvl2pPr marL="914400" lvl="1" indent="-298450">
              <a:spcBef>
                <a:spcPts val="0"/>
              </a:spcBef>
              <a:spcAft>
                <a:spcPts val="0"/>
              </a:spcAft>
              <a:buClr>
                <a:schemeClr val="dk1"/>
              </a:buClr>
              <a:buSzPts val="1100"/>
              <a:buChar char="○"/>
              <a:defRPr>
                <a:solidFill>
                  <a:schemeClr val="dk1"/>
                </a:solidFill>
              </a:defRPr>
            </a:lvl2pPr>
            <a:lvl3pPr marL="1371600" lvl="2" indent="-298450">
              <a:spcBef>
                <a:spcPts val="0"/>
              </a:spcBef>
              <a:spcAft>
                <a:spcPts val="0"/>
              </a:spcAft>
              <a:buClr>
                <a:schemeClr val="dk1"/>
              </a:buClr>
              <a:buSzPts val="1100"/>
              <a:buChar char="■"/>
              <a:defRPr>
                <a:solidFill>
                  <a:schemeClr val="dk1"/>
                </a:solidFill>
              </a:defRPr>
            </a:lvl3pPr>
            <a:lvl4pPr marL="1828800" lvl="3" indent="-298450">
              <a:spcBef>
                <a:spcPts val="0"/>
              </a:spcBef>
              <a:spcAft>
                <a:spcPts val="0"/>
              </a:spcAft>
              <a:buClr>
                <a:schemeClr val="dk1"/>
              </a:buClr>
              <a:buSzPts val="1100"/>
              <a:buChar char="●"/>
              <a:defRPr>
                <a:solidFill>
                  <a:schemeClr val="dk1"/>
                </a:solidFill>
              </a:defRPr>
            </a:lvl4pPr>
            <a:lvl5pPr marL="2286000" lvl="4" indent="-298450">
              <a:spcBef>
                <a:spcPts val="0"/>
              </a:spcBef>
              <a:spcAft>
                <a:spcPts val="0"/>
              </a:spcAft>
              <a:buClr>
                <a:schemeClr val="dk1"/>
              </a:buClr>
              <a:buSzPts val="1100"/>
              <a:buChar char="○"/>
              <a:defRPr>
                <a:solidFill>
                  <a:schemeClr val="dk1"/>
                </a:solidFill>
              </a:defRPr>
            </a:lvl5pPr>
            <a:lvl6pPr marL="2743200" lvl="5" indent="-298450">
              <a:spcBef>
                <a:spcPts val="0"/>
              </a:spcBef>
              <a:spcAft>
                <a:spcPts val="0"/>
              </a:spcAft>
              <a:buClr>
                <a:schemeClr val="dk1"/>
              </a:buClr>
              <a:buSzPts val="1100"/>
              <a:buChar char="■"/>
              <a:defRPr>
                <a:solidFill>
                  <a:schemeClr val="dk1"/>
                </a:solidFill>
              </a:defRPr>
            </a:lvl6pPr>
            <a:lvl7pPr marL="3200400" lvl="6" indent="-298450">
              <a:spcBef>
                <a:spcPts val="0"/>
              </a:spcBef>
              <a:spcAft>
                <a:spcPts val="0"/>
              </a:spcAft>
              <a:buClr>
                <a:schemeClr val="dk1"/>
              </a:buClr>
              <a:buSzPts val="1100"/>
              <a:buChar char="●"/>
              <a:defRPr>
                <a:solidFill>
                  <a:schemeClr val="dk1"/>
                </a:solidFill>
              </a:defRPr>
            </a:lvl7pPr>
            <a:lvl8pPr marL="3657600" lvl="7" indent="-298450">
              <a:spcBef>
                <a:spcPts val="0"/>
              </a:spcBef>
              <a:spcAft>
                <a:spcPts val="0"/>
              </a:spcAft>
              <a:buClr>
                <a:schemeClr val="dk1"/>
              </a:buClr>
              <a:buSzPts val="1100"/>
              <a:buChar char="○"/>
              <a:defRPr>
                <a:solidFill>
                  <a:schemeClr val="dk1"/>
                </a:solidFill>
              </a:defRPr>
            </a:lvl8pPr>
            <a:lvl9pPr marL="4114800" lvl="8" indent="-298450">
              <a:spcBef>
                <a:spcPts val="0"/>
              </a:spcBef>
              <a:spcAft>
                <a:spcPts val="0"/>
              </a:spcAft>
              <a:buClr>
                <a:schemeClr val="dk1"/>
              </a:buClr>
              <a:buSzPts val="1100"/>
              <a:buChar char="■"/>
              <a:defRPr>
                <a:solidFill>
                  <a:schemeClr val="dk1"/>
                </a:solidFill>
              </a:defRPr>
            </a:lvl9pPr>
          </a:lstStyle>
          <a:p>
            <a:endParaRPr/>
          </a:p>
        </p:txBody>
      </p:sp>
      <p:sp>
        <p:nvSpPr>
          <p:cNvPr id="1283" name="Google Shape;1283;p52"/>
          <p:cNvSpPr txBox="1">
            <a:spLocks noGrp="1"/>
          </p:cNvSpPr>
          <p:nvPr>
            <p:ph type="body" idx="3"/>
          </p:nvPr>
        </p:nvSpPr>
        <p:spPr>
          <a:xfrm>
            <a:off x="5860050" y="3726938"/>
            <a:ext cx="1830000" cy="4839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dk1"/>
              </a:buClr>
              <a:buSzPts val="1100"/>
              <a:buChar char="●"/>
              <a:defRPr>
                <a:solidFill>
                  <a:schemeClr val="dk1"/>
                </a:solidFill>
              </a:defRPr>
            </a:lvl1pPr>
            <a:lvl2pPr marL="914400" lvl="1" indent="-298450">
              <a:spcBef>
                <a:spcPts val="0"/>
              </a:spcBef>
              <a:spcAft>
                <a:spcPts val="0"/>
              </a:spcAft>
              <a:buClr>
                <a:schemeClr val="dk1"/>
              </a:buClr>
              <a:buSzPts val="1100"/>
              <a:buChar char="○"/>
              <a:defRPr>
                <a:solidFill>
                  <a:schemeClr val="dk1"/>
                </a:solidFill>
              </a:defRPr>
            </a:lvl2pPr>
            <a:lvl3pPr marL="1371600" lvl="2" indent="-298450">
              <a:spcBef>
                <a:spcPts val="0"/>
              </a:spcBef>
              <a:spcAft>
                <a:spcPts val="0"/>
              </a:spcAft>
              <a:buClr>
                <a:schemeClr val="dk1"/>
              </a:buClr>
              <a:buSzPts val="1100"/>
              <a:buChar char="■"/>
              <a:defRPr>
                <a:solidFill>
                  <a:schemeClr val="dk1"/>
                </a:solidFill>
              </a:defRPr>
            </a:lvl3pPr>
            <a:lvl4pPr marL="1828800" lvl="3" indent="-298450">
              <a:spcBef>
                <a:spcPts val="0"/>
              </a:spcBef>
              <a:spcAft>
                <a:spcPts val="0"/>
              </a:spcAft>
              <a:buClr>
                <a:schemeClr val="dk1"/>
              </a:buClr>
              <a:buSzPts val="1100"/>
              <a:buChar char="●"/>
              <a:defRPr>
                <a:solidFill>
                  <a:schemeClr val="dk1"/>
                </a:solidFill>
              </a:defRPr>
            </a:lvl4pPr>
            <a:lvl5pPr marL="2286000" lvl="4" indent="-298450">
              <a:spcBef>
                <a:spcPts val="0"/>
              </a:spcBef>
              <a:spcAft>
                <a:spcPts val="0"/>
              </a:spcAft>
              <a:buClr>
                <a:schemeClr val="dk1"/>
              </a:buClr>
              <a:buSzPts val="1100"/>
              <a:buChar char="○"/>
              <a:defRPr>
                <a:solidFill>
                  <a:schemeClr val="dk1"/>
                </a:solidFill>
              </a:defRPr>
            </a:lvl5pPr>
            <a:lvl6pPr marL="2743200" lvl="5" indent="-298450">
              <a:spcBef>
                <a:spcPts val="0"/>
              </a:spcBef>
              <a:spcAft>
                <a:spcPts val="0"/>
              </a:spcAft>
              <a:buClr>
                <a:schemeClr val="dk1"/>
              </a:buClr>
              <a:buSzPts val="1100"/>
              <a:buChar char="■"/>
              <a:defRPr>
                <a:solidFill>
                  <a:schemeClr val="dk1"/>
                </a:solidFill>
              </a:defRPr>
            </a:lvl6pPr>
            <a:lvl7pPr marL="3200400" lvl="6" indent="-298450">
              <a:spcBef>
                <a:spcPts val="0"/>
              </a:spcBef>
              <a:spcAft>
                <a:spcPts val="0"/>
              </a:spcAft>
              <a:buClr>
                <a:schemeClr val="dk1"/>
              </a:buClr>
              <a:buSzPts val="1100"/>
              <a:buChar char="●"/>
              <a:defRPr>
                <a:solidFill>
                  <a:schemeClr val="dk1"/>
                </a:solidFill>
              </a:defRPr>
            </a:lvl7pPr>
            <a:lvl8pPr marL="3657600" lvl="7" indent="-298450">
              <a:spcBef>
                <a:spcPts val="0"/>
              </a:spcBef>
              <a:spcAft>
                <a:spcPts val="0"/>
              </a:spcAft>
              <a:buClr>
                <a:schemeClr val="dk1"/>
              </a:buClr>
              <a:buSzPts val="1100"/>
              <a:buChar char="○"/>
              <a:defRPr>
                <a:solidFill>
                  <a:schemeClr val="dk1"/>
                </a:solidFill>
              </a:defRPr>
            </a:lvl8pPr>
            <a:lvl9pPr marL="4114800" lvl="8" indent="-298450">
              <a:spcBef>
                <a:spcPts val="0"/>
              </a:spcBef>
              <a:spcAft>
                <a:spcPts val="0"/>
              </a:spcAft>
              <a:buClr>
                <a:schemeClr val="dk1"/>
              </a:buClr>
              <a:buSzPts val="1100"/>
              <a:buChar char="■"/>
              <a:defRPr>
                <a:solidFill>
                  <a:schemeClr val="dk1"/>
                </a:solidFill>
              </a:defRPr>
            </a:lvl9pPr>
          </a:lstStyle>
          <a:p>
            <a:endParaRPr/>
          </a:p>
        </p:txBody>
      </p:sp>
      <p:sp>
        <p:nvSpPr>
          <p:cNvPr id="1284" name="Google Shape;1284;p52"/>
          <p:cNvSpPr txBox="1">
            <a:spLocks noGrp="1"/>
          </p:cNvSpPr>
          <p:nvPr>
            <p:ph type="subTitle" idx="4"/>
          </p:nvPr>
        </p:nvSpPr>
        <p:spPr>
          <a:xfrm>
            <a:off x="5357325" y="974350"/>
            <a:ext cx="455400" cy="4422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100"/>
              <a:buNone/>
              <a:defRPr>
                <a:solidFill>
                  <a:schemeClr val="dk1"/>
                </a:solidFill>
              </a:defRPr>
            </a:lvl2pPr>
            <a:lvl3pPr lvl="2" algn="ctr">
              <a:spcBef>
                <a:spcPts val="0"/>
              </a:spcBef>
              <a:spcAft>
                <a:spcPts val="0"/>
              </a:spcAft>
              <a:buClr>
                <a:schemeClr val="dk1"/>
              </a:buClr>
              <a:buSzPts val="1100"/>
              <a:buNone/>
              <a:defRPr>
                <a:solidFill>
                  <a:schemeClr val="dk1"/>
                </a:solidFill>
              </a:defRPr>
            </a:lvl3pPr>
            <a:lvl4pPr lvl="3" algn="ctr">
              <a:spcBef>
                <a:spcPts val="0"/>
              </a:spcBef>
              <a:spcAft>
                <a:spcPts val="0"/>
              </a:spcAft>
              <a:buClr>
                <a:schemeClr val="dk1"/>
              </a:buClr>
              <a:buSzPts val="1100"/>
              <a:buNone/>
              <a:defRPr>
                <a:solidFill>
                  <a:schemeClr val="dk1"/>
                </a:solidFill>
              </a:defRPr>
            </a:lvl4pPr>
            <a:lvl5pPr lvl="4" algn="ctr">
              <a:spcBef>
                <a:spcPts val="0"/>
              </a:spcBef>
              <a:spcAft>
                <a:spcPts val="0"/>
              </a:spcAft>
              <a:buClr>
                <a:schemeClr val="dk1"/>
              </a:buClr>
              <a:buSzPts val="1100"/>
              <a:buNone/>
              <a:defRPr>
                <a:solidFill>
                  <a:schemeClr val="dk1"/>
                </a:solidFill>
              </a:defRPr>
            </a:lvl5pPr>
            <a:lvl6pPr lvl="5" algn="ctr">
              <a:spcBef>
                <a:spcPts val="0"/>
              </a:spcBef>
              <a:spcAft>
                <a:spcPts val="0"/>
              </a:spcAft>
              <a:buClr>
                <a:schemeClr val="dk1"/>
              </a:buClr>
              <a:buSzPts val="1100"/>
              <a:buNone/>
              <a:defRPr>
                <a:solidFill>
                  <a:schemeClr val="dk1"/>
                </a:solidFill>
              </a:defRPr>
            </a:lvl6pPr>
            <a:lvl7pPr lvl="6" algn="ctr">
              <a:spcBef>
                <a:spcPts val="0"/>
              </a:spcBef>
              <a:spcAft>
                <a:spcPts val="0"/>
              </a:spcAft>
              <a:buClr>
                <a:schemeClr val="dk1"/>
              </a:buClr>
              <a:buSzPts val="1100"/>
              <a:buNone/>
              <a:defRPr>
                <a:solidFill>
                  <a:schemeClr val="dk1"/>
                </a:solidFill>
              </a:defRPr>
            </a:lvl7pPr>
            <a:lvl8pPr lvl="7" algn="ctr">
              <a:spcBef>
                <a:spcPts val="0"/>
              </a:spcBef>
              <a:spcAft>
                <a:spcPts val="0"/>
              </a:spcAft>
              <a:buClr>
                <a:schemeClr val="dk1"/>
              </a:buClr>
              <a:buSzPts val="1100"/>
              <a:buNone/>
              <a:defRPr>
                <a:solidFill>
                  <a:schemeClr val="dk1"/>
                </a:solidFill>
              </a:defRPr>
            </a:lvl8pPr>
            <a:lvl9pPr lvl="8" algn="ctr">
              <a:spcBef>
                <a:spcPts val="0"/>
              </a:spcBef>
              <a:spcAft>
                <a:spcPts val="0"/>
              </a:spcAft>
              <a:buClr>
                <a:schemeClr val="dk1"/>
              </a:buClr>
              <a:buSzPts val="1100"/>
              <a:buNone/>
              <a:defRPr>
                <a:solidFill>
                  <a:schemeClr val="dk1"/>
                </a:solidFill>
              </a:defRPr>
            </a:lvl9pPr>
          </a:lstStyle>
          <a:p>
            <a:endParaRPr/>
          </a:p>
        </p:txBody>
      </p:sp>
      <p:sp>
        <p:nvSpPr>
          <p:cNvPr id="1285" name="Google Shape;1285;p52"/>
          <p:cNvSpPr txBox="1">
            <a:spLocks noGrp="1"/>
          </p:cNvSpPr>
          <p:nvPr>
            <p:ph type="subTitle" idx="5"/>
          </p:nvPr>
        </p:nvSpPr>
        <p:spPr>
          <a:xfrm>
            <a:off x="5357325" y="2350650"/>
            <a:ext cx="455400" cy="4422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100"/>
              <a:buNone/>
              <a:defRPr>
                <a:solidFill>
                  <a:schemeClr val="dk1"/>
                </a:solidFill>
              </a:defRPr>
            </a:lvl2pPr>
            <a:lvl3pPr lvl="2" algn="ctr">
              <a:spcBef>
                <a:spcPts val="0"/>
              </a:spcBef>
              <a:spcAft>
                <a:spcPts val="0"/>
              </a:spcAft>
              <a:buClr>
                <a:schemeClr val="dk1"/>
              </a:buClr>
              <a:buSzPts val="1100"/>
              <a:buNone/>
              <a:defRPr>
                <a:solidFill>
                  <a:schemeClr val="dk1"/>
                </a:solidFill>
              </a:defRPr>
            </a:lvl3pPr>
            <a:lvl4pPr lvl="3" algn="ctr">
              <a:spcBef>
                <a:spcPts val="0"/>
              </a:spcBef>
              <a:spcAft>
                <a:spcPts val="0"/>
              </a:spcAft>
              <a:buClr>
                <a:schemeClr val="dk1"/>
              </a:buClr>
              <a:buSzPts val="1100"/>
              <a:buNone/>
              <a:defRPr>
                <a:solidFill>
                  <a:schemeClr val="dk1"/>
                </a:solidFill>
              </a:defRPr>
            </a:lvl4pPr>
            <a:lvl5pPr lvl="4" algn="ctr">
              <a:spcBef>
                <a:spcPts val="0"/>
              </a:spcBef>
              <a:spcAft>
                <a:spcPts val="0"/>
              </a:spcAft>
              <a:buClr>
                <a:schemeClr val="dk1"/>
              </a:buClr>
              <a:buSzPts val="1100"/>
              <a:buNone/>
              <a:defRPr>
                <a:solidFill>
                  <a:schemeClr val="dk1"/>
                </a:solidFill>
              </a:defRPr>
            </a:lvl5pPr>
            <a:lvl6pPr lvl="5" algn="ctr">
              <a:spcBef>
                <a:spcPts val="0"/>
              </a:spcBef>
              <a:spcAft>
                <a:spcPts val="0"/>
              </a:spcAft>
              <a:buClr>
                <a:schemeClr val="dk1"/>
              </a:buClr>
              <a:buSzPts val="1100"/>
              <a:buNone/>
              <a:defRPr>
                <a:solidFill>
                  <a:schemeClr val="dk1"/>
                </a:solidFill>
              </a:defRPr>
            </a:lvl6pPr>
            <a:lvl7pPr lvl="6" algn="ctr">
              <a:spcBef>
                <a:spcPts val="0"/>
              </a:spcBef>
              <a:spcAft>
                <a:spcPts val="0"/>
              </a:spcAft>
              <a:buClr>
                <a:schemeClr val="dk1"/>
              </a:buClr>
              <a:buSzPts val="1100"/>
              <a:buNone/>
              <a:defRPr>
                <a:solidFill>
                  <a:schemeClr val="dk1"/>
                </a:solidFill>
              </a:defRPr>
            </a:lvl7pPr>
            <a:lvl8pPr lvl="7" algn="ctr">
              <a:spcBef>
                <a:spcPts val="0"/>
              </a:spcBef>
              <a:spcAft>
                <a:spcPts val="0"/>
              </a:spcAft>
              <a:buClr>
                <a:schemeClr val="dk1"/>
              </a:buClr>
              <a:buSzPts val="1100"/>
              <a:buNone/>
              <a:defRPr>
                <a:solidFill>
                  <a:schemeClr val="dk1"/>
                </a:solidFill>
              </a:defRPr>
            </a:lvl8pPr>
            <a:lvl9pPr lvl="8" algn="ctr">
              <a:spcBef>
                <a:spcPts val="0"/>
              </a:spcBef>
              <a:spcAft>
                <a:spcPts val="0"/>
              </a:spcAft>
              <a:buClr>
                <a:schemeClr val="dk1"/>
              </a:buClr>
              <a:buSzPts val="1100"/>
              <a:buNone/>
              <a:defRPr>
                <a:solidFill>
                  <a:schemeClr val="dk1"/>
                </a:solidFill>
              </a:defRPr>
            </a:lvl9pPr>
          </a:lstStyle>
          <a:p>
            <a:endParaRPr/>
          </a:p>
        </p:txBody>
      </p:sp>
      <p:sp>
        <p:nvSpPr>
          <p:cNvPr id="1286" name="Google Shape;1286;p52"/>
          <p:cNvSpPr txBox="1">
            <a:spLocks noGrp="1"/>
          </p:cNvSpPr>
          <p:nvPr>
            <p:ph type="subTitle" idx="6"/>
          </p:nvPr>
        </p:nvSpPr>
        <p:spPr>
          <a:xfrm>
            <a:off x="5357325" y="3747800"/>
            <a:ext cx="455400" cy="4422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100"/>
              <a:buNone/>
              <a:defRPr>
                <a:solidFill>
                  <a:schemeClr val="dk1"/>
                </a:solidFill>
              </a:defRPr>
            </a:lvl2pPr>
            <a:lvl3pPr lvl="2" algn="ctr">
              <a:spcBef>
                <a:spcPts val="0"/>
              </a:spcBef>
              <a:spcAft>
                <a:spcPts val="0"/>
              </a:spcAft>
              <a:buClr>
                <a:schemeClr val="dk1"/>
              </a:buClr>
              <a:buSzPts val="1100"/>
              <a:buNone/>
              <a:defRPr>
                <a:solidFill>
                  <a:schemeClr val="dk1"/>
                </a:solidFill>
              </a:defRPr>
            </a:lvl3pPr>
            <a:lvl4pPr lvl="3" algn="ctr">
              <a:spcBef>
                <a:spcPts val="0"/>
              </a:spcBef>
              <a:spcAft>
                <a:spcPts val="0"/>
              </a:spcAft>
              <a:buClr>
                <a:schemeClr val="dk1"/>
              </a:buClr>
              <a:buSzPts val="1100"/>
              <a:buNone/>
              <a:defRPr>
                <a:solidFill>
                  <a:schemeClr val="dk1"/>
                </a:solidFill>
              </a:defRPr>
            </a:lvl4pPr>
            <a:lvl5pPr lvl="4" algn="ctr">
              <a:spcBef>
                <a:spcPts val="0"/>
              </a:spcBef>
              <a:spcAft>
                <a:spcPts val="0"/>
              </a:spcAft>
              <a:buClr>
                <a:schemeClr val="dk1"/>
              </a:buClr>
              <a:buSzPts val="1100"/>
              <a:buNone/>
              <a:defRPr>
                <a:solidFill>
                  <a:schemeClr val="dk1"/>
                </a:solidFill>
              </a:defRPr>
            </a:lvl5pPr>
            <a:lvl6pPr lvl="5" algn="ctr">
              <a:spcBef>
                <a:spcPts val="0"/>
              </a:spcBef>
              <a:spcAft>
                <a:spcPts val="0"/>
              </a:spcAft>
              <a:buClr>
                <a:schemeClr val="dk1"/>
              </a:buClr>
              <a:buSzPts val="1100"/>
              <a:buNone/>
              <a:defRPr>
                <a:solidFill>
                  <a:schemeClr val="dk1"/>
                </a:solidFill>
              </a:defRPr>
            </a:lvl6pPr>
            <a:lvl7pPr lvl="6" algn="ctr">
              <a:spcBef>
                <a:spcPts val="0"/>
              </a:spcBef>
              <a:spcAft>
                <a:spcPts val="0"/>
              </a:spcAft>
              <a:buClr>
                <a:schemeClr val="dk1"/>
              </a:buClr>
              <a:buSzPts val="1100"/>
              <a:buNone/>
              <a:defRPr>
                <a:solidFill>
                  <a:schemeClr val="dk1"/>
                </a:solidFill>
              </a:defRPr>
            </a:lvl7pPr>
            <a:lvl8pPr lvl="7" algn="ctr">
              <a:spcBef>
                <a:spcPts val="0"/>
              </a:spcBef>
              <a:spcAft>
                <a:spcPts val="0"/>
              </a:spcAft>
              <a:buClr>
                <a:schemeClr val="dk1"/>
              </a:buClr>
              <a:buSzPts val="1100"/>
              <a:buNone/>
              <a:defRPr>
                <a:solidFill>
                  <a:schemeClr val="dk1"/>
                </a:solidFill>
              </a:defRPr>
            </a:lvl8pPr>
            <a:lvl9pPr lvl="8" algn="ctr">
              <a:spcBef>
                <a:spcPts val="0"/>
              </a:spcBef>
              <a:spcAft>
                <a:spcPts val="0"/>
              </a:spcAft>
              <a:buClr>
                <a:schemeClr val="dk1"/>
              </a:buClr>
              <a:buSzPts val="1100"/>
              <a:buNone/>
              <a:defRPr>
                <a:solidFill>
                  <a:schemeClr val="dk1"/>
                </a:solidFill>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lide Multiple Quiz Options 2 v1">
  <p:cSld name="CUSTOM_32">
    <p:spTree>
      <p:nvGrpSpPr>
        <p:cNvPr id="1" name="Shape 1287"/>
        <p:cNvGrpSpPr/>
        <p:nvPr/>
      </p:nvGrpSpPr>
      <p:grpSpPr>
        <a:xfrm>
          <a:off x="0" y="0"/>
          <a:ext cx="0" cy="0"/>
          <a:chOff x="0" y="0"/>
          <a:chExt cx="0" cy="0"/>
        </a:xfrm>
      </p:grpSpPr>
      <p:sp>
        <p:nvSpPr>
          <p:cNvPr id="1288" name="Google Shape;1288;p53"/>
          <p:cNvSpPr txBox="1">
            <a:spLocks noGrp="1"/>
          </p:cNvSpPr>
          <p:nvPr>
            <p:ph type="title"/>
          </p:nvPr>
        </p:nvSpPr>
        <p:spPr>
          <a:xfrm>
            <a:off x="566250" y="445025"/>
            <a:ext cx="8011500" cy="572700"/>
          </a:xfrm>
          <a:prstGeom prst="rect">
            <a:avLst/>
          </a:prstGeom>
        </p:spPr>
        <p:txBody>
          <a:bodyPr spcFirstLastPara="1" wrap="square" lIns="0" tIns="0" rIns="0" bIns="0"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289" name="Google Shape;1289;p53"/>
          <p:cNvSpPr/>
          <p:nvPr/>
        </p:nvSpPr>
        <p:spPr>
          <a:xfrm>
            <a:off x="513900" y="2454550"/>
            <a:ext cx="816000" cy="723300"/>
          </a:xfrm>
          <a:prstGeom prst="snip2DiagRect">
            <a:avLst>
              <a:gd name="adj1" fmla="val 0"/>
              <a:gd name="adj2"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chemeClr val="lt2"/>
              </a:solidFill>
              <a:latin typeface="Fredoka"/>
              <a:ea typeface="Fredoka"/>
              <a:cs typeface="Fredoka"/>
              <a:sym typeface="Fredoka"/>
            </a:endParaRPr>
          </a:p>
        </p:txBody>
      </p:sp>
      <p:sp>
        <p:nvSpPr>
          <p:cNvPr id="1290" name="Google Shape;1290;p53"/>
          <p:cNvSpPr txBox="1">
            <a:spLocks noGrp="1"/>
          </p:cNvSpPr>
          <p:nvPr>
            <p:ph type="body" idx="1"/>
          </p:nvPr>
        </p:nvSpPr>
        <p:spPr>
          <a:xfrm>
            <a:off x="1501026" y="2444234"/>
            <a:ext cx="2586000" cy="744000"/>
          </a:xfrm>
          <a:prstGeom prst="rect">
            <a:avLst/>
          </a:prstGeom>
        </p:spPr>
        <p:txBody>
          <a:bodyPr spcFirstLastPara="1" wrap="square" lIns="0" tIns="0" rIns="0" bIns="0" anchor="ctr"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1291" name="Google Shape;1291;p53"/>
          <p:cNvSpPr txBox="1">
            <a:spLocks noGrp="1"/>
          </p:cNvSpPr>
          <p:nvPr>
            <p:ph type="body" idx="2"/>
          </p:nvPr>
        </p:nvSpPr>
        <p:spPr>
          <a:xfrm>
            <a:off x="5991742" y="2448697"/>
            <a:ext cx="2586000" cy="744000"/>
          </a:xfrm>
          <a:prstGeom prst="rect">
            <a:avLst/>
          </a:prstGeom>
        </p:spPr>
        <p:txBody>
          <a:bodyPr spcFirstLastPara="1" wrap="square" lIns="0" tIns="0" rIns="0" bIns="0" anchor="ctr"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1292" name="Google Shape;1292;p53"/>
          <p:cNvSpPr/>
          <p:nvPr/>
        </p:nvSpPr>
        <p:spPr>
          <a:xfrm>
            <a:off x="4924925" y="2459596"/>
            <a:ext cx="816000" cy="731100"/>
          </a:xfrm>
          <a:prstGeom prst="snip2DiagRect">
            <a:avLst>
              <a:gd name="adj1" fmla="val 0"/>
              <a:gd name="adj2"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chemeClr val="lt2"/>
              </a:solidFill>
              <a:latin typeface="Fredoka"/>
              <a:ea typeface="Fredoka"/>
              <a:cs typeface="Fredoka"/>
              <a:sym typeface="Fredoka"/>
            </a:endParaRPr>
          </a:p>
        </p:txBody>
      </p:sp>
      <p:sp>
        <p:nvSpPr>
          <p:cNvPr id="1293" name="Google Shape;1293;p53"/>
          <p:cNvSpPr txBox="1">
            <a:spLocks noGrp="1"/>
          </p:cNvSpPr>
          <p:nvPr>
            <p:ph type="subTitle" idx="3"/>
          </p:nvPr>
        </p:nvSpPr>
        <p:spPr>
          <a:xfrm>
            <a:off x="677100" y="2608850"/>
            <a:ext cx="489600" cy="432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100"/>
              <a:buNone/>
              <a:defRPr>
                <a:solidFill>
                  <a:schemeClr val="dk1"/>
                </a:solidFill>
              </a:defRPr>
            </a:lvl2pPr>
            <a:lvl3pPr lvl="2">
              <a:spcBef>
                <a:spcPts val="0"/>
              </a:spcBef>
              <a:spcAft>
                <a:spcPts val="0"/>
              </a:spcAft>
              <a:buClr>
                <a:schemeClr val="dk1"/>
              </a:buClr>
              <a:buSzPts val="1100"/>
              <a:buNone/>
              <a:defRPr>
                <a:solidFill>
                  <a:schemeClr val="dk1"/>
                </a:solidFill>
              </a:defRPr>
            </a:lvl3pPr>
            <a:lvl4pPr lvl="3">
              <a:spcBef>
                <a:spcPts val="0"/>
              </a:spcBef>
              <a:spcAft>
                <a:spcPts val="0"/>
              </a:spcAft>
              <a:buClr>
                <a:schemeClr val="dk1"/>
              </a:buClr>
              <a:buSzPts val="1100"/>
              <a:buNone/>
              <a:defRPr>
                <a:solidFill>
                  <a:schemeClr val="dk1"/>
                </a:solidFill>
              </a:defRPr>
            </a:lvl4pPr>
            <a:lvl5pPr lvl="4">
              <a:spcBef>
                <a:spcPts val="0"/>
              </a:spcBef>
              <a:spcAft>
                <a:spcPts val="0"/>
              </a:spcAft>
              <a:buClr>
                <a:schemeClr val="dk1"/>
              </a:buClr>
              <a:buSzPts val="1100"/>
              <a:buNone/>
              <a:defRPr>
                <a:solidFill>
                  <a:schemeClr val="dk1"/>
                </a:solidFill>
              </a:defRPr>
            </a:lvl5pPr>
            <a:lvl6pPr lvl="5">
              <a:spcBef>
                <a:spcPts val="0"/>
              </a:spcBef>
              <a:spcAft>
                <a:spcPts val="0"/>
              </a:spcAft>
              <a:buClr>
                <a:schemeClr val="dk1"/>
              </a:buClr>
              <a:buSzPts val="1100"/>
              <a:buNone/>
              <a:defRPr>
                <a:solidFill>
                  <a:schemeClr val="dk1"/>
                </a:solidFill>
              </a:defRPr>
            </a:lvl6pPr>
            <a:lvl7pPr lvl="6">
              <a:spcBef>
                <a:spcPts val="0"/>
              </a:spcBef>
              <a:spcAft>
                <a:spcPts val="0"/>
              </a:spcAft>
              <a:buClr>
                <a:schemeClr val="dk1"/>
              </a:buClr>
              <a:buSzPts val="1100"/>
              <a:buNone/>
              <a:defRPr>
                <a:solidFill>
                  <a:schemeClr val="dk1"/>
                </a:solidFill>
              </a:defRPr>
            </a:lvl7pPr>
            <a:lvl8pPr lvl="7">
              <a:spcBef>
                <a:spcPts val="0"/>
              </a:spcBef>
              <a:spcAft>
                <a:spcPts val="0"/>
              </a:spcAft>
              <a:buClr>
                <a:schemeClr val="dk1"/>
              </a:buClr>
              <a:buSzPts val="1100"/>
              <a:buNone/>
              <a:defRPr>
                <a:solidFill>
                  <a:schemeClr val="dk1"/>
                </a:solidFill>
              </a:defRPr>
            </a:lvl8pPr>
            <a:lvl9pPr lvl="8">
              <a:spcBef>
                <a:spcPts val="0"/>
              </a:spcBef>
              <a:spcAft>
                <a:spcPts val="0"/>
              </a:spcAft>
              <a:buClr>
                <a:schemeClr val="dk1"/>
              </a:buClr>
              <a:buSzPts val="1100"/>
              <a:buNone/>
              <a:defRPr>
                <a:solidFill>
                  <a:schemeClr val="dk1"/>
                </a:solidFill>
              </a:defRPr>
            </a:lvl9pPr>
          </a:lstStyle>
          <a:p>
            <a:endParaRPr/>
          </a:p>
        </p:txBody>
      </p:sp>
      <p:sp>
        <p:nvSpPr>
          <p:cNvPr id="1294" name="Google Shape;1294;p53"/>
          <p:cNvSpPr txBox="1">
            <a:spLocks noGrp="1"/>
          </p:cNvSpPr>
          <p:nvPr>
            <p:ph type="subTitle" idx="4"/>
          </p:nvPr>
        </p:nvSpPr>
        <p:spPr>
          <a:xfrm>
            <a:off x="5088125" y="2608850"/>
            <a:ext cx="489600" cy="432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100"/>
              <a:buNone/>
              <a:defRPr>
                <a:solidFill>
                  <a:schemeClr val="dk1"/>
                </a:solidFill>
              </a:defRPr>
            </a:lvl2pPr>
            <a:lvl3pPr lvl="2">
              <a:spcBef>
                <a:spcPts val="0"/>
              </a:spcBef>
              <a:spcAft>
                <a:spcPts val="0"/>
              </a:spcAft>
              <a:buClr>
                <a:schemeClr val="dk1"/>
              </a:buClr>
              <a:buSzPts val="1100"/>
              <a:buNone/>
              <a:defRPr>
                <a:solidFill>
                  <a:schemeClr val="dk1"/>
                </a:solidFill>
              </a:defRPr>
            </a:lvl3pPr>
            <a:lvl4pPr lvl="3">
              <a:spcBef>
                <a:spcPts val="0"/>
              </a:spcBef>
              <a:spcAft>
                <a:spcPts val="0"/>
              </a:spcAft>
              <a:buClr>
                <a:schemeClr val="dk1"/>
              </a:buClr>
              <a:buSzPts val="1100"/>
              <a:buNone/>
              <a:defRPr>
                <a:solidFill>
                  <a:schemeClr val="dk1"/>
                </a:solidFill>
              </a:defRPr>
            </a:lvl4pPr>
            <a:lvl5pPr lvl="4">
              <a:spcBef>
                <a:spcPts val="0"/>
              </a:spcBef>
              <a:spcAft>
                <a:spcPts val="0"/>
              </a:spcAft>
              <a:buClr>
                <a:schemeClr val="dk1"/>
              </a:buClr>
              <a:buSzPts val="1100"/>
              <a:buNone/>
              <a:defRPr>
                <a:solidFill>
                  <a:schemeClr val="dk1"/>
                </a:solidFill>
              </a:defRPr>
            </a:lvl5pPr>
            <a:lvl6pPr lvl="5">
              <a:spcBef>
                <a:spcPts val="0"/>
              </a:spcBef>
              <a:spcAft>
                <a:spcPts val="0"/>
              </a:spcAft>
              <a:buClr>
                <a:schemeClr val="dk1"/>
              </a:buClr>
              <a:buSzPts val="1100"/>
              <a:buNone/>
              <a:defRPr>
                <a:solidFill>
                  <a:schemeClr val="dk1"/>
                </a:solidFill>
              </a:defRPr>
            </a:lvl6pPr>
            <a:lvl7pPr lvl="6">
              <a:spcBef>
                <a:spcPts val="0"/>
              </a:spcBef>
              <a:spcAft>
                <a:spcPts val="0"/>
              </a:spcAft>
              <a:buClr>
                <a:schemeClr val="dk1"/>
              </a:buClr>
              <a:buSzPts val="1100"/>
              <a:buNone/>
              <a:defRPr>
                <a:solidFill>
                  <a:schemeClr val="dk1"/>
                </a:solidFill>
              </a:defRPr>
            </a:lvl7pPr>
            <a:lvl8pPr lvl="7">
              <a:spcBef>
                <a:spcPts val="0"/>
              </a:spcBef>
              <a:spcAft>
                <a:spcPts val="0"/>
              </a:spcAft>
              <a:buClr>
                <a:schemeClr val="dk1"/>
              </a:buClr>
              <a:buSzPts val="1100"/>
              <a:buNone/>
              <a:defRPr>
                <a:solidFill>
                  <a:schemeClr val="dk1"/>
                </a:solidFill>
              </a:defRPr>
            </a:lvl8pPr>
            <a:lvl9pPr lvl="8">
              <a:spcBef>
                <a:spcPts val="0"/>
              </a:spcBef>
              <a:spcAft>
                <a:spcPts val="0"/>
              </a:spcAft>
              <a:buClr>
                <a:schemeClr val="dk1"/>
              </a:buClr>
              <a:buSzPts val="1100"/>
              <a:buNone/>
              <a:defRPr>
                <a:solidFill>
                  <a:schemeClr val="dk1"/>
                </a:solidFill>
              </a:defRPr>
            </a:lvl9pPr>
          </a:lstStyle>
          <a:p>
            <a:endParaRPr/>
          </a:p>
        </p:txBody>
      </p:sp>
      <p:sp>
        <p:nvSpPr>
          <p:cNvPr id="1295" name="Google Shape;1295;p53"/>
          <p:cNvSpPr/>
          <p:nvPr/>
        </p:nvSpPr>
        <p:spPr>
          <a:xfrm rot="10800000">
            <a:off x="7634350" y="-519750"/>
            <a:ext cx="2449800" cy="1093800"/>
          </a:xfrm>
          <a:prstGeom prst="snip1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296" name="Google Shape;1296;p53"/>
          <p:cNvGrpSpPr/>
          <p:nvPr/>
        </p:nvGrpSpPr>
        <p:grpSpPr>
          <a:xfrm>
            <a:off x="8137738" y="-49687"/>
            <a:ext cx="392675" cy="392675"/>
            <a:chOff x="458050" y="265600"/>
            <a:chExt cx="392675" cy="392675"/>
          </a:xfrm>
        </p:grpSpPr>
        <p:sp>
          <p:nvSpPr>
            <p:cNvPr id="1297" name="Google Shape;1297;p53"/>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98" name="Google Shape;1298;p53"/>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299" name="Google Shape;1299;p53"/>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00" name="Google Shape;1300;p53"/>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301" name="Google Shape;1301;p53"/>
          <p:cNvGrpSpPr/>
          <p:nvPr/>
        </p:nvGrpSpPr>
        <p:grpSpPr>
          <a:xfrm>
            <a:off x="8677638" y="-49700"/>
            <a:ext cx="392675" cy="392675"/>
            <a:chOff x="458050" y="265600"/>
            <a:chExt cx="392675" cy="392675"/>
          </a:xfrm>
        </p:grpSpPr>
        <p:sp>
          <p:nvSpPr>
            <p:cNvPr id="1302" name="Google Shape;1302;p53"/>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03" name="Google Shape;1303;p53"/>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04" name="Google Shape;1304;p53"/>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05" name="Google Shape;1305;p53"/>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1306" name="Google Shape;1306;p53"/>
          <p:cNvSpPr/>
          <p:nvPr/>
        </p:nvSpPr>
        <p:spPr>
          <a:xfrm>
            <a:off x="2486576" y="4630930"/>
            <a:ext cx="1093800" cy="1093800"/>
          </a:xfrm>
          <a:prstGeom prst="donut">
            <a:avLst>
              <a:gd name="adj" fmla="val 17041"/>
            </a:avLst>
          </a:prstGeom>
          <a:noFill/>
          <a:ln w="38100" cap="flat" cmpd="sng">
            <a:solidFill>
              <a:schemeClr val="accent3"/>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Slide Multiple Quiz Options 2 v2">
  <p:cSld name="CUSTOM_33">
    <p:spTree>
      <p:nvGrpSpPr>
        <p:cNvPr id="1" name="Shape 1307"/>
        <p:cNvGrpSpPr/>
        <p:nvPr/>
      </p:nvGrpSpPr>
      <p:grpSpPr>
        <a:xfrm>
          <a:off x="0" y="0"/>
          <a:ext cx="0" cy="0"/>
          <a:chOff x="0" y="0"/>
          <a:chExt cx="0" cy="0"/>
        </a:xfrm>
      </p:grpSpPr>
      <p:sp>
        <p:nvSpPr>
          <p:cNvPr id="1308" name="Google Shape;1308;p54"/>
          <p:cNvSpPr/>
          <p:nvPr/>
        </p:nvSpPr>
        <p:spPr>
          <a:xfrm>
            <a:off x="3909775" y="-27225"/>
            <a:ext cx="5234100" cy="5170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309" name="Google Shape;1309;p54"/>
          <p:cNvGrpSpPr/>
          <p:nvPr/>
        </p:nvGrpSpPr>
        <p:grpSpPr>
          <a:xfrm>
            <a:off x="7939157" y="-559388"/>
            <a:ext cx="1572280" cy="1572280"/>
            <a:chOff x="987244" y="313753"/>
            <a:chExt cx="555321" cy="555321"/>
          </a:xfrm>
        </p:grpSpPr>
        <p:grpSp>
          <p:nvGrpSpPr>
            <p:cNvPr id="1310" name="Google Shape;1310;p54"/>
            <p:cNvGrpSpPr/>
            <p:nvPr/>
          </p:nvGrpSpPr>
          <p:grpSpPr>
            <a:xfrm>
              <a:off x="1068575" y="395075"/>
              <a:ext cx="392675" cy="392675"/>
              <a:chOff x="458050" y="265600"/>
              <a:chExt cx="392675" cy="392675"/>
            </a:xfrm>
          </p:grpSpPr>
          <p:sp>
            <p:nvSpPr>
              <p:cNvPr id="1311" name="Google Shape;1311;p54"/>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12" name="Google Shape;1312;p54"/>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13" name="Google Shape;1313;p54"/>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14" name="Google Shape;1314;p54"/>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315" name="Google Shape;1315;p54"/>
            <p:cNvGrpSpPr/>
            <p:nvPr/>
          </p:nvGrpSpPr>
          <p:grpSpPr>
            <a:xfrm rot="-2700000">
              <a:off x="1068569" y="395078"/>
              <a:ext cx="392671" cy="392671"/>
              <a:chOff x="458050" y="265600"/>
              <a:chExt cx="392675" cy="392675"/>
            </a:xfrm>
          </p:grpSpPr>
          <p:sp>
            <p:nvSpPr>
              <p:cNvPr id="1316" name="Google Shape;1316;p54"/>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17" name="Google Shape;1317;p54"/>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18" name="Google Shape;1318;p54"/>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19" name="Google Shape;1319;p54"/>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sp>
        <p:nvSpPr>
          <p:cNvPr id="1320" name="Google Shape;1320;p54"/>
          <p:cNvSpPr/>
          <p:nvPr/>
        </p:nvSpPr>
        <p:spPr>
          <a:xfrm>
            <a:off x="3362526" y="4772899"/>
            <a:ext cx="1132200" cy="1132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321" name="Google Shape;1321;p54"/>
          <p:cNvGrpSpPr/>
          <p:nvPr/>
        </p:nvGrpSpPr>
        <p:grpSpPr>
          <a:xfrm rot="5400000">
            <a:off x="4164913" y="48982"/>
            <a:ext cx="230579" cy="230579"/>
            <a:chOff x="458050" y="265600"/>
            <a:chExt cx="392675" cy="392675"/>
          </a:xfrm>
        </p:grpSpPr>
        <p:sp>
          <p:nvSpPr>
            <p:cNvPr id="1322" name="Google Shape;1322;p54"/>
            <p:cNvSpPr/>
            <p:nvPr/>
          </p:nvSpPr>
          <p:spPr>
            <a:xfrm>
              <a:off x="638050" y="265600"/>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23" name="Google Shape;1323;p54"/>
            <p:cNvSpPr/>
            <p:nvPr/>
          </p:nvSpPr>
          <p:spPr>
            <a:xfrm>
              <a:off x="638050" y="5229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24" name="Google Shape;1324;p54"/>
            <p:cNvSpPr/>
            <p:nvPr/>
          </p:nvSpPr>
          <p:spPr>
            <a:xfrm rot="-5400000">
              <a:off x="509350"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25" name="Google Shape;1325;p54"/>
            <p:cNvSpPr/>
            <p:nvPr/>
          </p:nvSpPr>
          <p:spPr>
            <a:xfrm rot="-5400000">
              <a:off x="766725"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326" name="Google Shape;1326;p54"/>
          <p:cNvGrpSpPr/>
          <p:nvPr/>
        </p:nvGrpSpPr>
        <p:grpSpPr>
          <a:xfrm rot="5400000">
            <a:off x="3985952" y="276513"/>
            <a:ext cx="230579" cy="230579"/>
            <a:chOff x="458050" y="265600"/>
            <a:chExt cx="392675" cy="392675"/>
          </a:xfrm>
        </p:grpSpPr>
        <p:sp>
          <p:nvSpPr>
            <p:cNvPr id="1327" name="Google Shape;1327;p54"/>
            <p:cNvSpPr/>
            <p:nvPr/>
          </p:nvSpPr>
          <p:spPr>
            <a:xfrm>
              <a:off x="638050" y="265600"/>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28" name="Google Shape;1328;p54"/>
            <p:cNvSpPr/>
            <p:nvPr/>
          </p:nvSpPr>
          <p:spPr>
            <a:xfrm>
              <a:off x="638050" y="5229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29" name="Google Shape;1329;p54"/>
            <p:cNvSpPr/>
            <p:nvPr/>
          </p:nvSpPr>
          <p:spPr>
            <a:xfrm rot="-5400000">
              <a:off x="509350"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30" name="Google Shape;1330;p54"/>
            <p:cNvSpPr/>
            <p:nvPr/>
          </p:nvSpPr>
          <p:spPr>
            <a:xfrm rot="-5400000">
              <a:off x="766725"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331" name="Google Shape;1331;p54"/>
          <p:cNvGrpSpPr/>
          <p:nvPr/>
        </p:nvGrpSpPr>
        <p:grpSpPr>
          <a:xfrm rot="5400000">
            <a:off x="44813" y="4583832"/>
            <a:ext cx="230579" cy="230579"/>
            <a:chOff x="458050" y="265600"/>
            <a:chExt cx="392675" cy="392675"/>
          </a:xfrm>
        </p:grpSpPr>
        <p:sp>
          <p:nvSpPr>
            <p:cNvPr id="1332" name="Google Shape;1332;p54"/>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33" name="Google Shape;1333;p54"/>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34" name="Google Shape;1334;p54"/>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35" name="Google Shape;1335;p54"/>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336" name="Google Shape;1336;p54"/>
          <p:cNvGrpSpPr/>
          <p:nvPr/>
        </p:nvGrpSpPr>
        <p:grpSpPr>
          <a:xfrm rot="5400000">
            <a:off x="44827" y="4857688"/>
            <a:ext cx="230579" cy="230579"/>
            <a:chOff x="458050" y="265600"/>
            <a:chExt cx="392675" cy="392675"/>
          </a:xfrm>
        </p:grpSpPr>
        <p:sp>
          <p:nvSpPr>
            <p:cNvPr id="1337" name="Google Shape;1337;p54"/>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38" name="Google Shape;1338;p54"/>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39" name="Google Shape;1339;p54"/>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40" name="Google Shape;1340;p54"/>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341" name="Google Shape;1341;p54"/>
          <p:cNvGrpSpPr/>
          <p:nvPr/>
        </p:nvGrpSpPr>
        <p:grpSpPr>
          <a:xfrm rot="5400000">
            <a:off x="275388" y="4742007"/>
            <a:ext cx="230579" cy="230579"/>
            <a:chOff x="458050" y="265600"/>
            <a:chExt cx="392675" cy="392675"/>
          </a:xfrm>
        </p:grpSpPr>
        <p:sp>
          <p:nvSpPr>
            <p:cNvPr id="1342" name="Google Shape;1342;p54"/>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43" name="Google Shape;1343;p54"/>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44" name="Google Shape;1344;p54"/>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45" name="Google Shape;1345;p54"/>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346" name="Google Shape;1346;p54"/>
          <p:cNvGrpSpPr/>
          <p:nvPr/>
        </p:nvGrpSpPr>
        <p:grpSpPr>
          <a:xfrm rot="5400000">
            <a:off x="275402" y="5015863"/>
            <a:ext cx="230579" cy="230579"/>
            <a:chOff x="458050" y="265600"/>
            <a:chExt cx="392675" cy="392675"/>
          </a:xfrm>
        </p:grpSpPr>
        <p:sp>
          <p:nvSpPr>
            <p:cNvPr id="1347" name="Google Shape;1347;p54"/>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48" name="Google Shape;1348;p54"/>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49" name="Google Shape;1349;p54"/>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50" name="Google Shape;1350;p54"/>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1351" name="Google Shape;1351;p54"/>
          <p:cNvSpPr txBox="1">
            <a:spLocks noGrp="1"/>
          </p:cNvSpPr>
          <p:nvPr>
            <p:ph type="title"/>
          </p:nvPr>
        </p:nvSpPr>
        <p:spPr>
          <a:xfrm>
            <a:off x="566250" y="2285400"/>
            <a:ext cx="2914800" cy="572700"/>
          </a:xfrm>
          <a:prstGeom prst="rect">
            <a:avLst/>
          </a:prstGeom>
        </p:spPr>
        <p:txBody>
          <a:bodyPr spcFirstLastPara="1" wrap="square" lIns="0" tIns="0" rIns="0" bIns="0" anchor="ctr"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352" name="Google Shape;1352;p54"/>
          <p:cNvSpPr/>
          <p:nvPr/>
        </p:nvSpPr>
        <p:spPr>
          <a:xfrm>
            <a:off x="5224525" y="1500838"/>
            <a:ext cx="2604600" cy="730500"/>
          </a:xfrm>
          <a:prstGeom prst="snip2DiagRect">
            <a:avLst>
              <a:gd name="adj1" fmla="val 0"/>
              <a:gd name="adj2"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353" name="Google Shape;1353;p54"/>
          <p:cNvSpPr/>
          <p:nvPr/>
        </p:nvSpPr>
        <p:spPr>
          <a:xfrm>
            <a:off x="5224525" y="2885013"/>
            <a:ext cx="2604600" cy="730500"/>
          </a:xfrm>
          <a:prstGeom prst="snip2DiagRect">
            <a:avLst>
              <a:gd name="adj1" fmla="val 0"/>
              <a:gd name="adj2"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354" name="Google Shape;1354;p54"/>
          <p:cNvSpPr txBox="1">
            <a:spLocks noGrp="1"/>
          </p:cNvSpPr>
          <p:nvPr>
            <p:ph type="body" idx="1"/>
          </p:nvPr>
        </p:nvSpPr>
        <p:spPr>
          <a:xfrm>
            <a:off x="5862914" y="1626688"/>
            <a:ext cx="1830000" cy="4839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dk1"/>
              </a:buClr>
              <a:buSzPts val="1100"/>
              <a:buChar char="●"/>
              <a:defRPr>
                <a:solidFill>
                  <a:schemeClr val="dk1"/>
                </a:solidFill>
              </a:defRPr>
            </a:lvl1pPr>
            <a:lvl2pPr marL="914400" lvl="1" indent="-298450">
              <a:spcBef>
                <a:spcPts val="0"/>
              </a:spcBef>
              <a:spcAft>
                <a:spcPts val="0"/>
              </a:spcAft>
              <a:buClr>
                <a:schemeClr val="dk1"/>
              </a:buClr>
              <a:buSzPts val="1100"/>
              <a:buChar char="○"/>
              <a:defRPr>
                <a:solidFill>
                  <a:schemeClr val="dk1"/>
                </a:solidFill>
              </a:defRPr>
            </a:lvl2pPr>
            <a:lvl3pPr marL="1371600" lvl="2" indent="-298450">
              <a:spcBef>
                <a:spcPts val="0"/>
              </a:spcBef>
              <a:spcAft>
                <a:spcPts val="0"/>
              </a:spcAft>
              <a:buClr>
                <a:schemeClr val="dk1"/>
              </a:buClr>
              <a:buSzPts val="1100"/>
              <a:buChar char="■"/>
              <a:defRPr>
                <a:solidFill>
                  <a:schemeClr val="dk1"/>
                </a:solidFill>
              </a:defRPr>
            </a:lvl3pPr>
            <a:lvl4pPr marL="1828800" lvl="3" indent="-298450">
              <a:spcBef>
                <a:spcPts val="0"/>
              </a:spcBef>
              <a:spcAft>
                <a:spcPts val="0"/>
              </a:spcAft>
              <a:buClr>
                <a:schemeClr val="dk1"/>
              </a:buClr>
              <a:buSzPts val="1100"/>
              <a:buChar char="●"/>
              <a:defRPr>
                <a:solidFill>
                  <a:schemeClr val="dk1"/>
                </a:solidFill>
              </a:defRPr>
            </a:lvl4pPr>
            <a:lvl5pPr marL="2286000" lvl="4" indent="-298450">
              <a:spcBef>
                <a:spcPts val="0"/>
              </a:spcBef>
              <a:spcAft>
                <a:spcPts val="0"/>
              </a:spcAft>
              <a:buClr>
                <a:schemeClr val="dk1"/>
              </a:buClr>
              <a:buSzPts val="1100"/>
              <a:buChar char="○"/>
              <a:defRPr>
                <a:solidFill>
                  <a:schemeClr val="dk1"/>
                </a:solidFill>
              </a:defRPr>
            </a:lvl5pPr>
            <a:lvl6pPr marL="2743200" lvl="5" indent="-298450">
              <a:spcBef>
                <a:spcPts val="0"/>
              </a:spcBef>
              <a:spcAft>
                <a:spcPts val="0"/>
              </a:spcAft>
              <a:buClr>
                <a:schemeClr val="dk1"/>
              </a:buClr>
              <a:buSzPts val="1100"/>
              <a:buChar char="■"/>
              <a:defRPr>
                <a:solidFill>
                  <a:schemeClr val="dk1"/>
                </a:solidFill>
              </a:defRPr>
            </a:lvl6pPr>
            <a:lvl7pPr marL="3200400" lvl="6" indent="-298450">
              <a:spcBef>
                <a:spcPts val="0"/>
              </a:spcBef>
              <a:spcAft>
                <a:spcPts val="0"/>
              </a:spcAft>
              <a:buClr>
                <a:schemeClr val="dk1"/>
              </a:buClr>
              <a:buSzPts val="1100"/>
              <a:buChar char="●"/>
              <a:defRPr>
                <a:solidFill>
                  <a:schemeClr val="dk1"/>
                </a:solidFill>
              </a:defRPr>
            </a:lvl7pPr>
            <a:lvl8pPr marL="3657600" lvl="7" indent="-298450">
              <a:spcBef>
                <a:spcPts val="0"/>
              </a:spcBef>
              <a:spcAft>
                <a:spcPts val="0"/>
              </a:spcAft>
              <a:buClr>
                <a:schemeClr val="dk1"/>
              </a:buClr>
              <a:buSzPts val="1100"/>
              <a:buChar char="○"/>
              <a:defRPr>
                <a:solidFill>
                  <a:schemeClr val="dk1"/>
                </a:solidFill>
              </a:defRPr>
            </a:lvl8pPr>
            <a:lvl9pPr marL="4114800" lvl="8" indent="-298450">
              <a:spcBef>
                <a:spcPts val="0"/>
              </a:spcBef>
              <a:spcAft>
                <a:spcPts val="0"/>
              </a:spcAft>
              <a:buClr>
                <a:schemeClr val="dk1"/>
              </a:buClr>
              <a:buSzPts val="1100"/>
              <a:buChar char="■"/>
              <a:defRPr>
                <a:solidFill>
                  <a:schemeClr val="dk1"/>
                </a:solidFill>
              </a:defRPr>
            </a:lvl9pPr>
          </a:lstStyle>
          <a:p>
            <a:endParaRPr/>
          </a:p>
        </p:txBody>
      </p:sp>
      <p:sp>
        <p:nvSpPr>
          <p:cNvPr id="1355" name="Google Shape;1355;p54"/>
          <p:cNvSpPr txBox="1">
            <a:spLocks noGrp="1"/>
          </p:cNvSpPr>
          <p:nvPr>
            <p:ph type="body" idx="2"/>
          </p:nvPr>
        </p:nvSpPr>
        <p:spPr>
          <a:xfrm>
            <a:off x="5860050" y="3008313"/>
            <a:ext cx="1830000" cy="4839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dk1"/>
              </a:buClr>
              <a:buSzPts val="1100"/>
              <a:buChar char="●"/>
              <a:defRPr>
                <a:solidFill>
                  <a:schemeClr val="dk1"/>
                </a:solidFill>
              </a:defRPr>
            </a:lvl1pPr>
            <a:lvl2pPr marL="914400" lvl="1" indent="-298450">
              <a:spcBef>
                <a:spcPts val="0"/>
              </a:spcBef>
              <a:spcAft>
                <a:spcPts val="0"/>
              </a:spcAft>
              <a:buClr>
                <a:schemeClr val="dk1"/>
              </a:buClr>
              <a:buSzPts val="1100"/>
              <a:buChar char="○"/>
              <a:defRPr>
                <a:solidFill>
                  <a:schemeClr val="dk1"/>
                </a:solidFill>
              </a:defRPr>
            </a:lvl2pPr>
            <a:lvl3pPr marL="1371600" lvl="2" indent="-298450">
              <a:spcBef>
                <a:spcPts val="0"/>
              </a:spcBef>
              <a:spcAft>
                <a:spcPts val="0"/>
              </a:spcAft>
              <a:buClr>
                <a:schemeClr val="dk1"/>
              </a:buClr>
              <a:buSzPts val="1100"/>
              <a:buChar char="■"/>
              <a:defRPr>
                <a:solidFill>
                  <a:schemeClr val="dk1"/>
                </a:solidFill>
              </a:defRPr>
            </a:lvl3pPr>
            <a:lvl4pPr marL="1828800" lvl="3" indent="-298450">
              <a:spcBef>
                <a:spcPts val="0"/>
              </a:spcBef>
              <a:spcAft>
                <a:spcPts val="0"/>
              </a:spcAft>
              <a:buClr>
                <a:schemeClr val="dk1"/>
              </a:buClr>
              <a:buSzPts val="1100"/>
              <a:buChar char="●"/>
              <a:defRPr>
                <a:solidFill>
                  <a:schemeClr val="dk1"/>
                </a:solidFill>
              </a:defRPr>
            </a:lvl4pPr>
            <a:lvl5pPr marL="2286000" lvl="4" indent="-298450">
              <a:spcBef>
                <a:spcPts val="0"/>
              </a:spcBef>
              <a:spcAft>
                <a:spcPts val="0"/>
              </a:spcAft>
              <a:buClr>
                <a:schemeClr val="dk1"/>
              </a:buClr>
              <a:buSzPts val="1100"/>
              <a:buChar char="○"/>
              <a:defRPr>
                <a:solidFill>
                  <a:schemeClr val="dk1"/>
                </a:solidFill>
              </a:defRPr>
            </a:lvl5pPr>
            <a:lvl6pPr marL="2743200" lvl="5" indent="-298450">
              <a:spcBef>
                <a:spcPts val="0"/>
              </a:spcBef>
              <a:spcAft>
                <a:spcPts val="0"/>
              </a:spcAft>
              <a:buClr>
                <a:schemeClr val="dk1"/>
              </a:buClr>
              <a:buSzPts val="1100"/>
              <a:buChar char="■"/>
              <a:defRPr>
                <a:solidFill>
                  <a:schemeClr val="dk1"/>
                </a:solidFill>
              </a:defRPr>
            </a:lvl6pPr>
            <a:lvl7pPr marL="3200400" lvl="6" indent="-298450">
              <a:spcBef>
                <a:spcPts val="0"/>
              </a:spcBef>
              <a:spcAft>
                <a:spcPts val="0"/>
              </a:spcAft>
              <a:buClr>
                <a:schemeClr val="dk1"/>
              </a:buClr>
              <a:buSzPts val="1100"/>
              <a:buChar char="●"/>
              <a:defRPr>
                <a:solidFill>
                  <a:schemeClr val="dk1"/>
                </a:solidFill>
              </a:defRPr>
            </a:lvl7pPr>
            <a:lvl8pPr marL="3657600" lvl="7" indent="-298450">
              <a:spcBef>
                <a:spcPts val="0"/>
              </a:spcBef>
              <a:spcAft>
                <a:spcPts val="0"/>
              </a:spcAft>
              <a:buClr>
                <a:schemeClr val="dk1"/>
              </a:buClr>
              <a:buSzPts val="1100"/>
              <a:buChar char="○"/>
              <a:defRPr>
                <a:solidFill>
                  <a:schemeClr val="dk1"/>
                </a:solidFill>
              </a:defRPr>
            </a:lvl8pPr>
            <a:lvl9pPr marL="4114800" lvl="8" indent="-298450">
              <a:spcBef>
                <a:spcPts val="0"/>
              </a:spcBef>
              <a:spcAft>
                <a:spcPts val="0"/>
              </a:spcAft>
              <a:buClr>
                <a:schemeClr val="dk1"/>
              </a:buClr>
              <a:buSzPts val="1100"/>
              <a:buChar char="■"/>
              <a:defRPr>
                <a:solidFill>
                  <a:schemeClr val="dk1"/>
                </a:solidFill>
              </a:defRPr>
            </a:lvl9pPr>
          </a:lstStyle>
          <a:p>
            <a:endParaRPr/>
          </a:p>
        </p:txBody>
      </p:sp>
      <p:sp>
        <p:nvSpPr>
          <p:cNvPr id="1356" name="Google Shape;1356;p54"/>
          <p:cNvSpPr txBox="1">
            <a:spLocks noGrp="1"/>
          </p:cNvSpPr>
          <p:nvPr>
            <p:ph type="subTitle" idx="3"/>
          </p:nvPr>
        </p:nvSpPr>
        <p:spPr>
          <a:xfrm>
            <a:off x="5357325" y="1652863"/>
            <a:ext cx="455400" cy="4422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100"/>
              <a:buNone/>
              <a:defRPr>
                <a:solidFill>
                  <a:schemeClr val="dk1"/>
                </a:solidFill>
              </a:defRPr>
            </a:lvl2pPr>
            <a:lvl3pPr lvl="2" algn="ctr">
              <a:spcBef>
                <a:spcPts val="0"/>
              </a:spcBef>
              <a:spcAft>
                <a:spcPts val="0"/>
              </a:spcAft>
              <a:buClr>
                <a:schemeClr val="dk1"/>
              </a:buClr>
              <a:buSzPts val="1100"/>
              <a:buNone/>
              <a:defRPr>
                <a:solidFill>
                  <a:schemeClr val="dk1"/>
                </a:solidFill>
              </a:defRPr>
            </a:lvl3pPr>
            <a:lvl4pPr lvl="3" algn="ctr">
              <a:spcBef>
                <a:spcPts val="0"/>
              </a:spcBef>
              <a:spcAft>
                <a:spcPts val="0"/>
              </a:spcAft>
              <a:buClr>
                <a:schemeClr val="dk1"/>
              </a:buClr>
              <a:buSzPts val="1100"/>
              <a:buNone/>
              <a:defRPr>
                <a:solidFill>
                  <a:schemeClr val="dk1"/>
                </a:solidFill>
              </a:defRPr>
            </a:lvl4pPr>
            <a:lvl5pPr lvl="4" algn="ctr">
              <a:spcBef>
                <a:spcPts val="0"/>
              </a:spcBef>
              <a:spcAft>
                <a:spcPts val="0"/>
              </a:spcAft>
              <a:buClr>
                <a:schemeClr val="dk1"/>
              </a:buClr>
              <a:buSzPts val="1100"/>
              <a:buNone/>
              <a:defRPr>
                <a:solidFill>
                  <a:schemeClr val="dk1"/>
                </a:solidFill>
              </a:defRPr>
            </a:lvl5pPr>
            <a:lvl6pPr lvl="5" algn="ctr">
              <a:spcBef>
                <a:spcPts val="0"/>
              </a:spcBef>
              <a:spcAft>
                <a:spcPts val="0"/>
              </a:spcAft>
              <a:buClr>
                <a:schemeClr val="dk1"/>
              </a:buClr>
              <a:buSzPts val="1100"/>
              <a:buNone/>
              <a:defRPr>
                <a:solidFill>
                  <a:schemeClr val="dk1"/>
                </a:solidFill>
              </a:defRPr>
            </a:lvl6pPr>
            <a:lvl7pPr lvl="6" algn="ctr">
              <a:spcBef>
                <a:spcPts val="0"/>
              </a:spcBef>
              <a:spcAft>
                <a:spcPts val="0"/>
              </a:spcAft>
              <a:buClr>
                <a:schemeClr val="dk1"/>
              </a:buClr>
              <a:buSzPts val="1100"/>
              <a:buNone/>
              <a:defRPr>
                <a:solidFill>
                  <a:schemeClr val="dk1"/>
                </a:solidFill>
              </a:defRPr>
            </a:lvl7pPr>
            <a:lvl8pPr lvl="7" algn="ctr">
              <a:spcBef>
                <a:spcPts val="0"/>
              </a:spcBef>
              <a:spcAft>
                <a:spcPts val="0"/>
              </a:spcAft>
              <a:buClr>
                <a:schemeClr val="dk1"/>
              </a:buClr>
              <a:buSzPts val="1100"/>
              <a:buNone/>
              <a:defRPr>
                <a:solidFill>
                  <a:schemeClr val="dk1"/>
                </a:solidFill>
              </a:defRPr>
            </a:lvl8pPr>
            <a:lvl9pPr lvl="8" algn="ctr">
              <a:spcBef>
                <a:spcPts val="0"/>
              </a:spcBef>
              <a:spcAft>
                <a:spcPts val="0"/>
              </a:spcAft>
              <a:buClr>
                <a:schemeClr val="dk1"/>
              </a:buClr>
              <a:buSzPts val="1100"/>
              <a:buNone/>
              <a:defRPr>
                <a:solidFill>
                  <a:schemeClr val="dk1"/>
                </a:solidFill>
              </a:defRPr>
            </a:lvl9pPr>
          </a:lstStyle>
          <a:p>
            <a:endParaRPr/>
          </a:p>
        </p:txBody>
      </p:sp>
      <p:sp>
        <p:nvSpPr>
          <p:cNvPr id="1357" name="Google Shape;1357;p54"/>
          <p:cNvSpPr txBox="1">
            <a:spLocks noGrp="1"/>
          </p:cNvSpPr>
          <p:nvPr>
            <p:ph type="subTitle" idx="4"/>
          </p:nvPr>
        </p:nvSpPr>
        <p:spPr>
          <a:xfrm>
            <a:off x="5357325" y="3029163"/>
            <a:ext cx="455400" cy="4422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100"/>
              <a:buNone/>
              <a:defRPr>
                <a:solidFill>
                  <a:schemeClr val="dk1"/>
                </a:solidFill>
              </a:defRPr>
            </a:lvl2pPr>
            <a:lvl3pPr lvl="2" algn="ctr">
              <a:spcBef>
                <a:spcPts val="0"/>
              </a:spcBef>
              <a:spcAft>
                <a:spcPts val="0"/>
              </a:spcAft>
              <a:buClr>
                <a:schemeClr val="dk1"/>
              </a:buClr>
              <a:buSzPts val="1100"/>
              <a:buNone/>
              <a:defRPr>
                <a:solidFill>
                  <a:schemeClr val="dk1"/>
                </a:solidFill>
              </a:defRPr>
            </a:lvl3pPr>
            <a:lvl4pPr lvl="3" algn="ctr">
              <a:spcBef>
                <a:spcPts val="0"/>
              </a:spcBef>
              <a:spcAft>
                <a:spcPts val="0"/>
              </a:spcAft>
              <a:buClr>
                <a:schemeClr val="dk1"/>
              </a:buClr>
              <a:buSzPts val="1100"/>
              <a:buNone/>
              <a:defRPr>
                <a:solidFill>
                  <a:schemeClr val="dk1"/>
                </a:solidFill>
              </a:defRPr>
            </a:lvl4pPr>
            <a:lvl5pPr lvl="4" algn="ctr">
              <a:spcBef>
                <a:spcPts val="0"/>
              </a:spcBef>
              <a:spcAft>
                <a:spcPts val="0"/>
              </a:spcAft>
              <a:buClr>
                <a:schemeClr val="dk1"/>
              </a:buClr>
              <a:buSzPts val="1100"/>
              <a:buNone/>
              <a:defRPr>
                <a:solidFill>
                  <a:schemeClr val="dk1"/>
                </a:solidFill>
              </a:defRPr>
            </a:lvl5pPr>
            <a:lvl6pPr lvl="5" algn="ctr">
              <a:spcBef>
                <a:spcPts val="0"/>
              </a:spcBef>
              <a:spcAft>
                <a:spcPts val="0"/>
              </a:spcAft>
              <a:buClr>
                <a:schemeClr val="dk1"/>
              </a:buClr>
              <a:buSzPts val="1100"/>
              <a:buNone/>
              <a:defRPr>
                <a:solidFill>
                  <a:schemeClr val="dk1"/>
                </a:solidFill>
              </a:defRPr>
            </a:lvl6pPr>
            <a:lvl7pPr lvl="6" algn="ctr">
              <a:spcBef>
                <a:spcPts val="0"/>
              </a:spcBef>
              <a:spcAft>
                <a:spcPts val="0"/>
              </a:spcAft>
              <a:buClr>
                <a:schemeClr val="dk1"/>
              </a:buClr>
              <a:buSzPts val="1100"/>
              <a:buNone/>
              <a:defRPr>
                <a:solidFill>
                  <a:schemeClr val="dk1"/>
                </a:solidFill>
              </a:defRPr>
            </a:lvl7pPr>
            <a:lvl8pPr lvl="7" algn="ctr">
              <a:spcBef>
                <a:spcPts val="0"/>
              </a:spcBef>
              <a:spcAft>
                <a:spcPts val="0"/>
              </a:spcAft>
              <a:buClr>
                <a:schemeClr val="dk1"/>
              </a:buClr>
              <a:buSzPts val="1100"/>
              <a:buNone/>
              <a:defRPr>
                <a:solidFill>
                  <a:schemeClr val="dk1"/>
                </a:solidFill>
              </a:defRPr>
            </a:lvl8pPr>
            <a:lvl9pPr lvl="8" algn="ctr">
              <a:spcBef>
                <a:spcPts val="0"/>
              </a:spcBef>
              <a:spcAft>
                <a:spcPts val="0"/>
              </a:spcAft>
              <a:buClr>
                <a:schemeClr val="dk1"/>
              </a:buClr>
              <a:buSzPts val="1100"/>
              <a:buNone/>
              <a:defRPr>
                <a:solidFill>
                  <a:schemeClr val="dk1"/>
                </a:solidFill>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Slide Single Quiz Options 4 v1">
  <p:cSld name="CUSTOM_35">
    <p:spTree>
      <p:nvGrpSpPr>
        <p:cNvPr id="1" name="Shape 1358"/>
        <p:cNvGrpSpPr/>
        <p:nvPr/>
      </p:nvGrpSpPr>
      <p:grpSpPr>
        <a:xfrm>
          <a:off x="0" y="0"/>
          <a:ext cx="0" cy="0"/>
          <a:chOff x="0" y="0"/>
          <a:chExt cx="0" cy="0"/>
        </a:xfrm>
      </p:grpSpPr>
      <p:sp>
        <p:nvSpPr>
          <p:cNvPr id="1359" name="Google Shape;1359;p55"/>
          <p:cNvSpPr txBox="1">
            <a:spLocks noGrp="1"/>
          </p:cNvSpPr>
          <p:nvPr>
            <p:ph type="title"/>
          </p:nvPr>
        </p:nvSpPr>
        <p:spPr>
          <a:xfrm>
            <a:off x="566250" y="445025"/>
            <a:ext cx="8011500" cy="572700"/>
          </a:xfrm>
          <a:prstGeom prst="rect">
            <a:avLst/>
          </a:prstGeom>
        </p:spPr>
        <p:txBody>
          <a:bodyPr spcFirstLastPara="1" wrap="square" lIns="0" tIns="0" rIns="0" bIns="0"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360" name="Google Shape;1360;p55"/>
          <p:cNvSpPr/>
          <p:nvPr/>
        </p:nvSpPr>
        <p:spPr>
          <a:xfrm rot="10800000">
            <a:off x="7634350" y="-519750"/>
            <a:ext cx="2449800" cy="1093800"/>
          </a:xfrm>
          <a:prstGeom prst="snip1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361" name="Google Shape;1361;p55"/>
          <p:cNvGrpSpPr/>
          <p:nvPr/>
        </p:nvGrpSpPr>
        <p:grpSpPr>
          <a:xfrm>
            <a:off x="8137738" y="-49687"/>
            <a:ext cx="392675" cy="392675"/>
            <a:chOff x="458050" y="265600"/>
            <a:chExt cx="392675" cy="392675"/>
          </a:xfrm>
        </p:grpSpPr>
        <p:sp>
          <p:nvSpPr>
            <p:cNvPr id="1362" name="Google Shape;1362;p55"/>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63" name="Google Shape;1363;p55"/>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64" name="Google Shape;1364;p55"/>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65" name="Google Shape;1365;p55"/>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366" name="Google Shape;1366;p55"/>
          <p:cNvGrpSpPr/>
          <p:nvPr/>
        </p:nvGrpSpPr>
        <p:grpSpPr>
          <a:xfrm>
            <a:off x="8677638" y="-49700"/>
            <a:ext cx="392675" cy="392675"/>
            <a:chOff x="458050" y="265600"/>
            <a:chExt cx="392675" cy="392675"/>
          </a:xfrm>
        </p:grpSpPr>
        <p:sp>
          <p:nvSpPr>
            <p:cNvPr id="1367" name="Google Shape;1367;p55"/>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68" name="Google Shape;1368;p55"/>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69" name="Google Shape;1369;p55"/>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70" name="Google Shape;1370;p55"/>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1371" name="Google Shape;1371;p55"/>
          <p:cNvSpPr/>
          <p:nvPr/>
        </p:nvSpPr>
        <p:spPr>
          <a:xfrm>
            <a:off x="2486576" y="4630930"/>
            <a:ext cx="1093800" cy="1093800"/>
          </a:xfrm>
          <a:prstGeom prst="donut">
            <a:avLst>
              <a:gd name="adj" fmla="val 17041"/>
            </a:avLst>
          </a:prstGeom>
          <a:noFill/>
          <a:ln w="38100" cap="flat" cmpd="sng">
            <a:solidFill>
              <a:schemeClr val="accent3"/>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72" name="Google Shape;1372;p55"/>
          <p:cNvSpPr/>
          <p:nvPr/>
        </p:nvSpPr>
        <p:spPr>
          <a:xfrm>
            <a:off x="379400" y="2428775"/>
            <a:ext cx="815400" cy="730500"/>
          </a:xfrm>
          <a:prstGeom prst="snip2DiagRect">
            <a:avLst>
              <a:gd name="adj1" fmla="val 0"/>
              <a:gd name="adj2"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chemeClr val="lt2"/>
              </a:solidFill>
              <a:latin typeface="Fredoka"/>
              <a:ea typeface="Fredoka"/>
              <a:cs typeface="Fredoka"/>
              <a:sym typeface="Fredoka"/>
            </a:endParaRPr>
          </a:p>
        </p:txBody>
      </p:sp>
      <p:sp>
        <p:nvSpPr>
          <p:cNvPr id="1373" name="Google Shape;1373;p55"/>
          <p:cNvSpPr/>
          <p:nvPr/>
        </p:nvSpPr>
        <p:spPr>
          <a:xfrm>
            <a:off x="4581475" y="2428775"/>
            <a:ext cx="815400" cy="730500"/>
          </a:xfrm>
          <a:prstGeom prst="snip2DiagRect">
            <a:avLst>
              <a:gd name="adj1" fmla="val 0"/>
              <a:gd name="adj2"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chemeClr val="lt2"/>
              </a:solidFill>
              <a:latin typeface="Fredoka"/>
              <a:ea typeface="Fredoka"/>
              <a:cs typeface="Fredoka"/>
              <a:sym typeface="Fredoka"/>
            </a:endParaRPr>
          </a:p>
        </p:txBody>
      </p:sp>
      <p:sp>
        <p:nvSpPr>
          <p:cNvPr id="1374" name="Google Shape;1374;p55"/>
          <p:cNvSpPr/>
          <p:nvPr/>
        </p:nvSpPr>
        <p:spPr>
          <a:xfrm>
            <a:off x="379400" y="3613750"/>
            <a:ext cx="815400" cy="730500"/>
          </a:xfrm>
          <a:prstGeom prst="snip2DiagRect">
            <a:avLst>
              <a:gd name="adj1" fmla="val 0"/>
              <a:gd name="adj2" fmla="val 16667"/>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chemeClr val="lt2"/>
              </a:solidFill>
              <a:latin typeface="Fredoka"/>
              <a:ea typeface="Fredoka"/>
              <a:cs typeface="Fredoka"/>
              <a:sym typeface="Fredoka"/>
            </a:endParaRPr>
          </a:p>
        </p:txBody>
      </p:sp>
      <p:sp>
        <p:nvSpPr>
          <p:cNvPr id="1375" name="Google Shape;1375;p55"/>
          <p:cNvSpPr/>
          <p:nvPr/>
        </p:nvSpPr>
        <p:spPr>
          <a:xfrm>
            <a:off x="4581475" y="3613750"/>
            <a:ext cx="815400" cy="730500"/>
          </a:xfrm>
          <a:prstGeom prst="snip2DiagRect">
            <a:avLst>
              <a:gd name="adj1" fmla="val 0"/>
              <a:gd name="adj2" fmla="val 16667"/>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chemeClr val="lt2"/>
              </a:solidFill>
              <a:latin typeface="Fredoka"/>
              <a:ea typeface="Fredoka"/>
              <a:cs typeface="Fredoka"/>
              <a:sym typeface="Fredoka"/>
            </a:endParaRPr>
          </a:p>
        </p:txBody>
      </p:sp>
      <p:sp>
        <p:nvSpPr>
          <p:cNvPr id="1376" name="Google Shape;1376;p55"/>
          <p:cNvSpPr txBox="1">
            <a:spLocks noGrp="1"/>
          </p:cNvSpPr>
          <p:nvPr>
            <p:ph type="body" idx="1"/>
          </p:nvPr>
        </p:nvSpPr>
        <p:spPr>
          <a:xfrm>
            <a:off x="1321375" y="2528363"/>
            <a:ext cx="3054300" cy="531300"/>
          </a:xfrm>
          <a:prstGeom prst="rect">
            <a:avLst/>
          </a:prstGeom>
        </p:spPr>
        <p:txBody>
          <a:bodyPr spcFirstLastPara="1" wrap="square" lIns="0" tIns="0" rIns="0" bIns="0" anchor="ctr"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1377" name="Google Shape;1377;p55"/>
          <p:cNvSpPr txBox="1">
            <a:spLocks noGrp="1"/>
          </p:cNvSpPr>
          <p:nvPr>
            <p:ph type="body" idx="2"/>
          </p:nvPr>
        </p:nvSpPr>
        <p:spPr>
          <a:xfrm>
            <a:off x="5523450" y="2528363"/>
            <a:ext cx="3054300" cy="531300"/>
          </a:xfrm>
          <a:prstGeom prst="rect">
            <a:avLst/>
          </a:prstGeom>
        </p:spPr>
        <p:txBody>
          <a:bodyPr spcFirstLastPara="1" wrap="square" lIns="0" tIns="0" rIns="0" bIns="0" anchor="ctr"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1378" name="Google Shape;1378;p55"/>
          <p:cNvSpPr txBox="1">
            <a:spLocks noGrp="1"/>
          </p:cNvSpPr>
          <p:nvPr>
            <p:ph type="body" idx="3"/>
          </p:nvPr>
        </p:nvSpPr>
        <p:spPr>
          <a:xfrm>
            <a:off x="1321375" y="3726763"/>
            <a:ext cx="3054300" cy="531300"/>
          </a:xfrm>
          <a:prstGeom prst="rect">
            <a:avLst/>
          </a:prstGeom>
        </p:spPr>
        <p:txBody>
          <a:bodyPr spcFirstLastPara="1" wrap="square" lIns="0" tIns="0" rIns="0" bIns="0" anchor="ctr"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1379" name="Google Shape;1379;p55"/>
          <p:cNvSpPr txBox="1">
            <a:spLocks noGrp="1"/>
          </p:cNvSpPr>
          <p:nvPr>
            <p:ph type="body" idx="4"/>
          </p:nvPr>
        </p:nvSpPr>
        <p:spPr>
          <a:xfrm>
            <a:off x="5523450" y="3726763"/>
            <a:ext cx="3054300" cy="531300"/>
          </a:xfrm>
          <a:prstGeom prst="rect">
            <a:avLst/>
          </a:prstGeom>
        </p:spPr>
        <p:txBody>
          <a:bodyPr spcFirstLastPara="1" wrap="square" lIns="0" tIns="0" rIns="0" bIns="0" anchor="ctr"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1380" name="Google Shape;1380;p55"/>
          <p:cNvSpPr txBox="1">
            <a:spLocks noGrp="1"/>
          </p:cNvSpPr>
          <p:nvPr>
            <p:ph type="subTitle" idx="5"/>
          </p:nvPr>
        </p:nvSpPr>
        <p:spPr>
          <a:xfrm>
            <a:off x="542300" y="2577725"/>
            <a:ext cx="489600" cy="432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100"/>
              <a:buNone/>
              <a:defRPr>
                <a:solidFill>
                  <a:schemeClr val="dk1"/>
                </a:solidFill>
              </a:defRPr>
            </a:lvl2pPr>
            <a:lvl3pPr lvl="2">
              <a:spcBef>
                <a:spcPts val="0"/>
              </a:spcBef>
              <a:spcAft>
                <a:spcPts val="0"/>
              </a:spcAft>
              <a:buClr>
                <a:schemeClr val="dk1"/>
              </a:buClr>
              <a:buSzPts val="1100"/>
              <a:buNone/>
              <a:defRPr>
                <a:solidFill>
                  <a:schemeClr val="dk1"/>
                </a:solidFill>
              </a:defRPr>
            </a:lvl3pPr>
            <a:lvl4pPr lvl="3">
              <a:spcBef>
                <a:spcPts val="0"/>
              </a:spcBef>
              <a:spcAft>
                <a:spcPts val="0"/>
              </a:spcAft>
              <a:buClr>
                <a:schemeClr val="dk1"/>
              </a:buClr>
              <a:buSzPts val="1100"/>
              <a:buNone/>
              <a:defRPr>
                <a:solidFill>
                  <a:schemeClr val="dk1"/>
                </a:solidFill>
              </a:defRPr>
            </a:lvl4pPr>
            <a:lvl5pPr lvl="4">
              <a:spcBef>
                <a:spcPts val="0"/>
              </a:spcBef>
              <a:spcAft>
                <a:spcPts val="0"/>
              </a:spcAft>
              <a:buClr>
                <a:schemeClr val="dk1"/>
              </a:buClr>
              <a:buSzPts val="1100"/>
              <a:buNone/>
              <a:defRPr>
                <a:solidFill>
                  <a:schemeClr val="dk1"/>
                </a:solidFill>
              </a:defRPr>
            </a:lvl5pPr>
            <a:lvl6pPr lvl="5">
              <a:spcBef>
                <a:spcPts val="0"/>
              </a:spcBef>
              <a:spcAft>
                <a:spcPts val="0"/>
              </a:spcAft>
              <a:buClr>
                <a:schemeClr val="dk1"/>
              </a:buClr>
              <a:buSzPts val="1100"/>
              <a:buNone/>
              <a:defRPr>
                <a:solidFill>
                  <a:schemeClr val="dk1"/>
                </a:solidFill>
              </a:defRPr>
            </a:lvl6pPr>
            <a:lvl7pPr lvl="6">
              <a:spcBef>
                <a:spcPts val="0"/>
              </a:spcBef>
              <a:spcAft>
                <a:spcPts val="0"/>
              </a:spcAft>
              <a:buClr>
                <a:schemeClr val="dk1"/>
              </a:buClr>
              <a:buSzPts val="1100"/>
              <a:buNone/>
              <a:defRPr>
                <a:solidFill>
                  <a:schemeClr val="dk1"/>
                </a:solidFill>
              </a:defRPr>
            </a:lvl7pPr>
            <a:lvl8pPr lvl="7">
              <a:spcBef>
                <a:spcPts val="0"/>
              </a:spcBef>
              <a:spcAft>
                <a:spcPts val="0"/>
              </a:spcAft>
              <a:buClr>
                <a:schemeClr val="dk1"/>
              </a:buClr>
              <a:buSzPts val="1100"/>
              <a:buNone/>
              <a:defRPr>
                <a:solidFill>
                  <a:schemeClr val="dk1"/>
                </a:solidFill>
              </a:defRPr>
            </a:lvl8pPr>
            <a:lvl9pPr lvl="8">
              <a:spcBef>
                <a:spcPts val="0"/>
              </a:spcBef>
              <a:spcAft>
                <a:spcPts val="0"/>
              </a:spcAft>
              <a:buClr>
                <a:schemeClr val="dk1"/>
              </a:buClr>
              <a:buSzPts val="1100"/>
              <a:buNone/>
              <a:defRPr>
                <a:solidFill>
                  <a:schemeClr val="dk1"/>
                </a:solidFill>
              </a:defRPr>
            </a:lvl9pPr>
          </a:lstStyle>
          <a:p>
            <a:endParaRPr/>
          </a:p>
        </p:txBody>
      </p:sp>
      <p:sp>
        <p:nvSpPr>
          <p:cNvPr id="1381" name="Google Shape;1381;p55"/>
          <p:cNvSpPr txBox="1">
            <a:spLocks noGrp="1"/>
          </p:cNvSpPr>
          <p:nvPr>
            <p:ph type="subTitle" idx="6"/>
          </p:nvPr>
        </p:nvSpPr>
        <p:spPr>
          <a:xfrm>
            <a:off x="4744375" y="2577725"/>
            <a:ext cx="489600" cy="432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100"/>
              <a:buNone/>
              <a:defRPr>
                <a:solidFill>
                  <a:schemeClr val="dk1"/>
                </a:solidFill>
              </a:defRPr>
            </a:lvl2pPr>
            <a:lvl3pPr lvl="2">
              <a:spcBef>
                <a:spcPts val="0"/>
              </a:spcBef>
              <a:spcAft>
                <a:spcPts val="0"/>
              </a:spcAft>
              <a:buClr>
                <a:schemeClr val="dk1"/>
              </a:buClr>
              <a:buSzPts val="1100"/>
              <a:buNone/>
              <a:defRPr>
                <a:solidFill>
                  <a:schemeClr val="dk1"/>
                </a:solidFill>
              </a:defRPr>
            </a:lvl3pPr>
            <a:lvl4pPr lvl="3">
              <a:spcBef>
                <a:spcPts val="0"/>
              </a:spcBef>
              <a:spcAft>
                <a:spcPts val="0"/>
              </a:spcAft>
              <a:buClr>
                <a:schemeClr val="dk1"/>
              </a:buClr>
              <a:buSzPts val="1100"/>
              <a:buNone/>
              <a:defRPr>
                <a:solidFill>
                  <a:schemeClr val="dk1"/>
                </a:solidFill>
              </a:defRPr>
            </a:lvl4pPr>
            <a:lvl5pPr lvl="4">
              <a:spcBef>
                <a:spcPts val="0"/>
              </a:spcBef>
              <a:spcAft>
                <a:spcPts val="0"/>
              </a:spcAft>
              <a:buClr>
                <a:schemeClr val="dk1"/>
              </a:buClr>
              <a:buSzPts val="1100"/>
              <a:buNone/>
              <a:defRPr>
                <a:solidFill>
                  <a:schemeClr val="dk1"/>
                </a:solidFill>
              </a:defRPr>
            </a:lvl5pPr>
            <a:lvl6pPr lvl="5">
              <a:spcBef>
                <a:spcPts val="0"/>
              </a:spcBef>
              <a:spcAft>
                <a:spcPts val="0"/>
              </a:spcAft>
              <a:buClr>
                <a:schemeClr val="dk1"/>
              </a:buClr>
              <a:buSzPts val="1100"/>
              <a:buNone/>
              <a:defRPr>
                <a:solidFill>
                  <a:schemeClr val="dk1"/>
                </a:solidFill>
              </a:defRPr>
            </a:lvl6pPr>
            <a:lvl7pPr lvl="6">
              <a:spcBef>
                <a:spcPts val="0"/>
              </a:spcBef>
              <a:spcAft>
                <a:spcPts val="0"/>
              </a:spcAft>
              <a:buClr>
                <a:schemeClr val="dk1"/>
              </a:buClr>
              <a:buSzPts val="1100"/>
              <a:buNone/>
              <a:defRPr>
                <a:solidFill>
                  <a:schemeClr val="dk1"/>
                </a:solidFill>
              </a:defRPr>
            </a:lvl7pPr>
            <a:lvl8pPr lvl="7">
              <a:spcBef>
                <a:spcPts val="0"/>
              </a:spcBef>
              <a:spcAft>
                <a:spcPts val="0"/>
              </a:spcAft>
              <a:buClr>
                <a:schemeClr val="dk1"/>
              </a:buClr>
              <a:buSzPts val="1100"/>
              <a:buNone/>
              <a:defRPr>
                <a:solidFill>
                  <a:schemeClr val="dk1"/>
                </a:solidFill>
              </a:defRPr>
            </a:lvl8pPr>
            <a:lvl9pPr lvl="8">
              <a:spcBef>
                <a:spcPts val="0"/>
              </a:spcBef>
              <a:spcAft>
                <a:spcPts val="0"/>
              </a:spcAft>
              <a:buClr>
                <a:schemeClr val="dk1"/>
              </a:buClr>
              <a:buSzPts val="1100"/>
              <a:buNone/>
              <a:defRPr>
                <a:solidFill>
                  <a:schemeClr val="dk1"/>
                </a:solidFill>
              </a:defRPr>
            </a:lvl9pPr>
          </a:lstStyle>
          <a:p>
            <a:endParaRPr/>
          </a:p>
        </p:txBody>
      </p:sp>
      <p:sp>
        <p:nvSpPr>
          <p:cNvPr id="1382" name="Google Shape;1382;p55"/>
          <p:cNvSpPr txBox="1">
            <a:spLocks noGrp="1"/>
          </p:cNvSpPr>
          <p:nvPr>
            <p:ph type="subTitle" idx="7"/>
          </p:nvPr>
        </p:nvSpPr>
        <p:spPr>
          <a:xfrm>
            <a:off x="542300" y="3776125"/>
            <a:ext cx="489600" cy="432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100"/>
              <a:buNone/>
              <a:defRPr>
                <a:solidFill>
                  <a:schemeClr val="dk1"/>
                </a:solidFill>
              </a:defRPr>
            </a:lvl2pPr>
            <a:lvl3pPr lvl="2">
              <a:spcBef>
                <a:spcPts val="0"/>
              </a:spcBef>
              <a:spcAft>
                <a:spcPts val="0"/>
              </a:spcAft>
              <a:buClr>
                <a:schemeClr val="dk1"/>
              </a:buClr>
              <a:buSzPts val="1100"/>
              <a:buNone/>
              <a:defRPr>
                <a:solidFill>
                  <a:schemeClr val="dk1"/>
                </a:solidFill>
              </a:defRPr>
            </a:lvl3pPr>
            <a:lvl4pPr lvl="3">
              <a:spcBef>
                <a:spcPts val="0"/>
              </a:spcBef>
              <a:spcAft>
                <a:spcPts val="0"/>
              </a:spcAft>
              <a:buClr>
                <a:schemeClr val="dk1"/>
              </a:buClr>
              <a:buSzPts val="1100"/>
              <a:buNone/>
              <a:defRPr>
                <a:solidFill>
                  <a:schemeClr val="dk1"/>
                </a:solidFill>
              </a:defRPr>
            </a:lvl4pPr>
            <a:lvl5pPr lvl="4">
              <a:spcBef>
                <a:spcPts val="0"/>
              </a:spcBef>
              <a:spcAft>
                <a:spcPts val="0"/>
              </a:spcAft>
              <a:buClr>
                <a:schemeClr val="dk1"/>
              </a:buClr>
              <a:buSzPts val="1100"/>
              <a:buNone/>
              <a:defRPr>
                <a:solidFill>
                  <a:schemeClr val="dk1"/>
                </a:solidFill>
              </a:defRPr>
            </a:lvl5pPr>
            <a:lvl6pPr lvl="5">
              <a:spcBef>
                <a:spcPts val="0"/>
              </a:spcBef>
              <a:spcAft>
                <a:spcPts val="0"/>
              </a:spcAft>
              <a:buClr>
                <a:schemeClr val="dk1"/>
              </a:buClr>
              <a:buSzPts val="1100"/>
              <a:buNone/>
              <a:defRPr>
                <a:solidFill>
                  <a:schemeClr val="dk1"/>
                </a:solidFill>
              </a:defRPr>
            </a:lvl6pPr>
            <a:lvl7pPr lvl="6">
              <a:spcBef>
                <a:spcPts val="0"/>
              </a:spcBef>
              <a:spcAft>
                <a:spcPts val="0"/>
              </a:spcAft>
              <a:buClr>
                <a:schemeClr val="dk1"/>
              </a:buClr>
              <a:buSzPts val="1100"/>
              <a:buNone/>
              <a:defRPr>
                <a:solidFill>
                  <a:schemeClr val="dk1"/>
                </a:solidFill>
              </a:defRPr>
            </a:lvl7pPr>
            <a:lvl8pPr lvl="7">
              <a:spcBef>
                <a:spcPts val="0"/>
              </a:spcBef>
              <a:spcAft>
                <a:spcPts val="0"/>
              </a:spcAft>
              <a:buClr>
                <a:schemeClr val="dk1"/>
              </a:buClr>
              <a:buSzPts val="1100"/>
              <a:buNone/>
              <a:defRPr>
                <a:solidFill>
                  <a:schemeClr val="dk1"/>
                </a:solidFill>
              </a:defRPr>
            </a:lvl8pPr>
            <a:lvl9pPr lvl="8">
              <a:spcBef>
                <a:spcPts val="0"/>
              </a:spcBef>
              <a:spcAft>
                <a:spcPts val="0"/>
              </a:spcAft>
              <a:buClr>
                <a:schemeClr val="dk1"/>
              </a:buClr>
              <a:buSzPts val="1100"/>
              <a:buNone/>
              <a:defRPr>
                <a:solidFill>
                  <a:schemeClr val="dk1"/>
                </a:solidFill>
              </a:defRPr>
            </a:lvl9pPr>
          </a:lstStyle>
          <a:p>
            <a:endParaRPr/>
          </a:p>
        </p:txBody>
      </p:sp>
      <p:sp>
        <p:nvSpPr>
          <p:cNvPr id="1383" name="Google Shape;1383;p55"/>
          <p:cNvSpPr txBox="1">
            <a:spLocks noGrp="1"/>
          </p:cNvSpPr>
          <p:nvPr>
            <p:ph type="subTitle" idx="8"/>
          </p:nvPr>
        </p:nvSpPr>
        <p:spPr>
          <a:xfrm>
            <a:off x="4744375" y="3776125"/>
            <a:ext cx="489600" cy="432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100"/>
              <a:buNone/>
              <a:defRPr>
                <a:solidFill>
                  <a:schemeClr val="dk1"/>
                </a:solidFill>
              </a:defRPr>
            </a:lvl2pPr>
            <a:lvl3pPr lvl="2">
              <a:spcBef>
                <a:spcPts val="0"/>
              </a:spcBef>
              <a:spcAft>
                <a:spcPts val="0"/>
              </a:spcAft>
              <a:buClr>
                <a:schemeClr val="dk1"/>
              </a:buClr>
              <a:buSzPts val="1100"/>
              <a:buNone/>
              <a:defRPr>
                <a:solidFill>
                  <a:schemeClr val="dk1"/>
                </a:solidFill>
              </a:defRPr>
            </a:lvl3pPr>
            <a:lvl4pPr lvl="3">
              <a:spcBef>
                <a:spcPts val="0"/>
              </a:spcBef>
              <a:spcAft>
                <a:spcPts val="0"/>
              </a:spcAft>
              <a:buClr>
                <a:schemeClr val="dk1"/>
              </a:buClr>
              <a:buSzPts val="1100"/>
              <a:buNone/>
              <a:defRPr>
                <a:solidFill>
                  <a:schemeClr val="dk1"/>
                </a:solidFill>
              </a:defRPr>
            </a:lvl4pPr>
            <a:lvl5pPr lvl="4">
              <a:spcBef>
                <a:spcPts val="0"/>
              </a:spcBef>
              <a:spcAft>
                <a:spcPts val="0"/>
              </a:spcAft>
              <a:buClr>
                <a:schemeClr val="dk1"/>
              </a:buClr>
              <a:buSzPts val="1100"/>
              <a:buNone/>
              <a:defRPr>
                <a:solidFill>
                  <a:schemeClr val="dk1"/>
                </a:solidFill>
              </a:defRPr>
            </a:lvl5pPr>
            <a:lvl6pPr lvl="5">
              <a:spcBef>
                <a:spcPts val="0"/>
              </a:spcBef>
              <a:spcAft>
                <a:spcPts val="0"/>
              </a:spcAft>
              <a:buClr>
                <a:schemeClr val="dk1"/>
              </a:buClr>
              <a:buSzPts val="1100"/>
              <a:buNone/>
              <a:defRPr>
                <a:solidFill>
                  <a:schemeClr val="dk1"/>
                </a:solidFill>
              </a:defRPr>
            </a:lvl6pPr>
            <a:lvl7pPr lvl="6">
              <a:spcBef>
                <a:spcPts val="0"/>
              </a:spcBef>
              <a:spcAft>
                <a:spcPts val="0"/>
              </a:spcAft>
              <a:buClr>
                <a:schemeClr val="dk1"/>
              </a:buClr>
              <a:buSzPts val="1100"/>
              <a:buNone/>
              <a:defRPr>
                <a:solidFill>
                  <a:schemeClr val="dk1"/>
                </a:solidFill>
              </a:defRPr>
            </a:lvl7pPr>
            <a:lvl8pPr lvl="7">
              <a:spcBef>
                <a:spcPts val="0"/>
              </a:spcBef>
              <a:spcAft>
                <a:spcPts val="0"/>
              </a:spcAft>
              <a:buClr>
                <a:schemeClr val="dk1"/>
              </a:buClr>
              <a:buSzPts val="1100"/>
              <a:buNone/>
              <a:defRPr>
                <a:solidFill>
                  <a:schemeClr val="dk1"/>
                </a:solidFill>
              </a:defRPr>
            </a:lvl8pPr>
            <a:lvl9pPr lvl="8">
              <a:spcBef>
                <a:spcPts val="0"/>
              </a:spcBef>
              <a:spcAft>
                <a:spcPts val="0"/>
              </a:spcAft>
              <a:buClr>
                <a:schemeClr val="dk1"/>
              </a:buClr>
              <a:buSzPts val="1100"/>
              <a:buNone/>
              <a:defRPr>
                <a:solidFill>
                  <a:schemeClr val="dk1"/>
                </a:solidFill>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Slide Single Quiz Options 4 v2">
  <p:cSld name="CUSTOM_36">
    <p:spTree>
      <p:nvGrpSpPr>
        <p:cNvPr id="1" name="Shape 1384"/>
        <p:cNvGrpSpPr/>
        <p:nvPr/>
      </p:nvGrpSpPr>
      <p:grpSpPr>
        <a:xfrm>
          <a:off x="0" y="0"/>
          <a:ext cx="0" cy="0"/>
          <a:chOff x="0" y="0"/>
          <a:chExt cx="0" cy="0"/>
        </a:xfrm>
      </p:grpSpPr>
      <p:sp>
        <p:nvSpPr>
          <p:cNvPr id="1385" name="Google Shape;1385;p56"/>
          <p:cNvSpPr/>
          <p:nvPr/>
        </p:nvSpPr>
        <p:spPr>
          <a:xfrm>
            <a:off x="3909775" y="-27225"/>
            <a:ext cx="5234100" cy="5170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386" name="Google Shape;1386;p56"/>
          <p:cNvGrpSpPr/>
          <p:nvPr/>
        </p:nvGrpSpPr>
        <p:grpSpPr>
          <a:xfrm>
            <a:off x="7939157" y="-559388"/>
            <a:ext cx="1572280" cy="1572280"/>
            <a:chOff x="987244" y="313753"/>
            <a:chExt cx="555321" cy="555321"/>
          </a:xfrm>
        </p:grpSpPr>
        <p:grpSp>
          <p:nvGrpSpPr>
            <p:cNvPr id="1387" name="Google Shape;1387;p56"/>
            <p:cNvGrpSpPr/>
            <p:nvPr/>
          </p:nvGrpSpPr>
          <p:grpSpPr>
            <a:xfrm>
              <a:off x="1068575" y="395075"/>
              <a:ext cx="392675" cy="392675"/>
              <a:chOff x="458050" y="265600"/>
              <a:chExt cx="392675" cy="392675"/>
            </a:xfrm>
          </p:grpSpPr>
          <p:sp>
            <p:nvSpPr>
              <p:cNvPr id="1388" name="Google Shape;1388;p56"/>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89" name="Google Shape;1389;p56"/>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90" name="Google Shape;1390;p56"/>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91" name="Google Shape;1391;p56"/>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392" name="Google Shape;1392;p56"/>
            <p:cNvGrpSpPr/>
            <p:nvPr/>
          </p:nvGrpSpPr>
          <p:grpSpPr>
            <a:xfrm rot="-2700000">
              <a:off x="1068569" y="395078"/>
              <a:ext cx="392671" cy="392671"/>
              <a:chOff x="458050" y="265600"/>
              <a:chExt cx="392675" cy="392675"/>
            </a:xfrm>
          </p:grpSpPr>
          <p:sp>
            <p:nvSpPr>
              <p:cNvPr id="1393" name="Google Shape;1393;p56"/>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94" name="Google Shape;1394;p56"/>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95" name="Google Shape;1395;p56"/>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396" name="Google Shape;1396;p56"/>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sp>
        <p:nvSpPr>
          <p:cNvPr id="1397" name="Google Shape;1397;p56"/>
          <p:cNvSpPr/>
          <p:nvPr/>
        </p:nvSpPr>
        <p:spPr>
          <a:xfrm>
            <a:off x="3362526" y="4772899"/>
            <a:ext cx="1132200" cy="1132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398" name="Google Shape;1398;p56"/>
          <p:cNvGrpSpPr/>
          <p:nvPr/>
        </p:nvGrpSpPr>
        <p:grpSpPr>
          <a:xfrm rot="5400000">
            <a:off x="4164913" y="48982"/>
            <a:ext cx="230579" cy="230579"/>
            <a:chOff x="458050" y="265600"/>
            <a:chExt cx="392675" cy="392675"/>
          </a:xfrm>
        </p:grpSpPr>
        <p:sp>
          <p:nvSpPr>
            <p:cNvPr id="1399" name="Google Shape;1399;p56"/>
            <p:cNvSpPr/>
            <p:nvPr/>
          </p:nvSpPr>
          <p:spPr>
            <a:xfrm>
              <a:off x="638050" y="265600"/>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00" name="Google Shape;1400;p56"/>
            <p:cNvSpPr/>
            <p:nvPr/>
          </p:nvSpPr>
          <p:spPr>
            <a:xfrm>
              <a:off x="638050" y="5229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01" name="Google Shape;1401;p56"/>
            <p:cNvSpPr/>
            <p:nvPr/>
          </p:nvSpPr>
          <p:spPr>
            <a:xfrm rot="-5400000">
              <a:off x="509350"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02" name="Google Shape;1402;p56"/>
            <p:cNvSpPr/>
            <p:nvPr/>
          </p:nvSpPr>
          <p:spPr>
            <a:xfrm rot="-5400000">
              <a:off x="766725"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403" name="Google Shape;1403;p56"/>
          <p:cNvGrpSpPr/>
          <p:nvPr/>
        </p:nvGrpSpPr>
        <p:grpSpPr>
          <a:xfrm rot="5400000">
            <a:off x="3985952" y="276513"/>
            <a:ext cx="230579" cy="230579"/>
            <a:chOff x="458050" y="265600"/>
            <a:chExt cx="392675" cy="392675"/>
          </a:xfrm>
        </p:grpSpPr>
        <p:sp>
          <p:nvSpPr>
            <p:cNvPr id="1404" name="Google Shape;1404;p56"/>
            <p:cNvSpPr/>
            <p:nvPr/>
          </p:nvSpPr>
          <p:spPr>
            <a:xfrm>
              <a:off x="638050" y="265600"/>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05" name="Google Shape;1405;p56"/>
            <p:cNvSpPr/>
            <p:nvPr/>
          </p:nvSpPr>
          <p:spPr>
            <a:xfrm>
              <a:off x="638050" y="5229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06" name="Google Shape;1406;p56"/>
            <p:cNvSpPr/>
            <p:nvPr/>
          </p:nvSpPr>
          <p:spPr>
            <a:xfrm rot="-5400000">
              <a:off x="509350"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07" name="Google Shape;1407;p56"/>
            <p:cNvSpPr/>
            <p:nvPr/>
          </p:nvSpPr>
          <p:spPr>
            <a:xfrm rot="-5400000">
              <a:off x="766725"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408" name="Google Shape;1408;p56"/>
          <p:cNvGrpSpPr/>
          <p:nvPr/>
        </p:nvGrpSpPr>
        <p:grpSpPr>
          <a:xfrm rot="5400000">
            <a:off x="44813" y="4583832"/>
            <a:ext cx="230579" cy="230579"/>
            <a:chOff x="458050" y="265600"/>
            <a:chExt cx="392675" cy="392675"/>
          </a:xfrm>
        </p:grpSpPr>
        <p:sp>
          <p:nvSpPr>
            <p:cNvPr id="1409" name="Google Shape;1409;p56"/>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10" name="Google Shape;1410;p56"/>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11" name="Google Shape;1411;p56"/>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12" name="Google Shape;1412;p56"/>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413" name="Google Shape;1413;p56"/>
          <p:cNvGrpSpPr/>
          <p:nvPr/>
        </p:nvGrpSpPr>
        <p:grpSpPr>
          <a:xfrm rot="5400000">
            <a:off x="44827" y="4857688"/>
            <a:ext cx="230579" cy="230579"/>
            <a:chOff x="458050" y="265600"/>
            <a:chExt cx="392675" cy="392675"/>
          </a:xfrm>
        </p:grpSpPr>
        <p:sp>
          <p:nvSpPr>
            <p:cNvPr id="1414" name="Google Shape;1414;p56"/>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15" name="Google Shape;1415;p56"/>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16" name="Google Shape;1416;p56"/>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17" name="Google Shape;1417;p56"/>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418" name="Google Shape;1418;p56"/>
          <p:cNvGrpSpPr/>
          <p:nvPr/>
        </p:nvGrpSpPr>
        <p:grpSpPr>
          <a:xfrm rot="5400000">
            <a:off x="275388" y="4742007"/>
            <a:ext cx="230579" cy="230579"/>
            <a:chOff x="458050" y="265600"/>
            <a:chExt cx="392675" cy="392675"/>
          </a:xfrm>
        </p:grpSpPr>
        <p:sp>
          <p:nvSpPr>
            <p:cNvPr id="1419" name="Google Shape;1419;p56"/>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20" name="Google Shape;1420;p56"/>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21" name="Google Shape;1421;p56"/>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22" name="Google Shape;1422;p56"/>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423" name="Google Shape;1423;p56"/>
          <p:cNvGrpSpPr/>
          <p:nvPr/>
        </p:nvGrpSpPr>
        <p:grpSpPr>
          <a:xfrm rot="5400000">
            <a:off x="275402" y="5015863"/>
            <a:ext cx="230579" cy="230579"/>
            <a:chOff x="458050" y="265600"/>
            <a:chExt cx="392675" cy="392675"/>
          </a:xfrm>
        </p:grpSpPr>
        <p:sp>
          <p:nvSpPr>
            <p:cNvPr id="1424" name="Google Shape;1424;p56"/>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25" name="Google Shape;1425;p56"/>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26" name="Google Shape;1426;p56"/>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27" name="Google Shape;1427;p56"/>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1428" name="Google Shape;1428;p56"/>
          <p:cNvSpPr txBox="1">
            <a:spLocks noGrp="1"/>
          </p:cNvSpPr>
          <p:nvPr>
            <p:ph type="title"/>
          </p:nvPr>
        </p:nvSpPr>
        <p:spPr>
          <a:xfrm>
            <a:off x="566250" y="2285400"/>
            <a:ext cx="2975100" cy="572700"/>
          </a:xfrm>
          <a:prstGeom prst="rect">
            <a:avLst/>
          </a:prstGeom>
        </p:spPr>
        <p:txBody>
          <a:bodyPr spcFirstLastPara="1" wrap="square" lIns="0" tIns="0" rIns="0" bIns="0"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429" name="Google Shape;1429;p56"/>
          <p:cNvSpPr/>
          <p:nvPr/>
        </p:nvSpPr>
        <p:spPr>
          <a:xfrm>
            <a:off x="5224525" y="699375"/>
            <a:ext cx="2604600" cy="730500"/>
          </a:xfrm>
          <a:prstGeom prst="snip2DiagRect">
            <a:avLst>
              <a:gd name="adj1" fmla="val 0"/>
              <a:gd name="adj2"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430" name="Google Shape;1430;p56"/>
          <p:cNvSpPr/>
          <p:nvPr/>
        </p:nvSpPr>
        <p:spPr>
          <a:xfrm>
            <a:off x="5224525" y="1704125"/>
            <a:ext cx="2604600" cy="730500"/>
          </a:xfrm>
          <a:prstGeom prst="snip2DiagRect">
            <a:avLst>
              <a:gd name="adj1" fmla="val 0"/>
              <a:gd name="adj2"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431" name="Google Shape;1431;p56"/>
          <p:cNvSpPr/>
          <p:nvPr/>
        </p:nvSpPr>
        <p:spPr>
          <a:xfrm>
            <a:off x="5224525" y="2708875"/>
            <a:ext cx="2604600" cy="730500"/>
          </a:xfrm>
          <a:prstGeom prst="snip2DiagRect">
            <a:avLst>
              <a:gd name="adj1" fmla="val 0"/>
              <a:gd name="adj2" fmla="val 16667"/>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432" name="Google Shape;1432;p56"/>
          <p:cNvSpPr/>
          <p:nvPr/>
        </p:nvSpPr>
        <p:spPr>
          <a:xfrm>
            <a:off x="5224525" y="3713625"/>
            <a:ext cx="2604600" cy="730500"/>
          </a:xfrm>
          <a:prstGeom prst="snip2DiagRect">
            <a:avLst>
              <a:gd name="adj1" fmla="val 0"/>
              <a:gd name="adj2" fmla="val 16667"/>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433" name="Google Shape;1433;p56"/>
          <p:cNvSpPr txBox="1">
            <a:spLocks noGrp="1"/>
          </p:cNvSpPr>
          <p:nvPr>
            <p:ph type="body" idx="1"/>
          </p:nvPr>
        </p:nvSpPr>
        <p:spPr>
          <a:xfrm>
            <a:off x="5862914" y="825225"/>
            <a:ext cx="1830000" cy="4839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dk1"/>
              </a:buClr>
              <a:buSzPts val="1100"/>
              <a:buChar char="●"/>
              <a:defRPr>
                <a:solidFill>
                  <a:schemeClr val="dk1"/>
                </a:solidFill>
              </a:defRPr>
            </a:lvl1pPr>
            <a:lvl2pPr marL="914400" lvl="1" indent="-298450">
              <a:spcBef>
                <a:spcPts val="0"/>
              </a:spcBef>
              <a:spcAft>
                <a:spcPts val="0"/>
              </a:spcAft>
              <a:buClr>
                <a:schemeClr val="dk1"/>
              </a:buClr>
              <a:buSzPts val="1100"/>
              <a:buChar char="○"/>
              <a:defRPr>
                <a:solidFill>
                  <a:schemeClr val="dk1"/>
                </a:solidFill>
              </a:defRPr>
            </a:lvl2pPr>
            <a:lvl3pPr marL="1371600" lvl="2" indent="-298450">
              <a:spcBef>
                <a:spcPts val="0"/>
              </a:spcBef>
              <a:spcAft>
                <a:spcPts val="0"/>
              </a:spcAft>
              <a:buClr>
                <a:schemeClr val="dk1"/>
              </a:buClr>
              <a:buSzPts val="1100"/>
              <a:buChar char="■"/>
              <a:defRPr>
                <a:solidFill>
                  <a:schemeClr val="dk1"/>
                </a:solidFill>
              </a:defRPr>
            </a:lvl3pPr>
            <a:lvl4pPr marL="1828800" lvl="3" indent="-298450">
              <a:spcBef>
                <a:spcPts val="0"/>
              </a:spcBef>
              <a:spcAft>
                <a:spcPts val="0"/>
              </a:spcAft>
              <a:buClr>
                <a:schemeClr val="dk1"/>
              </a:buClr>
              <a:buSzPts val="1100"/>
              <a:buChar char="●"/>
              <a:defRPr>
                <a:solidFill>
                  <a:schemeClr val="dk1"/>
                </a:solidFill>
              </a:defRPr>
            </a:lvl4pPr>
            <a:lvl5pPr marL="2286000" lvl="4" indent="-298450">
              <a:spcBef>
                <a:spcPts val="0"/>
              </a:spcBef>
              <a:spcAft>
                <a:spcPts val="0"/>
              </a:spcAft>
              <a:buClr>
                <a:schemeClr val="dk1"/>
              </a:buClr>
              <a:buSzPts val="1100"/>
              <a:buChar char="○"/>
              <a:defRPr>
                <a:solidFill>
                  <a:schemeClr val="dk1"/>
                </a:solidFill>
              </a:defRPr>
            </a:lvl5pPr>
            <a:lvl6pPr marL="2743200" lvl="5" indent="-298450">
              <a:spcBef>
                <a:spcPts val="0"/>
              </a:spcBef>
              <a:spcAft>
                <a:spcPts val="0"/>
              </a:spcAft>
              <a:buClr>
                <a:schemeClr val="dk1"/>
              </a:buClr>
              <a:buSzPts val="1100"/>
              <a:buChar char="■"/>
              <a:defRPr>
                <a:solidFill>
                  <a:schemeClr val="dk1"/>
                </a:solidFill>
              </a:defRPr>
            </a:lvl6pPr>
            <a:lvl7pPr marL="3200400" lvl="6" indent="-298450">
              <a:spcBef>
                <a:spcPts val="0"/>
              </a:spcBef>
              <a:spcAft>
                <a:spcPts val="0"/>
              </a:spcAft>
              <a:buClr>
                <a:schemeClr val="dk1"/>
              </a:buClr>
              <a:buSzPts val="1100"/>
              <a:buChar char="●"/>
              <a:defRPr>
                <a:solidFill>
                  <a:schemeClr val="dk1"/>
                </a:solidFill>
              </a:defRPr>
            </a:lvl7pPr>
            <a:lvl8pPr marL="3657600" lvl="7" indent="-298450">
              <a:spcBef>
                <a:spcPts val="0"/>
              </a:spcBef>
              <a:spcAft>
                <a:spcPts val="0"/>
              </a:spcAft>
              <a:buClr>
                <a:schemeClr val="dk1"/>
              </a:buClr>
              <a:buSzPts val="1100"/>
              <a:buChar char="○"/>
              <a:defRPr>
                <a:solidFill>
                  <a:schemeClr val="dk1"/>
                </a:solidFill>
              </a:defRPr>
            </a:lvl8pPr>
            <a:lvl9pPr marL="4114800" lvl="8" indent="-298450">
              <a:spcBef>
                <a:spcPts val="0"/>
              </a:spcBef>
              <a:spcAft>
                <a:spcPts val="0"/>
              </a:spcAft>
              <a:buClr>
                <a:schemeClr val="dk1"/>
              </a:buClr>
              <a:buSzPts val="1100"/>
              <a:buChar char="■"/>
              <a:defRPr>
                <a:solidFill>
                  <a:schemeClr val="dk1"/>
                </a:solidFill>
              </a:defRPr>
            </a:lvl9pPr>
          </a:lstStyle>
          <a:p>
            <a:endParaRPr/>
          </a:p>
        </p:txBody>
      </p:sp>
      <p:sp>
        <p:nvSpPr>
          <p:cNvPr id="1434" name="Google Shape;1434;p56"/>
          <p:cNvSpPr txBox="1">
            <a:spLocks noGrp="1"/>
          </p:cNvSpPr>
          <p:nvPr>
            <p:ph type="body" idx="2"/>
          </p:nvPr>
        </p:nvSpPr>
        <p:spPr>
          <a:xfrm>
            <a:off x="5860050" y="1827425"/>
            <a:ext cx="1830000" cy="4839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dk1"/>
              </a:buClr>
              <a:buSzPts val="1100"/>
              <a:buChar char="●"/>
              <a:defRPr>
                <a:solidFill>
                  <a:schemeClr val="dk1"/>
                </a:solidFill>
              </a:defRPr>
            </a:lvl1pPr>
            <a:lvl2pPr marL="914400" lvl="1" indent="-298450">
              <a:spcBef>
                <a:spcPts val="0"/>
              </a:spcBef>
              <a:spcAft>
                <a:spcPts val="0"/>
              </a:spcAft>
              <a:buClr>
                <a:schemeClr val="dk1"/>
              </a:buClr>
              <a:buSzPts val="1100"/>
              <a:buChar char="○"/>
              <a:defRPr>
                <a:solidFill>
                  <a:schemeClr val="dk1"/>
                </a:solidFill>
              </a:defRPr>
            </a:lvl2pPr>
            <a:lvl3pPr marL="1371600" lvl="2" indent="-298450">
              <a:spcBef>
                <a:spcPts val="0"/>
              </a:spcBef>
              <a:spcAft>
                <a:spcPts val="0"/>
              </a:spcAft>
              <a:buClr>
                <a:schemeClr val="dk1"/>
              </a:buClr>
              <a:buSzPts val="1100"/>
              <a:buChar char="■"/>
              <a:defRPr>
                <a:solidFill>
                  <a:schemeClr val="dk1"/>
                </a:solidFill>
              </a:defRPr>
            </a:lvl3pPr>
            <a:lvl4pPr marL="1828800" lvl="3" indent="-298450">
              <a:spcBef>
                <a:spcPts val="0"/>
              </a:spcBef>
              <a:spcAft>
                <a:spcPts val="0"/>
              </a:spcAft>
              <a:buClr>
                <a:schemeClr val="dk1"/>
              </a:buClr>
              <a:buSzPts val="1100"/>
              <a:buChar char="●"/>
              <a:defRPr>
                <a:solidFill>
                  <a:schemeClr val="dk1"/>
                </a:solidFill>
              </a:defRPr>
            </a:lvl4pPr>
            <a:lvl5pPr marL="2286000" lvl="4" indent="-298450">
              <a:spcBef>
                <a:spcPts val="0"/>
              </a:spcBef>
              <a:spcAft>
                <a:spcPts val="0"/>
              </a:spcAft>
              <a:buClr>
                <a:schemeClr val="dk1"/>
              </a:buClr>
              <a:buSzPts val="1100"/>
              <a:buChar char="○"/>
              <a:defRPr>
                <a:solidFill>
                  <a:schemeClr val="dk1"/>
                </a:solidFill>
              </a:defRPr>
            </a:lvl5pPr>
            <a:lvl6pPr marL="2743200" lvl="5" indent="-298450">
              <a:spcBef>
                <a:spcPts val="0"/>
              </a:spcBef>
              <a:spcAft>
                <a:spcPts val="0"/>
              </a:spcAft>
              <a:buClr>
                <a:schemeClr val="dk1"/>
              </a:buClr>
              <a:buSzPts val="1100"/>
              <a:buChar char="■"/>
              <a:defRPr>
                <a:solidFill>
                  <a:schemeClr val="dk1"/>
                </a:solidFill>
              </a:defRPr>
            </a:lvl6pPr>
            <a:lvl7pPr marL="3200400" lvl="6" indent="-298450">
              <a:spcBef>
                <a:spcPts val="0"/>
              </a:spcBef>
              <a:spcAft>
                <a:spcPts val="0"/>
              </a:spcAft>
              <a:buClr>
                <a:schemeClr val="dk1"/>
              </a:buClr>
              <a:buSzPts val="1100"/>
              <a:buChar char="●"/>
              <a:defRPr>
                <a:solidFill>
                  <a:schemeClr val="dk1"/>
                </a:solidFill>
              </a:defRPr>
            </a:lvl7pPr>
            <a:lvl8pPr marL="3657600" lvl="7" indent="-298450">
              <a:spcBef>
                <a:spcPts val="0"/>
              </a:spcBef>
              <a:spcAft>
                <a:spcPts val="0"/>
              </a:spcAft>
              <a:buClr>
                <a:schemeClr val="dk1"/>
              </a:buClr>
              <a:buSzPts val="1100"/>
              <a:buChar char="○"/>
              <a:defRPr>
                <a:solidFill>
                  <a:schemeClr val="dk1"/>
                </a:solidFill>
              </a:defRPr>
            </a:lvl8pPr>
            <a:lvl9pPr marL="4114800" lvl="8" indent="-298450">
              <a:spcBef>
                <a:spcPts val="0"/>
              </a:spcBef>
              <a:spcAft>
                <a:spcPts val="0"/>
              </a:spcAft>
              <a:buClr>
                <a:schemeClr val="dk1"/>
              </a:buClr>
              <a:buSzPts val="1100"/>
              <a:buChar char="■"/>
              <a:defRPr>
                <a:solidFill>
                  <a:schemeClr val="dk1"/>
                </a:solidFill>
              </a:defRPr>
            </a:lvl9pPr>
          </a:lstStyle>
          <a:p>
            <a:endParaRPr/>
          </a:p>
        </p:txBody>
      </p:sp>
      <p:sp>
        <p:nvSpPr>
          <p:cNvPr id="1435" name="Google Shape;1435;p56"/>
          <p:cNvSpPr txBox="1">
            <a:spLocks noGrp="1"/>
          </p:cNvSpPr>
          <p:nvPr>
            <p:ph type="body" idx="3"/>
          </p:nvPr>
        </p:nvSpPr>
        <p:spPr>
          <a:xfrm>
            <a:off x="5860050" y="2845138"/>
            <a:ext cx="1830000" cy="4839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dk1"/>
              </a:buClr>
              <a:buSzPts val="1100"/>
              <a:buChar char="●"/>
              <a:defRPr>
                <a:solidFill>
                  <a:schemeClr val="dk1"/>
                </a:solidFill>
              </a:defRPr>
            </a:lvl1pPr>
            <a:lvl2pPr marL="914400" lvl="1" indent="-298450">
              <a:spcBef>
                <a:spcPts val="0"/>
              </a:spcBef>
              <a:spcAft>
                <a:spcPts val="0"/>
              </a:spcAft>
              <a:buClr>
                <a:schemeClr val="dk1"/>
              </a:buClr>
              <a:buSzPts val="1100"/>
              <a:buChar char="○"/>
              <a:defRPr>
                <a:solidFill>
                  <a:schemeClr val="dk1"/>
                </a:solidFill>
              </a:defRPr>
            </a:lvl2pPr>
            <a:lvl3pPr marL="1371600" lvl="2" indent="-298450">
              <a:spcBef>
                <a:spcPts val="0"/>
              </a:spcBef>
              <a:spcAft>
                <a:spcPts val="0"/>
              </a:spcAft>
              <a:buClr>
                <a:schemeClr val="dk1"/>
              </a:buClr>
              <a:buSzPts val="1100"/>
              <a:buChar char="■"/>
              <a:defRPr>
                <a:solidFill>
                  <a:schemeClr val="dk1"/>
                </a:solidFill>
              </a:defRPr>
            </a:lvl3pPr>
            <a:lvl4pPr marL="1828800" lvl="3" indent="-298450">
              <a:spcBef>
                <a:spcPts val="0"/>
              </a:spcBef>
              <a:spcAft>
                <a:spcPts val="0"/>
              </a:spcAft>
              <a:buClr>
                <a:schemeClr val="dk1"/>
              </a:buClr>
              <a:buSzPts val="1100"/>
              <a:buChar char="●"/>
              <a:defRPr>
                <a:solidFill>
                  <a:schemeClr val="dk1"/>
                </a:solidFill>
              </a:defRPr>
            </a:lvl4pPr>
            <a:lvl5pPr marL="2286000" lvl="4" indent="-298450">
              <a:spcBef>
                <a:spcPts val="0"/>
              </a:spcBef>
              <a:spcAft>
                <a:spcPts val="0"/>
              </a:spcAft>
              <a:buClr>
                <a:schemeClr val="dk1"/>
              </a:buClr>
              <a:buSzPts val="1100"/>
              <a:buChar char="○"/>
              <a:defRPr>
                <a:solidFill>
                  <a:schemeClr val="dk1"/>
                </a:solidFill>
              </a:defRPr>
            </a:lvl5pPr>
            <a:lvl6pPr marL="2743200" lvl="5" indent="-298450">
              <a:spcBef>
                <a:spcPts val="0"/>
              </a:spcBef>
              <a:spcAft>
                <a:spcPts val="0"/>
              </a:spcAft>
              <a:buClr>
                <a:schemeClr val="dk1"/>
              </a:buClr>
              <a:buSzPts val="1100"/>
              <a:buChar char="■"/>
              <a:defRPr>
                <a:solidFill>
                  <a:schemeClr val="dk1"/>
                </a:solidFill>
              </a:defRPr>
            </a:lvl6pPr>
            <a:lvl7pPr marL="3200400" lvl="6" indent="-298450">
              <a:spcBef>
                <a:spcPts val="0"/>
              </a:spcBef>
              <a:spcAft>
                <a:spcPts val="0"/>
              </a:spcAft>
              <a:buClr>
                <a:schemeClr val="dk1"/>
              </a:buClr>
              <a:buSzPts val="1100"/>
              <a:buChar char="●"/>
              <a:defRPr>
                <a:solidFill>
                  <a:schemeClr val="dk1"/>
                </a:solidFill>
              </a:defRPr>
            </a:lvl7pPr>
            <a:lvl8pPr marL="3657600" lvl="7" indent="-298450">
              <a:spcBef>
                <a:spcPts val="0"/>
              </a:spcBef>
              <a:spcAft>
                <a:spcPts val="0"/>
              </a:spcAft>
              <a:buClr>
                <a:schemeClr val="dk1"/>
              </a:buClr>
              <a:buSzPts val="1100"/>
              <a:buChar char="○"/>
              <a:defRPr>
                <a:solidFill>
                  <a:schemeClr val="dk1"/>
                </a:solidFill>
              </a:defRPr>
            </a:lvl8pPr>
            <a:lvl9pPr marL="4114800" lvl="8" indent="-298450">
              <a:spcBef>
                <a:spcPts val="0"/>
              </a:spcBef>
              <a:spcAft>
                <a:spcPts val="0"/>
              </a:spcAft>
              <a:buClr>
                <a:schemeClr val="dk1"/>
              </a:buClr>
              <a:buSzPts val="1100"/>
              <a:buChar char="■"/>
              <a:defRPr>
                <a:solidFill>
                  <a:schemeClr val="dk1"/>
                </a:solidFill>
              </a:defRPr>
            </a:lvl9pPr>
          </a:lstStyle>
          <a:p>
            <a:endParaRPr/>
          </a:p>
        </p:txBody>
      </p:sp>
      <p:sp>
        <p:nvSpPr>
          <p:cNvPr id="1436" name="Google Shape;1436;p56"/>
          <p:cNvSpPr txBox="1">
            <a:spLocks noGrp="1"/>
          </p:cNvSpPr>
          <p:nvPr>
            <p:ph type="body" idx="4"/>
          </p:nvPr>
        </p:nvSpPr>
        <p:spPr>
          <a:xfrm>
            <a:off x="5860050" y="3836925"/>
            <a:ext cx="1830000" cy="4839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dk1"/>
              </a:buClr>
              <a:buSzPts val="1100"/>
              <a:buChar char="●"/>
              <a:defRPr>
                <a:solidFill>
                  <a:schemeClr val="dk1"/>
                </a:solidFill>
              </a:defRPr>
            </a:lvl1pPr>
            <a:lvl2pPr marL="914400" lvl="1" indent="-298450">
              <a:spcBef>
                <a:spcPts val="0"/>
              </a:spcBef>
              <a:spcAft>
                <a:spcPts val="0"/>
              </a:spcAft>
              <a:buClr>
                <a:schemeClr val="dk1"/>
              </a:buClr>
              <a:buSzPts val="1100"/>
              <a:buChar char="○"/>
              <a:defRPr>
                <a:solidFill>
                  <a:schemeClr val="dk1"/>
                </a:solidFill>
              </a:defRPr>
            </a:lvl2pPr>
            <a:lvl3pPr marL="1371600" lvl="2" indent="-298450">
              <a:spcBef>
                <a:spcPts val="0"/>
              </a:spcBef>
              <a:spcAft>
                <a:spcPts val="0"/>
              </a:spcAft>
              <a:buClr>
                <a:schemeClr val="dk1"/>
              </a:buClr>
              <a:buSzPts val="1100"/>
              <a:buChar char="■"/>
              <a:defRPr>
                <a:solidFill>
                  <a:schemeClr val="dk1"/>
                </a:solidFill>
              </a:defRPr>
            </a:lvl3pPr>
            <a:lvl4pPr marL="1828800" lvl="3" indent="-298450">
              <a:spcBef>
                <a:spcPts val="0"/>
              </a:spcBef>
              <a:spcAft>
                <a:spcPts val="0"/>
              </a:spcAft>
              <a:buClr>
                <a:schemeClr val="dk1"/>
              </a:buClr>
              <a:buSzPts val="1100"/>
              <a:buChar char="●"/>
              <a:defRPr>
                <a:solidFill>
                  <a:schemeClr val="dk1"/>
                </a:solidFill>
              </a:defRPr>
            </a:lvl4pPr>
            <a:lvl5pPr marL="2286000" lvl="4" indent="-298450">
              <a:spcBef>
                <a:spcPts val="0"/>
              </a:spcBef>
              <a:spcAft>
                <a:spcPts val="0"/>
              </a:spcAft>
              <a:buClr>
                <a:schemeClr val="dk1"/>
              </a:buClr>
              <a:buSzPts val="1100"/>
              <a:buChar char="○"/>
              <a:defRPr>
                <a:solidFill>
                  <a:schemeClr val="dk1"/>
                </a:solidFill>
              </a:defRPr>
            </a:lvl5pPr>
            <a:lvl6pPr marL="2743200" lvl="5" indent="-298450">
              <a:spcBef>
                <a:spcPts val="0"/>
              </a:spcBef>
              <a:spcAft>
                <a:spcPts val="0"/>
              </a:spcAft>
              <a:buClr>
                <a:schemeClr val="dk1"/>
              </a:buClr>
              <a:buSzPts val="1100"/>
              <a:buChar char="■"/>
              <a:defRPr>
                <a:solidFill>
                  <a:schemeClr val="dk1"/>
                </a:solidFill>
              </a:defRPr>
            </a:lvl6pPr>
            <a:lvl7pPr marL="3200400" lvl="6" indent="-298450">
              <a:spcBef>
                <a:spcPts val="0"/>
              </a:spcBef>
              <a:spcAft>
                <a:spcPts val="0"/>
              </a:spcAft>
              <a:buClr>
                <a:schemeClr val="dk1"/>
              </a:buClr>
              <a:buSzPts val="1100"/>
              <a:buChar char="●"/>
              <a:defRPr>
                <a:solidFill>
                  <a:schemeClr val="dk1"/>
                </a:solidFill>
              </a:defRPr>
            </a:lvl7pPr>
            <a:lvl8pPr marL="3657600" lvl="7" indent="-298450">
              <a:spcBef>
                <a:spcPts val="0"/>
              </a:spcBef>
              <a:spcAft>
                <a:spcPts val="0"/>
              </a:spcAft>
              <a:buClr>
                <a:schemeClr val="dk1"/>
              </a:buClr>
              <a:buSzPts val="1100"/>
              <a:buChar char="○"/>
              <a:defRPr>
                <a:solidFill>
                  <a:schemeClr val="dk1"/>
                </a:solidFill>
              </a:defRPr>
            </a:lvl8pPr>
            <a:lvl9pPr marL="4114800" lvl="8" indent="-298450">
              <a:spcBef>
                <a:spcPts val="0"/>
              </a:spcBef>
              <a:spcAft>
                <a:spcPts val="0"/>
              </a:spcAft>
              <a:buClr>
                <a:schemeClr val="dk1"/>
              </a:buClr>
              <a:buSzPts val="1100"/>
              <a:buChar char="■"/>
              <a:defRPr>
                <a:solidFill>
                  <a:schemeClr val="dk1"/>
                </a:solidFill>
              </a:defRPr>
            </a:lvl9pPr>
          </a:lstStyle>
          <a:p>
            <a:endParaRPr/>
          </a:p>
        </p:txBody>
      </p:sp>
      <p:sp>
        <p:nvSpPr>
          <p:cNvPr id="1437" name="Google Shape;1437;p56"/>
          <p:cNvSpPr txBox="1">
            <a:spLocks noGrp="1"/>
          </p:cNvSpPr>
          <p:nvPr>
            <p:ph type="subTitle" idx="5"/>
          </p:nvPr>
        </p:nvSpPr>
        <p:spPr>
          <a:xfrm>
            <a:off x="5357325" y="851400"/>
            <a:ext cx="455400" cy="4422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100"/>
              <a:buNone/>
              <a:defRPr>
                <a:solidFill>
                  <a:schemeClr val="dk1"/>
                </a:solidFill>
              </a:defRPr>
            </a:lvl2pPr>
            <a:lvl3pPr lvl="2" algn="ctr">
              <a:spcBef>
                <a:spcPts val="0"/>
              </a:spcBef>
              <a:spcAft>
                <a:spcPts val="0"/>
              </a:spcAft>
              <a:buClr>
                <a:schemeClr val="dk1"/>
              </a:buClr>
              <a:buSzPts val="1100"/>
              <a:buNone/>
              <a:defRPr>
                <a:solidFill>
                  <a:schemeClr val="dk1"/>
                </a:solidFill>
              </a:defRPr>
            </a:lvl3pPr>
            <a:lvl4pPr lvl="3" algn="ctr">
              <a:spcBef>
                <a:spcPts val="0"/>
              </a:spcBef>
              <a:spcAft>
                <a:spcPts val="0"/>
              </a:spcAft>
              <a:buClr>
                <a:schemeClr val="dk1"/>
              </a:buClr>
              <a:buSzPts val="1100"/>
              <a:buNone/>
              <a:defRPr>
                <a:solidFill>
                  <a:schemeClr val="dk1"/>
                </a:solidFill>
              </a:defRPr>
            </a:lvl4pPr>
            <a:lvl5pPr lvl="4" algn="ctr">
              <a:spcBef>
                <a:spcPts val="0"/>
              </a:spcBef>
              <a:spcAft>
                <a:spcPts val="0"/>
              </a:spcAft>
              <a:buClr>
                <a:schemeClr val="dk1"/>
              </a:buClr>
              <a:buSzPts val="1100"/>
              <a:buNone/>
              <a:defRPr>
                <a:solidFill>
                  <a:schemeClr val="dk1"/>
                </a:solidFill>
              </a:defRPr>
            </a:lvl5pPr>
            <a:lvl6pPr lvl="5" algn="ctr">
              <a:spcBef>
                <a:spcPts val="0"/>
              </a:spcBef>
              <a:spcAft>
                <a:spcPts val="0"/>
              </a:spcAft>
              <a:buClr>
                <a:schemeClr val="dk1"/>
              </a:buClr>
              <a:buSzPts val="1100"/>
              <a:buNone/>
              <a:defRPr>
                <a:solidFill>
                  <a:schemeClr val="dk1"/>
                </a:solidFill>
              </a:defRPr>
            </a:lvl6pPr>
            <a:lvl7pPr lvl="6" algn="ctr">
              <a:spcBef>
                <a:spcPts val="0"/>
              </a:spcBef>
              <a:spcAft>
                <a:spcPts val="0"/>
              </a:spcAft>
              <a:buClr>
                <a:schemeClr val="dk1"/>
              </a:buClr>
              <a:buSzPts val="1100"/>
              <a:buNone/>
              <a:defRPr>
                <a:solidFill>
                  <a:schemeClr val="dk1"/>
                </a:solidFill>
              </a:defRPr>
            </a:lvl7pPr>
            <a:lvl8pPr lvl="7" algn="ctr">
              <a:spcBef>
                <a:spcPts val="0"/>
              </a:spcBef>
              <a:spcAft>
                <a:spcPts val="0"/>
              </a:spcAft>
              <a:buClr>
                <a:schemeClr val="dk1"/>
              </a:buClr>
              <a:buSzPts val="1100"/>
              <a:buNone/>
              <a:defRPr>
                <a:solidFill>
                  <a:schemeClr val="dk1"/>
                </a:solidFill>
              </a:defRPr>
            </a:lvl8pPr>
            <a:lvl9pPr lvl="8" algn="ctr">
              <a:spcBef>
                <a:spcPts val="0"/>
              </a:spcBef>
              <a:spcAft>
                <a:spcPts val="0"/>
              </a:spcAft>
              <a:buClr>
                <a:schemeClr val="dk1"/>
              </a:buClr>
              <a:buSzPts val="1100"/>
              <a:buNone/>
              <a:defRPr>
                <a:solidFill>
                  <a:schemeClr val="dk1"/>
                </a:solidFill>
              </a:defRPr>
            </a:lvl9pPr>
          </a:lstStyle>
          <a:p>
            <a:endParaRPr/>
          </a:p>
        </p:txBody>
      </p:sp>
      <p:sp>
        <p:nvSpPr>
          <p:cNvPr id="1438" name="Google Shape;1438;p56"/>
          <p:cNvSpPr txBox="1">
            <a:spLocks noGrp="1"/>
          </p:cNvSpPr>
          <p:nvPr>
            <p:ph type="subTitle" idx="6"/>
          </p:nvPr>
        </p:nvSpPr>
        <p:spPr>
          <a:xfrm>
            <a:off x="5357325" y="1848275"/>
            <a:ext cx="455400" cy="4422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100"/>
              <a:buNone/>
              <a:defRPr>
                <a:solidFill>
                  <a:schemeClr val="dk1"/>
                </a:solidFill>
              </a:defRPr>
            </a:lvl2pPr>
            <a:lvl3pPr lvl="2" algn="ctr">
              <a:spcBef>
                <a:spcPts val="0"/>
              </a:spcBef>
              <a:spcAft>
                <a:spcPts val="0"/>
              </a:spcAft>
              <a:buClr>
                <a:schemeClr val="dk1"/>
              </a:buClr>
              <a:buSzPts val="1100"/>
              <a:buNone/>
              <a:defRPr>
                <a:solidFill>
                  <a:schemeClr val="dk1"/>
                </a:solidFill>
              </a:defRPr>
            </a:lvl3pPr>
            <a:lvl4pPr lvl="3" algn="ctr">
              <a:spcBef>
                <a:spcPts val="0"/>
              </a:spcBef>
              <a:spcAft>
                <a:spcPts val="0"/>
              </a:spcAft>
              <a:buClr>
                <a:schemeClr val="dk1"/>
              </a:buClr>
              <a:buSzPts val="1100"/>
              <a:buNone/>
              <a:defRPr>
                <a:solidFill>
                  <a:schemeClr val="dk1"/>
                </a:solidFill>
              </a:defRPr>
            </a:lvl4pPr>
            <a:lvl5pPr lvl="4" algn="ctr">
              <a:spcBef>
                <a:spcPts val="0"/>
              </a:spcBef>
              <a:spcAft>
                <a:spcPts val="0"/>
              </a:spcAft>
              <a:buClr>
                <a:schemeClr val="dk1"/>
              </a:buClr>
              <a:buSzPts val="1100"/>
              <a:buNone/>
              <a:defRPr>
                <a:solidFill>
                  <a:schemeClr val="dk1"/>
                </a:solidFill>
              </a:defRPr>
            </a:lvl5pPr>
            <a:lvl6pPr lvl="5" algn="ctr">
              <a:spcBef>
                <a:spcPts val="0"/>
              </a:spcBef>
              <a:spcAft>
                <a:spcPts val="0"/>
              </a:spcAft>
              <a:buClr>
                <a:schemeClr val="dk1"/>
              </a:buClr>
              <a:buSzPts val="1100"/>
              <a:buNone/>
              <a:defRPr>
                <a:solidFill>
                  <a:schemeClr val="dk1"/>
                </a:solidFill>
              </a:defRPr>
            </a:lvl6pPr>
            <a:lvl7pPr lvl="6" algn="ctr">
              <a:spcBef>
                <a:spcPts val="0"/>
              </a:spcBef>
              <a:spcAft>
                <a:spcPts val="0"/>
              </a:spcAft>
              <a:buClr>
                <a:schemeClr val="dk1"/>
              </a:buClr>
              <a:buSzPts val="1100"/>
              <a:buNone/>
              <a:defRPr>
                <a:solidFill>
                  <a:schemeClr val="dk1"/>
                </a:solidFill>
              </a:defRPr>
            </a:lvl7pPr>
            <a:lvl8pPr lvl="7" algn="ctr">
              <a:spcBef>
                <a:spcPts val="0"/>
              </a:spcBef>
              <a:spcAft>
                <a:spcPts val="0"/>
              </a:spcAft>
              <a:buClr>
                <a:schemeClr val="dk1"/>
              </a:buClr>
              <a:buSzPts val="1100"/>
              <a:buNone/>
              <a:defRPr>
                <a:solidFill>
                  <a:schemeClr val="dk1"/>
                </a:solidFill>
              </a:defRPr>
            </a:lvl8pPr>
            <a:lvl9pPr lvl="8" algn="ctr">
              <a:spcBef>
                <a:spcPts val="0"/>
              </a:spcBef>
              <a:spcAft>
                <a:spcPts val="0"/>
              </a:spcAft>
              <a:buClr>
                <a:schemeClr val="dk1"/>
              </a:buClr>
              <a:buSzPts val="1100"/>
              <a:buNone/>
              <a:defRPr>
                <a:solidFill>
                  <a:schemeClr val="dk1"/>
                </a:solidFill>
              </a:defRPr>
            </a:lvl9pPr>
          </a:lstStyle>
          <a:p>
            <a:endParaRPr/>
          </a:p>
        </p:txBody>
      </p:sp>
      <p:sp>
        <p:nvSpPr>
          <p:cNvPr id="1439" name="Google Shape;1439;p56"/>
          <p:cNvSpPr txBox="1">
            <a:spLocks noGrp="1"/>
          </p:cNvSpPr>
          <p:nvPr>
            <p:ph type="subTitle" idx="7"/>
          </p:nvPr>
        </p:nvSpPr>
        <p:spPr>
          <a:xfrm>
            <a:off x="5357325" y="2866000"/>
            <a:ext cx="455400" cy="4422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100"/>
              <a:buNone/>
              <a:defRPr>
                <a:solidFill>
                  <a:schemeClr val="dk1"/>
                </a:solidFill>
              </a:defRPr>
            </a:lvl2pPr>
            <a:lvl3pPr lvl="2" algn="ctr">
              <a:spcBef>
                <a:spcPts val="0"/>
              </a:spcBef>
              <a:spcAft>
                <a:spcPts val="0"/>
              </a:spcAft>
              <a:buClr>
                <a:schemeClr val="dk1"/>
              </a:buClr>
              <a:buSzPts val="1100"/>
              <a:buNone/>
              <a:defRPr>
                <a:solidFill>
                  <a:schemeClr val="dk1"/>
                </a:solidFill>
              </a:defRPr>
            </a:lvl3pPr>
            <a:lvl4pPr lvl="3" algn="ctr">
              <a:spcBef>
                <a:spcPts val="0"/>
              </a:spcBef>
              <a:spcAft>
                <a:spcPts val="0"/>
              </a:spcAft>
              <a:buClr>
                <a:schemeClr val="dk1"/>
              </a:buClr>
              <a:buSzPts val="1100"/>
              <a:buNone/>
              <a:defRPr>
                <a:solidFill>
                  <a:schemeClr val="dk1"/>
                </a:solidFill>
              </a:defRPr>
            </a:lvl4pPr>
            <a:lvl5pPr lvl="4" algn="ctr">
              <a:spcBef>
                <a:spcPts val="0"/>
              </a:spcBef>
              <a:spcAft>
                <a:spcPts val="0"/>
              </a:spcAft>
              <a:buClr>
                <a:schemeClr val="dk1"/>
              </a:buClr>
              <a:buSzPts val="1100"/>
              <a:buNone/>
              <a:defRPr>
                <a:solidFill>
                  <a:schemeClr val="dk1"/>
                </a:solidFill>
              </a:defRPr>
            </a:lvl5pPr>
            <a:lvl6pPr lvl="5" algn="ctr">
              <a:spcBef>
                <a:spcPts val="0"/>
              </a:spcBef>
              <a:spcAft>
                <a:spcPts val="0"/>
              </a:spcAft>
              <a:buClr>
                <a:schemeClr val="dk1"/>
              </a:buClr>
              <a:buSzPts val="1100"/>
              <a:buNone/>
              <a:defRPr>
                <a:solidFill>
                  <a:schemeClr val="dk1"/>
                </a:solidFill>
              </a:defRPr>
            </a:lvl6pPr>
            <a:lvl7pPr lvl="6" algn="ctr">
              <a:spcBef>
                <a:spcPts val="0"/>
              </a:spcBef>
              <a:spcAft>
                <a:spcPts val="0"/>
              </a:spcAft>
              <a:buClr>
                <a:schemeClr val="dk1"/>
              </a:buClr>
              <a:buSzPts val="1100"/>
              <a:buNone/>
              <a:defRPr>
                <a:solidFill>
                  <a:schemeClr val="dk1"/>
                </a:solidFill>
              </a:defRPr>
            </a:lvl7pPr>
            <a:lvl8pPr lvl="7" algn="ctr">
              <a:spcBef>
                <a:spcPts val="0"/>
              </a:spcBef>
              <a:spcAft>
                <a:spcPts val="0"/>
              </a:spcAft>
              <a:buClr>
                <a:schemeClr val="dk1"/>
              </a:buClr>
              <a:buSzPts val="1100"/>
              <a:buNone/>
              <a:defRPr>
                <a:solidFill>
                  <a:schemeClr val="dk1"/>
                </a:solidFill>
              </a:defRPr>
            </a:lvl8pPr>
            <a:lvl9pPr lvl="8" algn="ctr">
              <a:spcBef>
                <a:spcPts val="0"/>
              </a:spcBef>
              <a:spcAft>
                <a:spcPts val="0"/>
              </a:spcAft>
              <a:buClr>
                <a:schemeClr val="dk1"/>
              </a:buClr>
              <a:buSzPts val="1100"/>
              <a:buNone/>
              <a:defRPr>
                <a:solidFill>
                  <a:schemeClr val="dk1"/>
                </a:solidFill>
              </a:defRPr>
            </a:lvl9pPr>
          </a:lstStyle>
          <a:p>
            <a:endParaRPr/>
          </a:p>
        </p:txBody>
      </p:sp>
      <p:sp>
        <p:nvSpPr>
          <p:cNvPr id="1440" name="Google Shape;1440;p56"/>
          <p:cNvSpPr txBox="1">
            <a:spLocks noGrp="1"/>
          </p:cNvSpPr>
          <p:nvPr>
            <p:ph type="subTitle" idx="8"/>
          </p:nvPr>
        </p:nvSpPr>
        <p:spPr>
          <a:xfrm>
            <a:off x="5404650" y="3867260"/>
            <a:ext cx="455400" cy="4422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100"/>
              <a:buNone/>
              <a:defRPr>
                <a:solidFill>
                  <a:schemeClr val="dk1"/>
                </a:solidFill>
              </a:defRPr>
            </a:lvl2pPr>
            <a:lvl3pPr lvl="2" algn="ctr">
              <a:spcBef>
                <a:spcPts val="0"/>
              </a:spcBef>
              <a:spcAft>
                <a:spcPts val="0"/>
              </a:spcAft>
              <a:buClr>
                <a:schemeClr val="dk1"/>
              </a:buClr>
              <a:buSzPts val="1100"/>
              <a:buNone/>
              <a:defRPr>
                <a:solidFill>
                  <a:schemeClr val="dk1"/>
                </a:solidFill>
              </a:defRPr>
            </a:lvl3pPr>
            <a:lvl4pPr lvl="3" algn="ctr">
              <a:spcBef>
                <a:spcPts val="0"/>
              </a:spcBef>
              <a:spcAft>
                <a:spcPts val="0"/>
              </a:spcAft>
              <a:buClr>
                <a:schemeClr val="dk1"/>
              </a:buClr>
              <a:buSzPts val="1100"/>
              <a:buNone/>
              <a:defRPr>
                <a:solidFill>
                  <a:schemeClr val="dk1"/>
                </a:solidFill>
              </a:defRPr>
            </a:lvl4pPr>
            <a:lvl5pPr lvl="4" algn="ctr">
              <a:spcBef>
                <a:spcPts val="0"/>
              </a:spcBef>
              <a:spcAft>
                <a:spcPts val="0"/>
              </a:spcAft>
              <a:buClr>
                <a:schemeClr val="dk1"/>
              </a:buClr>
              <a:buSzPts val="1100"/>
              <a:buNone/>
              <a:defRPr>
                <a:solidFill>
                  <a:schemeClr val="dk1"/>
                </a:solidFill>
              </a:defRPr>
            </a:lvl5pPr>
            <a:lvl6pPr lvl="5" algn="ctr">
              <a:spcBef>
                <a:spcPts val="0"/>
              </a:spcBef>
              <a:spcAft>
                <a:spcPts val="0"/>
              </a:spcAft>
              <a:buClr>
                <a:schemeClr val="dk1"/>
              </a:buClr>
              <a:buSzPts val="1100"/>
              <a:buNone/>
              <a:defRPr>
                <a:solidFill>
                  <a:schemeClr val="dk1"/>
                </a:solidFill>
              </a:defRPr>
            </a:lvl6pPr>
            <a:lvl7pPr lvl="6" algn="ctr">
              <a:spcBef>
                <a:spcPts val="0"/>
              </a:spcBef>
              <a:spcAft>
                <a:spcPts val="0"/>
              </a:spcAft>
              <a:buClr>
                <a:schemeClr val="dk1"/>
              </a:buClr>
              <a:buSzPts val="1100"/>
              <a:buNone/>
              <a:defRPr>
                <a:solidFill>
                  <a:schemeClr val="dk1"/>
                </a:solidFill>
              </a:defRPr>
            </a:lvl7pPr>
            <a:lvl8pPr lvl="7" algn="ctr">
              <a:spcBef>
                <a:spcPts val="0"/>
              </a:spcBef>
              <a:spcAft>
                <a:spcPts val="0"/>
              </a:spcAft>
              <a:buClr>
                <a:schemeClr val="dk1"/>
              </a:buClr>
              <a:buSzPts val="1100"/>
              <a:buNone/>
              <a:defRPr>
                <a:solidFill>
                  <a:schemeClr val="dk1"/>
                </a:solidFill>
              </a:defRPr>
            </a:lvl8pPr>
            <a:lvl9pPr lvl="8" algn="ctr">
              <a:spcBef>
                <a:spcPts val="0"/>
              </a:spcBef>
              <a:spcAft>
                <a:spcPts val="0"/>
              </a:spcAft>
              <a:buClr>
                <a:schemeClr val="dk1"/>
              </a:buClr>
              <a:buSzPts val="1100"/>
              <a:buNone/>
              <a:defRPr>
                <a:solidFill>
                  <a:schemeClr val="dk1"/>
                </a:solidFill>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Slide Single Quiz Options 3 v1">
  <p:cSld name="CUSTOM_37">
    <p:spTree>
      <p:nvGrpSpPr>
        <p:cNvPr id="1" name="Shape 1441"/>
        <p:cNvGrpSpPr/>
        <p:nvPr/>
      </p:nvGrpSpPr>
      <p:grpSpPr>
        <a:xfrm>
          <a:off x="0" y="0"/>
          <a:ext cx="0" cy="0"/>
          <a:chOff x="0" y="0"/>
          <a:chExt cx="0" cy="0"/>
        </a:xfrm>
      </p:grpSpPr>
      <p:sp>
        <p:nvSpPr>
          <p:cNvPr id="1442" name="Google Shape;1442;p57"/>
          <p:cNvSpPr txBox="1">
            <a:spLocks noGrp="1"/>
          </p:cNvSpPr>
          <p:nvPr>
            <p:ph type="title"/>
          </p:nvPr>
        </p:nvSpPr>
        <p:spPr>
          <a:xfrm>
            <a:off x="379400" y="445025"/>
            <a:ext cx="8268300" cy="572700"/>
          </a:xfrm>
          <a:prstGeom prst="rect">
            <a:avLst/>
          </a:prstGeom>
        </p:spPr>
        <p:txBody>
          <a:bodyPr spcFirstLastPara="1" wrap="square" lIns="0" tIns="0" rIns="0" bIns="0"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443" name="Google Shape;1443;p57"/>
          <p:cNvSpPr/>
          <p:nvPr/>
        </p:nvSpPr>
        <p:spPr>
          <a:xfrm rot="10800000">
            <a:off x="7634350" y="-519750"/>
            <a:ext cx="2449800" cy="1093800"/>
          </a:xfrm>
          <a:prstGeom prst="snip1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444" name="Google Shape;1444;p57"/>
          <p:cNvGrpSpPr/>
          <p:nvPr/>
        </p:nvGrpSpPr>
        <p:grpSpPr>
          <a:xfrm>
            <a:off x="8137738" y="-49687"/>
            <a:ext cx="392675" cy="392675"/>
            <a:chOff x="458050" y="265600"/>
            <a:chExt cx="392675" cy="392675"/>
          </a:xfrm>
        </p:grpSpPr>
        <p:sp>
          <p:nvSpPr>
            <p:cNvPr id="1445" name="Google Shape;1445;p57"/>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46" name="Google Shape;1446;p57"/>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47" name="Google Shape;1447;p57"/>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48" name="Google Shape;1448;p57"/>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449" name="Google Shape;1449;p57"/>
          <p:cNvGrpSpPr/>
          <p:nvPr/>
        </p:nvGrpSpPr>
        <p:grpSpPr>
          <a:xfrm>
            <a:off x="8677638" y="-49700"/>
            <a:ext cx="392675" cy="392675"/>
            <a:chOff x="458050" y="265600"/>
            <a:chExt cx="392675" cy="392675"/>
          </a:xfrm>
        </p:grpSpPr>
        <p:sp>
          <p:nvSpPr>
            <p:cNvPr id="1450" name="Google Shape;1450;p57"/>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51" name="Google Shape;1451;p57"/>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52" name="Google Shape;1452;p57"/>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53" name="Google Shape;1453;p57"/>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1454" name="Google Shape;1454;p57"/>
          <p:cNvSpPr/>
          <p:nvPr/>
        </p:nvSpPr>
        <p:spPr>
          <a:xfrm>
            <a:off x="2486576" y="4630930"/>
            <a:ext cx="1093800" cy="1093800"/>
          </a:xfrm>
          <a:prstGeom prst="donut">
            <a:avLst>
              <a:gd name="adj" fmla="val 17041"/>
            </a:avLst>
          </a:prstGeom>
          <a:noFill/>
          <a:ln w="38100" cap="flat" cmpd="sng">
            <a:solidFill>
              <a:schemeClr val="accent3"/>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55" name="Google Shape;1455;p57"/>
          <p:cNvSpPr/>
          <p:nvPr/>
        </p:nvSpPr>
        <p:spPr>
          <a:xfrm>
            <a:off x="379400" y="2644450"/>
            <a:ext cx="639300" cy="572700"/>
          </a:xfrm>
          <a:prstGeom prst="snip2DiagRect">
            <a:avLst>
              <a:gd name="adj1" fmla="val 0"/>
              <a:gd name="adj2"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chemeClr val="lt2"/>
              </a:solidFill>
              <a:latin typeface="Fredoka"/>
              <a:ea typeface="Fredoka"/>
              <a:cs typeface="Fredoka"/>
              <a:sym typeface="Fredoka"/>
            </a:endParaRPr>
          </a:p>
        </p:txBody>
      </p:sp>
      <p:sp>
        <p:nvSpPr>
          <p:cNvPr id="1456" name="Google Shape;1456;p57"/>
          <p:cNvSpPr txBox="1">
            <a:spLocks noGrp="1"/>
          </p:cNvSpPr>
          <p:nvPr>
            <p:ph type="body" idx="1"/>
          </p:nvPr>
        </p:nvSpPr>
        <p:spPr>
          <a:xfrm>
            <a:off x="1112700" y="2665150"/>
            <a:ext cx="1846800" cy="531300"/>
          </a:xfrm>
          <a:prstGeom prst="rect">
            <a:avLst/>
          </a:prstGeom>
        </p:spPr>
        <p:txBody>
          <a:bodyPr spcFirstLastPara="1" wrap="square" lIns="0" tIns="0" rIns="0" bIns="0" anchor="ctr"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1457" name="Google Shape;1457;p57"/>
          <p:cNvSpPr txBox="1">
            <a:spLocks noGrp="1"/>
          </p:cNvSpPr>
          <p:nvPr>
            <p:ph type="body" idx="2"/>
          </p:nvPr>
        </p:nvSpPr>
        <p:spPr>
          <a:xfrm>
            <a:off x="4043713" y="2665150"/>
            <a:ext cx="1846800" cy="531300"/>
          </a:xfrm>
          <a:prstGeom prst="rect">
            <a:avLst/>
          </a:prstGeom>
        </p:spPr>
        <p:txBody>
          <a:bodyPr spcFirstLastPara="1" wrap="square" lIns="0" tIns="0" rIns="0" bIns="0" anchor="ctr"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1458" name="Google Shape;1458;p57"/>
          <p:cNvSpPr txBox="1">
            <a:spLocks noGrp="1"/>
          </p:cNvSpPr>
          <p:nvPr>
            <p:ph type="body" idx="3"/>
          </p:nvPr>
        </p:nvSpPr>
        <p:spPr>
          <a:xfrm>
            <a:off x="6877225" y="2665150"/>
            <a:ext cx="1846800" cy="531300"/>
          </a:xfrm>
          <a:prstGeom prst="rect">
            <a:avLst/>
          </a:prstGeom>
        </p:spPr>
        <p:txBody>
          <a:bodyPr spcFirstLastPara="1" wrap="square" lIns="0" tIns="0" rIns="0" bIns="0" anchor="ctr"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1459" name="Google Shape;1459;p57"/>
          <p:cNvSpPr/>
          <p:nvPr/>
        </p:nvSpPr>
        <p:spPr>
          <a:xfrm>
            <a:off x="3253500" y="2644450"/>
            <a:ext cx="639300" cy="572700"/>
          </a:xfrm>
          <a:prstGeom prst="snip2DiagRect">
            <a:avLst>
              <a:gd name="adj1" fmla="val 0"/>
              <a:gd name="adj2"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chemeClr val="lt2"/>
              </a:solidFill>
              <a:latin typeface="Fredoka"/>
              <a:ea typeface="Fredoka"/>
              <a:cs typeface="Fredoka"/>
              <a:sym typeface="Fredoka"/>
            </a:endParaRPr>
          </a:p>
        </p:txBody>
      </p:sp>
      <p:sp>
        <p:nvSpPr>
          <p:cNvPr id="1460" name="Google Shape;1460;p57"/>
          <p:cNvSpPr/>
          <p:nvPr/>
        </p:nvSpPr>
        <p:spPr>
          <a:xfrm>
            <a:off x="6133400" y="2644450"/>
            <a:ext cx="639300" cy="572700"/>
          </a:xfrm>
          <a:prstGeom prst="snip2DiagRect">
            <a:avLst>
              <a:gd name="adj1" fmla="val 0"/>
              <a:gd name="adj2" fmla="val 16667"/>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chemeClr val="lt2"/>
              </a:solidFill>
              <a:latin typeface="Fredoka"/>
              <a:ea typeface="Fredoka"/>
              <a:cs typeface="Fredoka"/>
              <a:sym typeface="Fredoka"/>
            </a:endParaRPr>
          </a:p>
        </p:txBody>
      </p:sp>
      <p:sp>
        <p:nvSpPr>
          <p:cNvPr id="1461" name="Google Shape;1461;p57"/>
          <p:cNvSpPr txBox="1">
            <a:spLocks noGrp="1"/>
          </p:cNvSpPr>
          <p:nvPr>
            <p:ph type="subTitle" idx="4"/>
          </p:nvPr>
        </p:nvSpPr>
        <p:spPr>
          <a:xfrm>
            <a:off x="454250" y="2714500"/>
            <a:ext cx="489600" cy="432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100"/>
              <a:buNone/>
              <a:defRPr>
                <a:solidFill>
                  <a:schemeClr val="dk1"/>
                </a:solidFill>
              </a:defRPr>
            </a:lvl2pPr>
            <a:lvl3pPr lvl="2">
              <a:spcBef>
                <a:spcPts val="0"/>
              </a:spcBef>
              <a:spcAft>
                <a:spcPts val="0"/>
              </a:spcAft>
              <a:buClr>
                <a:schemeClr val="dk1"/>
              </a:buClr>
              <a:buSzPts val="1100"/>
              <a:buNone/>
              <a:defRPr>
                <a:solidFill>
                  <a:schemeClr val="dk1"/>
                </a:solidFill>
              </a:defRPr>
            </a:lvl3pPr>
            <a:lvl4pPr lvl="3">
              <a:spcBef>
                <a:spcPts val="0"/>
              </a:spcBef>
              <a:spcAft>
                <a:spcPts val="0"/>
              </a:spcAft>
              <a:buClr>
                <a:schemeClr val="dk1"/>
              </a:buClr>
              <a:buSzPts val="1100"/>
              <a:buNone/>
              <a:defRPr>
                <a:solidFill>
                  <a:schemeClr val="dk1"/>
                </a:solidFill>
              </a:defRPr>
            </a:lvl4pPr>
            <a:lvl5pPr lvl="4">
              <a:spcBef>
                <a:spcPts val="0"/>
              </a:spcBef>
              <a:spcAft>
                <a:spcPts val="0"/>
              </a:spcAft>
              <a:buClr>
                <a:schemeClr val="dk1"/>
              </a:buClr>
              <a:buSzPts val="1100"/>
              <a:buNone/>
              <a:defRPr>
                <a:solidFill>
                  <a:schemeClr val="dk1"/>
                </a:solidFill>
              </a:defRPr>
            </a:lvl5pPr>
            <a:lvl6pPr lvl="5">
              <a:spcBef>
                <a:spcPts val="0"/>
              </a:spcBef>
              <a:spcAft>
                <a:spcPts val="0"/>
              </a:spcAft>
              <a:buClr>
                <a:schemeClr val="dk1"/>
              </a:buClr>
              <a:buSzPts val="1100"/>
              <a:buNone/>
              <a:defRPr>
                <a:solidFill>
                  <a:schemeClr val="dk1"/>
                </a:solidFill>
              </a:defRPr>
            </a:lvl6pPr>
            <a:lvl7pPr lvl="6">
              <a:spcBef>
                <a:spcPts val="0"/>
              </a:spcBef>
              <a:spcAft>
                <a:spcPts val="0"/>
              </a:spcAft>
              <a:buClr>
                <a:schemeClr val="dk1"/>
              </a:buClr>
              <a:buSzPts val="1100"/>
              <a:buNone/>
              <a:defRPr>
                <a:solidFill>
                  <a:schemeClr val="dk1"/>
                </a:solidFill>
              </a:defRPr>
            </a:lvl7pPr>
            <a:lvl8pPr lvl="7">
              <a:spcBef>
                <a:spcPts val="0"/>
              </a:spcBef>
              <a:spcAft>
                <a:spcPts val="0"/>
              </a:spcAft>
              <a:buClr>
                <a:schemeClr val="dk1"/>
              </a:buClr>
              <a:buSzPts val="1100"/>
              <a:buNone/>
              <a:defRPr>
                <a:solidFill>
                  <a:schemeClr val="dk1"/>
                </a:solidFill>
              </a:defRPr>
            </a:lvl8pPr>
            <a:lvl9pPr lvl="8">
              <a:spcBef>
                <a:spcPts val="0"/>
              </a:spcBef>
              <a:spcAft>
                <a:spcPts val="0"/>
              </a:spcAft>
              <a:buClr>
                <a:schemeClr val="dk1"/>
              </a:buClr>
              <a:buSzPts val="1100"/>
              <a:buNone/>
              <a:defRPr>
                <a:solidFill>
                  <a:schemeClr val="dk1"/>
                </a:solidFill>
              </a:defRPr>
            </a:lvl9pPr>
          </a:lstStyle>
          <a:p>
            <a:endParaRPr/>
          </a:p>
        </p:txBody>
      </p:sp>
      <p:sp>
        <p:nvSpPr>
          <p:cNvPr id="1462" name="Google Shape;1462;p57"/>
          <p:cNvSpPr txBox="1">
            <a:spLocks noGrp="1"/>
          </p:cNvSpPr>
          <p:nvPr>
            <p:ph type="subTitle" idx="5"/>
          </p:nvPr>
        </p:nvSpPr>
        <p:spPr>
          <a:xfrm>
            <a:off x="3331250" y="2714500"/>
            <a:ext cx="489600" cy="432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100"/>
              <a:buNone/>
              <a:defRPr>
                <a:solidFill>
                  <a:schemeClr val="dk1"/>
                </a:solidFill>
              </a:defRPr>
            </a:lvl2pPr>
            <a:lvl3pPr lvl="2">
              <a:spcBef>
                <a:spcPts val="0"/>
              </a:spcBef>
              <a:spcAft>
                <a:spcPts val="0"/>
              </a:spcAft>
              <a:buClr>
                <a:schemeClr val="dk1"/>
              </a:buClr>
              <a:buSzPts val="1100"/>
              <a:buNone/>
              <a:defRPr>
                <a:solidFill>
                  <a:schemeClr val="dk1"/>
                </a:solidFill>
              </a:defRPr>
            </a:lvl3pPr>
            <a:lvl4pPr lvl="3">
              <a:spcBef>
                <a:spcPts val="0"/>
              </a:spcBef>
              <a:spcAft>
                <a:spcPts val="0"/>
              </a:spcAft>
              <a:buClr>
                <a:schemeClr val="dk1"/>
              </a:buClr>
              <a:buSzPts val="1100"/>
              <a:buNone/>
              <a:defRPr>
                <a:solidFill>
                  <a:schemeClr val="dk1"/>
                </a:solidFill>
              </a:defRPr>
            </a:lvl4pPr>
            <a:lvl5pPr lvl="4">
              <a:spcBef>
                <a:spcPts val="0"/>
              </a:spcBef>
              <a:spcAft>
                <a:spcPts val="0"/>
              </a:spcAft>
              <a:buClr>
                <a:schemeClr val="dk1"/>
              </a:buClr>
              <a:buSzPts val="1100"/>
              <a:buNone/>
              <a:defRPr>
                <a:solidFill>
                  <a:schemeClr val="dk1"/>
                </a:solidFill>
              </a:defRPr>
            </a:lvl5pPr>
            <a:lvl6pPr lvl="5">
              <a:spcBef>
                <a:spcPts val="0"/>
              </a:spcBef>
              <a:spcAft>
                <a:spcPts val="0"/>
              </a:spcAft>
              <a:buClr>
                <a:schemeClr val="dk1"/>
              </a:buClr>
              <a:buSzPts val="1100"/>
              <a:buNone/>
              <a:defRPr>
                <a:solidFill>
                  <a:schemeClr val="dk1"/>
                </a:solidFill>
              </a:defRPr>
            </a:lvl6pPr>
            <a:lvl7pPr lvl="6">
              <a:spcBef>
                <a:spcPts val="0"/>
              </a:spcBef>
              <a:spcAft>
                <a:spcPts val="0"/>
              </a:spcAft>
              <a:buClr>
                <a:schemeClr val="dk1"/>
              </a:buClr>
              <a:buSzPts val="1100"/>
              <a:buNone/>
              <a:defRPr>
                <a:solidFill>
                  <a:schemeClr val="dk1"/>
                </a:solidFill>
              </a:defRPr>
            </a:lvl7pPr>
            <a:lvl8pPr lvl="7">
              <a:spcBef>
                <a:spcPts val="0"/>
              </a:spcBef>
              <a:spcAft>
                <a:spcPts val="0"/>
              </a:spcAft>
              <a:buClr>
                <a:schemeClr val="dk1"/>
              </a:buClr>
              <a:buSzPts val="1100"/>
              <a:buNone/>
              <a:defRPr>
                <a:solidFill>
                  <a:schemeClr val="dk1"/>
                </a:solidFill>
              </a:defRPr>
            </a:lvl8pPr>
            <a:lvl9pPr lvl="8">
              <a:spcBef>
                <a:spcPts val="0"/>
              </a:spcBef>
              <a:spcAft>
                <a:spcPts val="0"/>
              </a:spcAft>
              <a:buClr>
                <a:schemeClr val="dk1"/>
              </a:buClr>
              <a:buSzPts val="1100"/>
              <a:buNone/>
              <a:defRPr>
                <a:solidFill>
                  <a:schemeClr val="dk1"/>
                </a:solidFill>
              </a:defRPr>
            </a:lvl9pPr>
          </a:lstStyle>
          <a:p>
            <a:endParaRPr/>
          </a:p>
        </p:txBody>
      </p:sp>
      <p:sp>
        <p:nvSpPr>
          <p:cNvPr id="1463" name="Google Shape;1463;p57"/>
          <p:cNvSpPr txBox="1">
            <a:spLocks noGrp="1"/>
          </p:cNvSpPr>
          <p:nvPr>
            <p:ph type="subTitle" idx="6"/>
          </p:nvPr>
        </p:nvSpPr>
        <p:spPr>
          <a:xfrm>
            <a:off x="6211935" y="2714500"/>
            <a:ext cx="489600" cy="432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100"/>
              <a:buNone/>
              <a:defRPr>
                <a:solidFill>
                  <a:schemeClr val="dk1"/>
                </a:solidFill>
              </a:defRPr>
            </a:lvl2pPr>
            <a:lvl3pPr lvl="2">
              <a:spcBef>
                <a:spcPts val="0"/>
              </a:spcBef>
              <a:spcAft>
                <a:spcPts val="0"/>
              </a:spcAft>
              <a:buClr>
                <a:schemeClr val="dk1"/>
              </a:buClr>
              <a:buSzPts val="1100"/>
              <a:buNone/>
              <a:defRPr>
                <a:solidFill>
                  <a:schemeClr val="dk1"/>
                </a:solidFill>
              </a:defRPr>
            </a:lvl3pPr>
            <a:lvl4pPr lvl="3">
              <a:spcBef>
                <a:spcPts val="0"/>
              </a:spcBef>
              <a:spcAft>
                <a:spcPts val="0"/>
              </a:spcAft>
              <a:buClr>
                <a:schemeClr val="dk1"/>
              </a:buClr>
              <a:buSzPts val="1100"/>
              <a:buNone/>
              <a:defRPr>
                <a:solidFill>
                  <a:schemeClr val="dk1"/>
                </a:solidFill>
              </a:defRPr>
            </a:lvl4pPr>
            <a:lvl5pPr lvl="4">
              <a:spcBef>
                <a:spcPts val="0"/>
              </a:spcBef>
              <a:spcAft>
                <a:spcPts val="0"/>
              </a:spcAft>
              <a:buClr>
                <a:schemeClr val="dk1"/>
              </a:buClr>
              <a:buSzPts val="1100"/>
              <a:buNone/>
              <a:defRPr>
                <a:solidFill>
                  <a:schemeClr val="dk1"/>
                </a:solidFill>
              </a:defRPr>
            </a:lvl5pPr>
            <a:lvl6pPr lvl="5">
              <a:spcBef>
                <a:spcPts val="0"/>
              </a:spcBef>
              <a:spcAft>
                <a:spcPts val="0"/>
              </a:spcAft>
              <a:buClr>
                <a:schemeClr val="dk1"/>
              </a:buClr>
              <a:buSzPts val="1100"/>
              <a:buNone/>
              <a:defRPr>
                <a:solidFill>
                  <a:schemeClr val="dk1"/>
                </a:solidFill>
              </a:defRPr>
            </a:lvl6pPr>
            <a:lvl7pPr lvl="6">
              <a:spcBef>
                <a:spcPts val="0"/>
              </a:spcBef>
              <a:spcAft>
                <a:spcPts val="0"/>
              </a:spcAft>
              <a:buClr>
                <a:schemeClr val="dk1"/>
              </a:buClr>
              <a:buSzPts val="1100"/>
              <a:buNone/>
              <a:defRPr>
                <a:solidFill>
                  <a:schemeClr val="dk1"/>
                </a:solidFill>
              </a:defRPr>
            </a:lvl7pPr>
            <a:lvl8pPr lvl="7">
              <a:spcBef>
                <a:spcPts val="0"/>
              </a:spcBef>
              <a:spcAft>
                <a:spcPts val="0"/>
              </a:spcAft>
              <a:buClr>
                <a:schemeClr val="dk1"/>
              </a:buClr>
              <a:buSzPts val="1100"/>
              <a:buNone/>
              <a:defRPr>
                <a:solidFill>
                  <a:schemeClr val="dk1"/>
                </a:solidFill>
              </a:defRPr>
            </a:lvl8pPr>
            <a:lvl9pPr lvl="8">
              <a:spcBef>
                <a:spcPts val="0"/>
              </a:spcBef>
              <a:spcAft>
                <a:spcPts val="0"/>
              </a:spcAft>
              <a:buClr>
                <a:schemeClr val="dk1"/>
              </a:buClr>
              <a:buSzPts val="1100"/>
              <a:buNone/>
              <a:defRPr>
                <a:solidFill>
                  <a:schemeClr val="dk1"/>
                </a:solidFill>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Slide Single Quiz Options 3 v2">
  <p:cSld name="CUSTOM_38">
    <p:spTree>
      <p:nvGrpSpPr>
        <p:cNvPr id="1" name="Shape 1464"/>
        <p:cNvGrpSpPr/>
        <p:nvPr/>
      </p:nvGrpSpPr>
      <p:grpSpPr>
        <a:xfrm>
          <a:off x="0" y="0"/>
          <a:ext cx="0" cy="0"/>
          <a:chOff x="0" y="0"/>
          <a:chExt cx="0" cy="0"/>
        </a:xfrm>
      </p:grpSpPr>
      <p:sp>
        <p:nvSpPr>
          <p:cNvPr id="1465" name="Google Shape;1465;p58"/>
          <p:cNvSpPr/>
          <p:nvPr/>
        </p:nvSpPr>
        <p:spPr>
          <a:xfrm>
            <a:off x="3909775" y="-27225"/>
            <a:ext cx="5234100" cy="5170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466" name="Google Shape;1466;p58"/>
          <p:cNvGrpSpPr/>
          <p:nvPr/>
        </p:nvGrpSpPr>
        <p:grpSpPr>
          <a:xfrm>
            <a:off x="7939157" y="-559388"/>
            <a:ext cx="1572280" cy="1572280"/>
            <a:chOff x="987244" y="313753"/>
            <a:chExt cx="555321" cy="555321"/>
          </a:xfrm>
        </p:grpSpPr>
        <p:grpSp>
          <p:nvGrpSpPr>
            <p:cNvPr id="1467" name="Google Shape;1467;p58"/>
            <p:cNvGrpSpPr/>
            <p:nvPr/>
          </p:nvGrpSpPr>
          <p:grpSpPr>
            <a:xfrm>
              <a:off x="1068575" y="395075"/>
              <a:ext cx="392675" cy="392675"/>
              <a:chOff x="458050" y="265600"/>
              <a:chExt cx="392675" cy="392675"/>
            </a:xfrm>
          </p:grpSpPr>
          <p:sp>
            <p:nvSpPr>
              <p:cNvPr id="1468" name="Google Shape;1468;p58"/>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69" name="Google Shape;1469;p58"/>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70" name="Google Shape;1470;p58"/>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71" name="Google Shape;1471;p58"/>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472" name="Google Shape;1472;p58"/>
            <p:cNvGrpSpPr/>
            <p:nvPr/>
          </p:nvGrpSpPr>
          <p:grpSpPr>
            <a:xfrm rot="-2700000">
              <a:off x="1068569" y="395078"/>
              <a:ext cx="392671" cy="392671"/>
              <a:chOff x="458050" y="265600"/>
              <a:chExt cx="392675" cy="392675"/>
            </a:xfrm>
          </p:grpSpPr>
          <p:sp>
            <p:nvSpPr>
              <p:cNvPr id="1473" name="Google Shape;1473;p58"/>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74" name="Google Shape;1474;p58"/>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75" name="Google Shape;1475;p58"/>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76" name="Google Shape;1476;p58"/>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sp>
        <p:nvSpPr>
          <p:cNvPr id="1477" name="Google Shape;1477;p58"/>
          <p:cNvSpPr/>
          <p:nvPr/>
        </p:nvSpPr>
        <p:spPr>
          <a:xfrm>
            <a:off x="3362526" y="4772899"/>
            <a:ext cx="1132200" cy="1132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478" name="Google Shape;1478;p58"/>
          <p:cNvGrpSpPr/>
          <p:nvPr/>
        </p:nvGrpSpPr>
        <p:grpSpPr>
          <a:xfrm rot="5400000">
            <a:off x="4164913" y="48982"/>
            <a:ext cx="230579" cy="230579"/>
            <a:chOff x="458050" y="265600"/>
            <a:chExt cx="392675" cy="392675"/>
          </a:xfrm>
        </p:grpSpPr>
        <p:sp>
          <p:nvSpPr>
            <p:cNvPr id="1479" name="Google Shape;1479;p58"/>
            <p:cNvSpPr/>
            <p:nvPr/>
          </p:nvSpPr>
          <p:spPr>
            <a:xfrm>
              <a:off x="638050" y="265600"/>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80" name="Google Shape;1480;p58"/>
            <p:cNvSpPr/>
            <p:nvPr/>
          </p:nvSpPr>
          <p:spPr>
            <a:xfrm>
              <a:off x="638050" y="5229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81" name="Google Shape;1481;p58"/>
            <p:cNvSpPr/>
            <p:nvPr/>
          </p:nvSpPr>
          <p:spPr>
            <a:xfrm rot="-5400000">
              <a:off x="509350"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82" name="Google Shape;1482;p58"/>
            <p:cNvSpPr/>
            <p:nvPr/>
          </p:nvSpPr>
          <p:spPr>
            <a:xfrm rot="-5400000">
              <a:off x="766725"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483" name="Google Shape;1483;p58"/>
          <p:cNvGrpSpPr/>
          <p:nvPr/>
        </p:nvGrpSpPr>
        <p:grpSpPr>
          <a:xfrm rot="5400000">
            <a:off x="3985952" y="276513"/>
            <a:ext cx="230579" cy="230579"/>
            <a:chOff x="458050" y="265600"/>
            <a:chExt cx="392675" cy="392675"/>
          </a:xfrm>
        </p:grpSpPr>
        <p:sp>
          <p:nvSpPr>
            <p:cNvPr id="1484" name="Google Shape;1484;p58"/>
            <p:cNvSpPr/>
            <p:nvPr/>
          </p:nvSpPr>
          <p:spPr>
            <a:xfrm>
              <a:off x="638050" y="265600"/>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85" name="Google Shape;1485;p58"/>
            <p:cNvSpPr/>
            <p:nvPr/>
          </p:nvSpPr>
          <p:spPr>
            <a:xfrm>
              <a:off x="638050" y="5229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86" name="Google Shape;1486;p58"/>
            <p:cNvSpPr/>
            <p:nvPr/>
          </p:nvSpPr>
          <p:spPr>
            <a:xfrm rot="-5400000">
              <a:off x="509350"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87" name="Google Shape;1487;p58"/>
            <p:cNvSpPr/>
            <p:nvPr/>
          </p:nvSpPr>
          <p:spPr>
            <a:xfrm rot="-5400000">
              <a:off x="766725"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488" name="Google Shape;1488;p58"/>
          <p:cNvGrpSpPr/>
          <p:nvPr/>
        </p:nvGrpSpPr>
        <p:grpSpPr>
          <a:xfrm rot="5400000">
            <a:off x="44813" y="4583832"/>
            <a:ext cx="230579" cy="230579"/>
            <a:chOff x="458050" y="265600"/>
            <a:chExt cx="392675" cy="392675"/>
          </a:xfrm>
        </p:grpSpPr>
        <p:sp>
          <p:nvSpPr>
            <p:cNvPr id="1489" name="Google Shape;1489;p58"/>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90" name="Google Shape;1490;p58"/>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91" name="Google Shape;1491;p58"/>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92" name="Google Shape;1492;p58"/>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493" name="Google Shape;1493;p58"/>
          <p:cNvGrpSpPr/>
          <p:nvPr/>
        </p:nvGrpSpPr>
        <p:grpSpPr>
          <a:xfrm rot="5400000">
            <a:off x="44827" y="4857688"/>
            <a:ext cx="230579" cy="230579"/>
            <a:chOff x="458050" y="265600"/>
            <a:chExt cx="392675" cy="392675"/>
          </a:xfrm>
        </p:grpSpPr>
        <p:sp>
          <p:nvSpPr>
            <p:cNvPr id="1494" name="Google Shape;1494;p58"/>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95" name="Google Shape;1495;p58"/>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96" name="Google Shape;1496;p58"/>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497" name="Google Shape;1497;p58"/>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498" name="Google Shape;1498;p58"/>
          <p:cNvGrpSpPr/>
          <p:nvPr/>
        </p:nvGrpSpPr>
        <p:grpSpPr>
          <a:xfrm rot="5400000">
            <a:off x="275388" y="4742007"/>
            <a:ext cx="230579" cy="230579"/>
            <a:chOff x="458050" y="265600"/>
            <a:chExt cx="392675" cy="392675"/>
          </a:xfrm>
        </p:grpSpPr>
        <p:sp>
          <p:nvSpPr>
            <p:cNvPr id="1499" name="Google Shape;1499;p58"/>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00" name="Google Shape;1500;p58"/>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01" name="Google Shape;1501;p58"/>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02" name="Google Shape;1502;p58"/>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503" name="Google Shape;1503;p58"/>
          <p:cNvGrpSpPr/>
          <p:nvPr/>
        </p:nvGrpSpPr>
        <p:grpSpPr>
          <a:xfrm rot="5400000">
            <a:off x="275402" y="5015863"/>
            <a:ext cx="230579" cy="230579"/>
            <a:chOff x="458050" y="265600"/>
            <a:chExt cx="392675" cy="392675"/>
          </a:xfrm>
        </p:grpSpPr>
        <p:sp>
          <p:nvSpPr>
            <p:cNvPr id="1504" name="Google Shape;1504;p58"/>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05" name="Google Shape;1505;p58"/>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06" name="Google Shape;1506;p58"/>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07" name="Google Shape;1507;p58"/>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1508" name="Google Shape;1508;p58"/>
          <p:cNvSpPr txBox="1">
            <a:spLocks noGrp="1"/>
          </p:cNvSpPr>
          <p:nvPr>
            <p:ph type="title"/>
          </p:nvPr>
        </p:nvSpPr>
        <p:spPr>
          <a:xfrm>
            <a:off x="566250" y="2285400"/>
            <a:ext cx="2975100" cy="572700"/>
          </a:xfrm>
          <a:prstGeom prst="rect">
            <a:avLst/>
          </a:prstGeom>
        </p:spPr>
        <p:txBody>
          <a:bodyPr spcFirstLastPara="1" wrap="square" lIns="0" tIns="0" rIns="0" bIns="0" anchor="ctr"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509" name="Google Shape;1509;p58"/>
          <p:cNvSpPr/>
          <p:nvPr/>
        </p:nvSpPr>
        <p:spPr>
          <a:xfrm>
            <a:off x="5224525" y="822325"/>
            <a:ext cx="2604600" cy="730500"/>
          </a:xfrm>
          <a:prstGeom prst="snip2DiagRect">
            <a:avLst>
              <a:gd name="adj1" fmla="val 0"/>
              <a:gd name="adj2"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510" name="Google Shape;1510;p58"/>
          <p:cNvSpPr/>
          <p:nvPr/>
        </p:nvSpPr>
        <p:spPr>
          <a:xfrm>
            <a:off x="5224525" y="2206500"/>
            <a:ext cx="2604600" cy="730500"/>
          </a:xfrm>
          <a:prstGeom prst="snip2DiagRect">
            <a:avLst>
              <a:gd name="adj1" fmla="val 0"/>
              <a:gd name="adj2"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511" name="Google Shape;1511;p58"/>
          <p:cNvSpPr/>
          <p:nvPr/>
        </p:nvSpPr>
        <p:spPr>
          <a:xfrm>
            <a:off x="5224525" y="3590675"/>
            <a:ext cx="2604600" cy="730500"/>
          </a:xfrm>
          <a:prstGeom prst="snip2DiagRect">
            <a:avLst>
              <a:gd name="adj1" fmla="val 0"/>
              <a:gd name="adj2" fmla="val 16667"/>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512" name="Google Shape;1512;p58"/>
          <p:cNvSpPr txBox="1">
            <a:spLocks noGrp="1"/>
          </p:cNvSpPr>
          <p:nvPr>
            <p:ph type="body" idx="1"/>
          </p:nvPr>
        </p:nvSpPr>
        <p:spPr>
          <a:xfrm>
            <a:off x="5862914" y="948175"/>
            <a:ext cx="1830000" cy="4839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dk1"/>
              </a:buClr>
              <a:buSzPts val="1100"/>
              <a:buChar char="●"/>
              <a:defRPr>
                <a:solidFill>
                  <a:schemeClr val="dk1"/>
                </a:solidFill>
              </a:defRPr>
            </a:lvl1pPr>
            <a:lvl2pPr marL="914400" lvl="1" indent="-298450">
              <a:spcBef>
                <a:spcPts val="0"/>
              </a:spcBef>
              <a:spcAft>
                <a:spcPts val="0"/>
              </a:spcAft>
              <a:buClr>
                <a:schemeClr val="dk1"/>
              </a:buClr>
              <a:buSzPts val="1100"/>
              <a:buChar char="○"/>
              <a:defRPr>
                <a:solidFill>
                  <a:schemeClr val="dk1"/>
                </a:solidFill>
              </a:defRPr>
            </a:lvl2pPr>
            <a:lvl3pPr marL="1371600" lvl="2" indent="-298450">
              <a:spcBef>
                <a:spcPts val="0"/>
              </a:spcBef>
              <a:spcAft>
                <a:spcPts val="0"/>
              </a:spcAft>
              <a:buClr>
                <a:schemeClr val="dk1"/>
              </a:buClr>
              <a:buSzPts val="1100"/>
              <a:buChar char="■"/>
              <a:defRPr>
                <a:solidFill>
                  <a:schemeClr val="dk1"/>
                </a:solidFill>
              </a:defRPr>
            </a:lvl3pPr>
            <a:lvl4pPr marL="1828800" lvl="3" indent="-298450">
              <a:spcBef>
                <a:spcPts val="0"/>
              </a:spcBef>
              <a:spcAft>
                <a:spcPts val="0"/>
              </a:spcAft>
              <a:buClr>
                <a:schemeClr val="dk1"/>
              </a:buClr>
              <a:buSzPts val="1100"/>
              <a:buChar char="●"/>
              <a:defRPr>
                <a:solidFill>
                  <a:schemeClr val="dk1"/>
                </a:solidFill>
              </a:defRPr>
            </a:lvl4pPr>
            <a:lvl5pPr marL="2286000" lvl="4" indent="-298450">
              <a:spcBef>
                <a:spcPts val="0"/>
              </a:spcBef>
              <a:spcAft>
                <a:spcPts val="0"/>
              </a:spcAft>
              <a:buClr>
                <a:schemeClr val="dk1"/>
              </a:buClr>
              <a:buSzPts val="1100"/>
              <a:buChar char="○"/>
              <a:defRPr>
                <a:solidFill>
                  <a:schemeClr val="dk1"/>
                </a:solidFill>
              </a:defRPr>
            </a:lvl5pPr>
            <a:lvl6pPr marL="2743200" lvl="5" indent="-298450">
              <a:spcBef>
                <a:spcPts val="0"/>
              </a:spcBef>
              <a:spcAft>
                <a:spcPts val="0"/>
              </a:spcAft>
              <a:buClr>
                <a:schemeClr val="dk1"/>
              </a:buClr>
              <a:buSzPts val="1100"/>
              <a:buChar char="■"/>
              <a:defRPr>
                <a:solidFill>
                  <a:schemeClr val="dk1"/>
                </a:solidFill>
              </a:defRPr>
            </a:lvl6pPr>
            <a:lvl7pPr marL="3200400" lvl="6" indent="-298450">
              <a:spcBef>
                <a:spcPts val="0"/>
              </a:spcBef>
              <a:spcAft>
                <a:spcPts val="0"/>
              </a:spcAft>
              <a:buClr>
                <a:schemeClr val="dk1"/>
              </a:buClr>
              <a:buSzPts val="1100"/>
              <a:buChar char="●"/>
              <a:defRPr>
                <a:solidFill>
                  <a:schemeClr val="dk1"/>
                </a:solidFill>
              </a:defRPr>
            </a:lvl7pPr>
            <a:lvl8pPr marL="3657600" lvl="7" indent="-298450">
              <a:spcBef>
                <a:spcPts val="0"/>
              </a:spcBef>
              <a:spcAft>
                <a:spcPts val="0"/>
              </a:spcAft>
              <a:buClr>
                <a:schemeClr val="dk1"/>
              </a:buClr>
              <a:buSzPts val="1100"/>
              <a:buChar char="○"/>
              <a:defRPr>
                <a:solidFill>
                  <a:schemeClr val="dk1"/>
                </a:solidFill>
              </a:defRPr>
            </a:lvl8pPr>
            <a:lvl9pPr marL="4114800" lvl="8" indent="-298450">
              <a:spcBef>
                <a:spcPts val="0"/>
              </a:spcBef>
              <a:spcAft>
                <a:spcPts val="0"/>
              </a:spcAft>
              <a:buClr>
                <a:schemeClr val="dk1"/>
              </a:buClr>
              <a:buSzPts val="1100"/>
              <a:buChar char="■"/>
              <a:defRPr>
                <a:solidFill>
                  <a:schemeClr val="dk1"/>
                </a:solidFill>
              </a:defRPr>
            </a:lvl9pPr>
          </a:lstStyle>
          <a:p>
            <a:endParaRPr/>
          </a:p>
        </p:txBody>
      </p:sp>
      <p:sp>
        <p:nvSpPr>
          <p:cNvPr id="1513" name="Google Shape;1513;p58"/>
          <p:cNvSpPr txBox="1">
            <a:spLocks noGrp="1"/>
          </p:cNvSpPr>
          <p:nvPr>
            <p:ph type="body" idx="2"/>
          </p:nvPr>
        </p:nvSpPr>
        <p:spPr>
          <a:xfrm>
            <a:off x="5860050" y="2329800"/>
            <a:ext cx="1830000" cy="4839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dk1"/>
              </a:buClr>
              <a:buSzPts val="1100"/>
              <a:buChar char="●"/>
              <a:defRPr>
                <a:solidFill>
                  <a:schemeClr val="dk1"/>
                </a:solidFill>
              </a:defRPr>
            </a:lvl1pPr>
            <a:lvl2pPr marL="914400" lvl="1" indent="-298450">
              <a:spcBef>
                <a:spcPts val="0"/>
              </a:spcBef>
              <a:spcAft>
                <a:spcPts val="0"/>
              </a:spcAft>
              <a:buClr>
                <a:schemeClr val="dk1"/>
              </a:buClr>
              <a:buSzPts val="1100"/>
              <a:buChar char="○"/>
              <a:defRPr>
                <a:solidFill>
                  <a:schemeClr val="dk1"/>
                </a:solidFill>
              </a:defRPr>
            </a:lvl2pPr>
            <a:lvl3pPr marL="1371600" lvl="2" indent="-298450">
              <a:spcBef>
                <a:spcPts val="0"/>
              </a:spcBef>
              <a:spcAft>
                <a:spcPts val="0"/>
              </a:spcAft>
              <a:buClr>
                <a:schemeClr val="dk1"/>
              </a:buClr>
              <a:buSzPts val="1100"/>
              <a:buChar char="■"/>
              <a:defRPr>
                <a:solidFill>
                  <a:schemeClr val="dk1"/>
                </a:solidFill>
              </a:defRPr>
            </a:lvl3pPr>
            <a:lvl4pPr marL="1828800" lvl="3" indent="-298450">
              <a:spcBef>
                <a:spcPts val="0"/>
              </a:spcBef>
              <a:spcAft>
                <a:spcPts val="0"/>
              </a:spcAft>
              <a:buClr>
                <a:schemeClr val="dk1"/>
              </a:buClr>
              <a:buSzPts val="1100"/>
              <a:buChar char="●"/>
              <a:defRPr>
                <a:solidFill>
                  <a:schemeClr val="dk1"/>
                </a:solidFill>
              </a:defRPr>
            </a:lvl4pPr>
            <a:lvl5pPr marL="2286000" lvl="4" indent="-298450">
              <a:spcBef>
                <a:spcPts val="0"/>
              </a:spcBef>
              <a:spcAft>
                <a:spcPts val="0"/>
              </a:spcAft>
              <a:buClr>
                <a:schemeClr val="dk1"/>
              </a:buClr>
              <a:buSzPts val="1100"/>
              <a:buChar char="○"/>
              <a:defRPr>
                <a:solidFill>
                  <a:schemeClr val="dk1"/>
                </a:solidFill>
              </a:defRPr>
            </a:lvl5pPr>
            <a:lvl6pPr marL="2743200" lvl="5" indent="-298450">
              <a:spcBef>
                <a:spcPts val="0"/>
              </a:spcBef>
              <a:spcAft>
                <a:spcPts val="0"/>
              </a:spcAft>
              <a:buClr>
                <a:schemeClr val="dk1"/>
              </a:buClr>
              <a:buSzPts val="1100"/>
              <a:buChar char="■"/>
              <a:defRPr>
                <a:solidFill>
                  <a:schemeClr val="dk1"/>
                </a:solidFill>
              </a:defRPr>
            </a:lvl6pPr>
            <a:lvl7pPr marL="3200400" lvl="6" indent="-298450">
              <a:spcBef>
                <a:spcPts val="0"/>
              </a:spcBef>
              <a:spcAft>
                <a:spcPts val="0"/>
              </a:spcAft>
              <a:buClr>
                <a:schemeClr val="dk1"/>
              </a:buClr>
              <a:buSzPts val="1100"/>
              <a:buChar char="●"/>
              <a:defRPr>
                <a:solidFill>
                  <a:schemeClr val="dk1"/>
                </a:solidFill>
              </a:defRPr>
            </a:lvl7pPr>
            <a:lvl8pPr marL="3657600" lvl="7" indent="-298450">
              <a:spcBef>
                <a:spcPts val="0"/>
              </a:spcBef>
              <a:spcAft>
                <a:spcPts val="0"/>
              </a:spcAft>
              <a:buClr>
                <a:schemeClr val="dk1"/>
              </a:buClr>
              <a:buSzPts val="1100"/>
              <a:buChar char="○"/>
              <a:defRPr>
                <a:solidFill>
                  <a:schemeClr val="dk1"/>
                </a:solidFill>
              </a:defRPr>
            </a:lvl8pPr>
            <a:lvl9pPr marL="4114800" lvl="8" indent="-298450">
              <a:spcBef>
                <a:spcPts val="0"/>
              </a:spcBef>
              <a:spcAft>
                <a:spcPts val="0"/>
              </a:spcAft>
              <a:buClr>
                <a:schemeClr val="dk1"/>
              </a:buClr>
              <a:buSzPts val="1100"/>
              <a:buChar char="■"/>
              <a:defRPr>
                <a:solidFill>
                  <a:schemeClr val="dk1"/>
                </a:solidFill>
              </a:defRPr>
            </a:lvl9pPr>
          </a:lstStyle>
          <a:p>
            <a:endParaRPr/>
          </a:p>
        </p:txBody>
      </p:sp>
      <p:sp>
        <p:nvSpPr>
          <p:cNvPr id="1514" name="Google Shape;1514;p58"/>
          <p:cNvSpPr txBox="1">
            <a:spLocks noGrp="1"/>
          </p:cNvSpPr>
          <p:nvPr>
            <p:ph type="body" idx="3"/>
          </p:nvPr>
        </p:nvSpPr>
        <p:spPr>
          <a:xfrm>
            <a:off x="5860050" y="3726938"/>
            <a:ext cx="1830000" cy="4839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dk1"/>
              </a:buClr>
              <a:buSzPts val="1100"/>
              <a:buChar char="●"/>
              <a:defRPr>
                <a:solidFill>
                  <a:schemeClr val="dk1"/>
                </a:solidFill>
              </a:defRPr>
            </a:lvl1pPr>
            <a:lvl2pPr marL="914400" lvl="1" indent="-298450">
              <a:spcBef>
                <a:spcPts val="0"/>
              </a:spcBef>
              <a:spcAft>
                <a:spcPts val="0"/>
              </a:spcAft>
              <a:buClr>
                <a:schemeClr val="dk1"/>
              </a:buClr>
              <a:buSzPts val="1100"/>
              <a:buChar char="○"/>
              <a:defRPr>
                <a:solidFill>
                  <a:schemeClr val="dk1"/>
                </a:solidFill>
              </a:defRPr>
            </a:lvl2pPr>
            <a:lvl3pPr marL="1371600" lvl="2" indent="-298450">
              <a:spcBef>
                <a:spcPts val="0"/>
              </a:spcBef>
              <a:spcAft>
                <a:spcPts val="0"/>
              </a:spcAft>
              <a:buClr>
                <a:schemeClr val="dk1"/>
              </a:buClr>
              <a:buSzPts val="1100"/>
              <a:buChar char="■"/>
              <a:defRPr>
                <a:solidFill>
                  <a:schemeClr val="dk1"/>
                </a:solidFill>
              </a:defRPr>
            </a:lvl3pPr>
            <a:lvl4pPr marL="1828800" lvl="3" indent="-298450">
              <a:spcBef>
                <a:spcPts val="0"/>
              </a:spcBef>
              <a:spcAft>
                <a:spcPts val="0"/>
              </a:spcAft>
              <a:buClr>
                <a:schemeClr val="dk1"/>
              </a:buClr>
              <a:buSzPts val="1100"/>
              <a:buChar char="●"/>
              <a:defRPr>
                <a:solidFill>
                  <a:schemeClr val="dk1"/>
                </a:solidFill>
              </a:defRPr>
            </a:lvl4pPr>
            <a:lvl5pPr marL="2286000" lvl="4" indent="-298450">
              <a:spcBef>
                <a:spcPts val="0"/>
              </a:spcBef>
              <a:spcAft>
                <a:spcPts val="0"/>
              </a:spcAft>
              <a:buClr>
                <a:schemeClr val="dk1"/>
              </a:buClr>
              <a:buSzPts val="1100"/>
              <a:buChar char="○"/>
              <a:defRPr>
                <a:solidFill>
                  <a:schemeClr val="dk1"/>
                </a:solidFill>
              </a:defRPr>
            </a:lvl5pPr>
            <a:lvl6pPr marL="2743200" lvl="5" indent="-298450">
              <a:spcBef>
                <a:spcPts val="0"/>
              </a:spcBef>
              <a:spcAft>
                <a:spcPts val="0"/>
              </a:spcAft>
              <a:buClr>
                <a:schemeClr val="dk1"/>
              </a:buClr>
              <a:buSzPts val="1100"/>
              <a:buChar char="■"/>
              <a:defRPr>
                <a:solidFill>
                  <a:schemeClr val="dk1"/>
                </a:solidFill>
              </a:defRPr>
            </a:lvl6pPr>
            <a:lvl7pPr marL="3200400" lvl="6" indent="-298450">
              <a:spcBef>
                <a:spcPts val="0"/>
              </a:spcBef>
              <a:spcAft>
                <a:spcPts val="0"/>
              </a:spcAft>
              <a:buClr>
                <a:schemeClr val="dk1"/>
              </a:buClr>
              <a:buSzPts val="1100"/>
              <a:buChar char="●"/>
              <a:defRPr>
                <a:solidFill>
                  <a:schemeClr val="dk1"/>
                </a:solidFill>
              </a:defRPr>
            </a:lvl7pPr>
            <a:lvl8pPr marL="3657600" lvl="7" indent="-298450">
              <a:spcBef>
                <a:spcPts val="0"/>
              </a:spcBef>
              <a:spcAft>
                <a:spcPts val="0"/>
              </a:spcAft>
              <a:buClr>
                <a:schemeClr val="dk1"/>
              </a:buClr>
              <a:buSzPts val="1100"/>
              <a:buChar char="○"/>
              <a:defRPr>
                <a:solidFill>
                  <a:schemeClr val="dk1"/>
                </a:solidFill>
              </a:defRPr>
            </a:lvl8pPr>
            <a:lvl9pPr marL="4114800" lvl="8" indent="-298450">
              <a:spcBef>
                <a:spcPts val="0"/>
              </a:spcBef>
              <a:spcAft>
                <a:spcPts val="0"/>
              </a:spcAft>
              <a:buClr>
                <a:schemeClr val="dk1"/>
              </a:buClr>
              <a:buSzPts val="1100"/>
              <a:buChar char="■"/>
              <a:defRPr>
                <a:solidFill>
                  <a:schemeClr val="dk1"/>
                </a:solidFill>
              </a:defRPr>
            </a:lvl9pPr>
          </a:lstStyle>
          <a:p>
            <a:endParaRPr/>
          </a:p>
        </p:txBody>
      </p:sp>
      <p:sp>
        <p:nvSpPr>
          <p:cNvPr id="1515" name="Google Shape;1515;p58"/>
          <p:cNvSpPr txBox="1">
            <a:spLocks noGrp="1"/>
          </p:cNvSpPr>
          <p:nvPr>
            <p:ph type="subTitle" idx="4"/>
          </p:nvPr>
        </p:nvSpPr>
        <p:spPr>
          <a:xfrm>
            <a:off x="5357325" y="974350"/>
            <a:ext cx="455400" cy="4422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100"/>
              <a:buNone/>
              <a:defRPr>
                <a:solidFill>
                  <a:schemeClr val="dk1"/>
                </a:solidFill>
              </a:defRPr>
            </a:lvl2pPr>
            <a:lvl3pPr lvl="2" algn="ctr">
              <a:spcBef>
                <a:spcPts val="0"/>
              </a:spcBef>
              <a:spcAft>
                <a:spcPts val="0"/>
              </a:spcAft>
              <a:buClr>
                <a:schemeClr val="dk1"/>
              </a:buClr>
              <a:buSzPts val="1100"/>
              <a:buNone/>
              <a:defRPr>
                <a:solidFill>
                  <a:schemeClr val="dk1"/>
                </a:solidFill>
              </a:defRPr>
            </a:lvl3pPr>
            <a:lvl4pPr lvl="3" algn="ctr">
              <a:spcBef>
                <a:spcPts val="0"/>
              </a:spcBef>
              <a:spcAft>
                <a:spcPts val="0"/>
              </a:spcAft>
              <a:buClr>
                <a:schemeClr val="dk1"/>
              </a:buClr>
              <a:buSzPts val="1100"/>
              <a:buNone/>
              <a:defRPr>
                <a:solidFill>
                  <a:schemeClr val="dk1"/>
                </a:solidFill>
              </a:defRPr>
            </a:lvl4pPr>
            <a:lvl5pPr lvl="4" algn="ctr">
              <a:spcBef>
                <a:spcPts val="0"/>
              </a:spcBef>
              <a:spcAft>
                <a:spcPts val="0"/>
              </a:spcAft>
              <a:buClr>
                <a:schemeClr val="dk1"/>
              </a:buClr>
              <a:buSzPts val="1100"/>
              <a:buNone/>
              <a:defRPr>
                <a:solidFill>
                  <a:schemeClr val="dk1"/>
                </a:solidFill>
              </a:defRPr>
            </a:lvl5pPr>
            <a:lvl6pPr lvl="5" algn="ctr">
              <a:spcBef>
                <a:spcPts val="0"/>
              </a:spcBef>
              <a:spcAft>
                <a:spcPts val="0"/>
              </a:spcAft>
              <a:buClr>
                <a:schemeClr val="dk1"/>
              </a:buClr>
              <a:buSzPts val="1100"/>
              <a:buNone/>
              <a:defRPr>
                <a:solidFill>
                  <a:schemeClr val="dk1"/>
                </a:solidFill>
              </a:defRPr>
            </a:lvl6pPr>
            <a:lvl7pPr lvl="6" algn="ctr">
              <a:spcBef>
                <a:spcPts val="0"/>
              </a:spcBef>
              <a:spcAft>
                <a:spcPts val="0"/>
              </a:spcAft>
              <a:buClr>
                <a:schemeClr val="dk1"/>
              </a:buClr>
              <a:buSzPts val="1100"/>
              <a:buNone/>
              <a:defRPr>
                <a:solidFill>
                  <a:schemeClr val="dk1"/>
                </a:solidFill>
              </a:defRPr>
            </a:lvl7pPr>
            <a:lvl8pPr lvl="7" algn="ctr">
              <a:spcBef>
                <a:spcPts val="0"/>
              </a:spcBef>
              <a:spcAft>
                <a:spcPts val="0"/>
              </a:spcAft>
              <a:buClr>
                <a:schemeClr val="dk1"/>
              </a:buClr>
              <a:buSzPts val="1100"/>
              <a:buNone/>
              <a:defRPr>
                <a:solidFill>
                  <a:schemeClr val="dk1"/>
                </a:solidFill>
              </a:defRPr>
            </a:lvl8pPr>
            <a:lvl9pPr lvl="8" algn="ctr">
              <a:spcBef>
                <a:spcPts val="0"/>
              </a:spcBef>
              <a:spcAft>
                <a:spcPts val="0"/>
              </a:spcAft>
              <a:buClr>
                <a:schemeClr val="dk1"/>
              </a:buClr>
              <a:buSzPts val="1100"/>
              <a:buNone/>
              <a:defRPr>
                <a:solidFill>
                  <a:schemeClr val="dk1"/>
                </a:solidFill>
              </a:defRPr>
            </a:lvl9pPr>
          </a:lstStyle>
          <a:p>
            <a:endParaRPr/>
          </a:p>
        </p:txBody>
      </p:sp>
      <p:sp>
        <p:nvSpPr>
          <p:cNvPr id="1516" name="Google Shape;1516;p58"/>
          <p:cNvSpPr txBox="1">
            <a:spLocks noGrp="1"/>
          </p:cNvSpPr>
          <p:nvPr>
            <p:ph type="subTitle" idx="5"/>
          </p:nvPr>
        </p:nvSpPr>
        <p:spPr>
          <a:xfrm>
            <a:off x="5357325" y="2350650"/>
            <a:ext cx="455400" cy="4422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100"/>
              <a:buNone/>
              <a:defRPr>
                <a:solidFill>
                  <a:schemeClr val="dk1"/>
                </a:solidFill>
              </a:defRPr>
            </a:lvl2pPr>
            <a:lvl3pPr lvl="2" algn="ctr">
              <a:spcBef>
                <a:spcPts val="0"/>
              </a:spcBef>
              <a:spcAft>
                <a:spcPts val="0"/>
              </a:spcAft>
              <a:buClr>
                <a:schemeClr val="dk1"/>
              </a:buClr>
              <a:buSzPts val="1100"/>
              <a:buNone/>
              <a:defRPr>
                <a:solidFill>
                  <a:schemeClr val="dk1"/>
                </a:solidFill>
              </a:defRPr>
            </a:lvl3pPr>
            <a:lvl4pPr lvl="3" algn="ctr">
              <a:spcBef>
                <a:spcPts val="0"/>
              </a:spcBef>
              <a:spcAft>
                <a:spcPts val="0"/>
              </a:spcAft>
              <a:buClr>
                <a:schemeClr val="dk1"/>
              </a:buClr>
              <a:buSzPts val="1100"/>
              <a:buNone/>
              <a:defRPr>
                <a:solidFill>
                  <a:schemeClr val="dk1"/>
                </a:solidFill>
              </a:defRPr>
            </a:lvl4pPr>
            <a:lvl5pPr lvl="4" algn="ctr">
              <a:spcBef>
                <a:spcPts val="0"/>
              </a:spcBef>
              <a:spcAft>
                <a:spcPts val="0"/>
              </a:spcAft>
              <a:buClr>
                <a:schemeClr val="dk1"/>
              </a:buClr>
              <a:buSzPts val="1100"/>
              <a:buNone/>
              <a:defRPr>
                <a:solidFill>
                  <a:schemeClr val="dk1"/>
                </a:solidFill>
              </a:defRPr>
            </a:lvl5pPr>
            <a:lvl6pPr lvl="5" algn="ctr">
              <a:spcBef>
                <a:spcPts val="0"/>
              </a:spcBef>
              <a:spcAft>
                <a:spcPts val="0"/>
              </a:spcAft>
              <a:buClr>
                <a:schemeClr val="dk1"/>
              </a:buClr>
              <a:buSzPts val="1100"/>
              <a:buNone/>
              <a:defRPr>
                <a:solidFill>
                  <a:schemeClr val="dk1"/>
                </a:solidFill>
              </a:defRPr>
            </a:lvl6pPr>
            <a:lvl7pPr lvl="6" algn="ctr">
              <a:spcBef>
                <a:spcPts val="0"/>
              </a:spcBef>
              <a:spcAft>
                <a:spcPts val="0"/>
              </a:spcAft>
              <a:buClr>
                <a:schemeClr val="dk1"/>
              </a:buClr>
              <a:buSzPts val="1100"/>
              <a:buNone/>
              <a:defRPr>
                <a:solidFill>
                  <a:schemeClr val="dk1"/>
                </a:solidFill>
              </a:defRPr>
            </a:lvl7pPr>
            <a:lvl8pPr lvl="7" algn="ctr">
              <a:spcBef>
                <a:spcPts val="0"/>
              </a:spcBef>
              <a:spcAft>
                <a:spcPts val="0"/>
              </a:spcAft>
              <a:buClr>
                <a:schemeClr val="dk1"/>
              </a:buClr>
              <a:buSzPts val="1100"/>
              <a:buNone/>
              <a:defRPr>
                <a:solidFill>
                  <a:schemeClr val="dk1"/>
                </a:solidFill>
              </a:defRPr>
            </a:lvl8pPr>
            <a:lvl9pPr lvl="8" algn="ctr">
              <a:spcBef>
                <a:spcPts val="0"/>
              </a:spcBef>
              <a:spcAft>
                <a:spcPts val="0"/>
              </a:spcAft>
              <a:buClr>
                <a:schemeClr val="dk1"/>
              </a:buClr>
              <a:buSzPts val="1100"/>
              <a:buNone/>
              <a:defRPr>
                <a:solidFill>
                  <a:schemeClr val="dk1"/>
                </a:solidFill>
              </a:defRPr>
            </a:lvl9pPr>
          </a:lstStyle>
          <a:p>
            <a:endParaRPr/>
          </a:p>
        </p:txBody>
      </p:sp>
      <p:sp>
        <p:nvSpPr>
          <p:cNvPr id="1517" name="Google Shape;1517;p58"/>
          <p:cNvSpPr txBox="1">
            <a:spLocks noGrp="1"/>
          </p:cNvSpPr>
          <p:nvPr>
            <p:ph type="subTitle" idx="6"/>
          </p:nvPr>
        </p:nvSpPr>
        <p:spPr>
          <a:xfrm>
            <a:off x="5357325" y="3747800"/>
            <a:ext cx="455400" cy="4422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100"/>
              <a:buNone/>
              <a:defRPr>
                <a:solidFill>
                  <a:schemeClr val="dk1"/>
                </a:solidFill>
              </a:defRPr>
            </a:lvl2pPr>
            <a:lvl3pPr lvl="2" algn="ctr">
              <a:spcBef>
                <a:spcPts val="0"/>
              </a:spcBef>
              <a:spcAft>
                <a:spcPts val="0"/>
              </a:spcAft>
              <a:buClr>
                <a:schemeClr val="dk1"/>
              </a:buClr>
              <a:buSzPts val="1100"/>
              <a:buNone/>
              <a:defRPr>
                <a:solidFill>
                  <a:schemeClr val="dk1"/>
                </a:solidFill>
              </a:defRPr>
            </a:lvl3pPr>
            <a:lvl4pPr lvl="3" algn="ctr">
              <a:spcBef>
                <a:spcPts val="0"/>
              </a:spcBef>
              <a:spcAft>
                <a:spcPts val="0"/>
              </a:spcAft>
              <a:buClr>
                <a:schemeClr val="dk1"/>
              </a:buClr>
              <a:buSzPts val="1100"/>
              <a:buNone/>
              <a:defRPr>
                <a:solidFill>
                  <a:schemeClr val="dk1"/>
                </a:solidFill>
              </a:defRPr>
            </a:lvl4pPr>
            <a:lvl5pPr lvl="4" algn="ctr">
              <a:spcBef>
                <a:spcPts val="0"/>
              </a:spcBef>
              <a:spcAft>
                <a:spcPts val="0"/>
              </a:spcAft>
              <a:buClr>
                <a:schemeClr val="dk1"/>
              </a:buClr>
              <a:buSzPts val="1100"/>
              <a:buNone/>
              <a:defRPr>
                <a:solidFill>
                  <a:schemeClr val="dk1"/>
                </a:solidFill>
              </a:defRPr>
            </a:lvl5pPr>
            <a:lvl6pPr lvl="5" algn="ctr">
              <a:spcBef>
                <a:spcPts val="0"/>
              </a:spcBef>
              <a:spcAft>
                <a:spcPts val="0"/>
              </a:spcAft>
              <a:buClr>
                <a:schemeClr val="dk1"/>
              </a:buClr>
              <a:buSzPts val="1100"/>
              <a:buNone/>
              <a:defRPr>
                <a:solidFill>
                  <a:schemeClr val="dk1"/>
                </a:solidFill>
              </a:defRPr>
            </a:lvl6pPr>
            <a:lvl7pPr lvl="6" algn="ctr">
              <a:spcBef>
                <a:spcPts val="0"/>
              </a:spcBef>
              <a:spcAft>
                <a:spcPts val="0"/>
              </a:spcAft>
              <a:buClr>
                <a:schemeClr val="dk1"/>
              </a:buClr>
              <a:buSzPts val="1100"/>
              <a:buNone/>
              <a:defRPr>
                <a:solidFill>
                  <a:schemeClr val="dk1"/>
                </a:solidFill>
              </a:defRPr>
            </a:lvl7pPr>
            <a:lvl8pPr lvl="7" algn="ctr">
              <a:spcBef>
                <a:spcPts val="0"/>
              </a:spcBef>
              <a:spcAft>
                <a:spcPts val="0"/>
              </a:spcAft>
              <a:buClr>
                <a:schemeClr val="dk1"/>
              </a:buClr>
              <a:buSzPts val="1100"/>
              <a:buNone/>
              <a:defRPr>
                <a:solidFill>
                  <a:schemeClr val="dk1"/>
                </a:solidFill>
              </a:defRPr>
            </a:lvl8pPr>
            <a:lvl9pPr lvl="8" algn="ctr">
              <a:spcBef>
                <a:spcPts val="0"/>
              </a:spcBef>
              <a:spcAft>
                <a:spcPts val="0"/>
              </a:spcAft>
              <a:buClr>
                <a:schemeClr val="dk1"/>
              </a:buClr>
              <a:buSzPts val="1100"/>
              <a:buNone/>
              <a:defRPr>
                <a:solidFill>
                  <a:schemeClr val="dk1"/>
                </a:solidFill>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Slide Single Quiz Options 2 v1">
  <p:cSld name="CUSTOM_39">
    <p:spTree>
      <p:nvGrpSpPr>
        <p:cNvPr id="1" name="Shape 1518"/>
        <p:cNvGrpSpPr/>
        <p:nvPr/>
      </p:nvGrpSpPr>
      <p:grpSpPr>
        <a:xfrm>
          <a:off x="0" y="0"/>
          <a:ext cx="0" cy="0"/>
          <a:chOff x="0" y="0"/>
          <a:chExt cx="0" cy="0"/>
        </a:xfrm>
      </p:grpSpPr>
      <p:sp>
        <p:nvSpPr>
          <p:cNvPr id="1519" name="Google Shape;1519;p59"/>
          <p:cNvSpPr txBox="1">
            <a:spLocks noGrp="1"/>
          </p:cNvSpPr>
          <p:nvPr>
            <p:ph type="title"/>
          </p:nvPr>
        </p:nvSpPr>
        <p:spPr>
          <a:xfrm>
            <a:off x="566250" y="445025"/>
            <a:ext cx="8011500" cy="572700"/>
          </a:xfrm>
          <a:prstGeom prst="rect">
            <a:avLst/>
          </a:prstGeom>
        </p:spPr>
        <p:txBody>
          <a:bodyPr spcFirstLastPara="1" wrap="square" lIns="0" tIns="0" rIns="0" bIns="0"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520" name="Google Shape;1520;p59"/>
          <p:cNvSpPr/>
          <p:nvPr/>
        </p:nvSpPr>
        <p:spPr>
          <a:xfrm rot="10800000">
            <a:off x="7634350" y="-519750"/>
            <a:ext cx="2449800" cy="1093800"/>
          </a:xfrm>
          <a:prstGeom prst="snip1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521" name="Google Shape;1521;p59"/>
          <p:cNvGrpSpPr/>
          <p:nvPr/>
        </p:nvGrpSpPr>
        <p:grpSpPr>
          <a:xfrm>
            <a:off x="8137738" y="-49687"/>
            <a:ext cx="392675" cy="392675"/>
            <a:chOff x="458050" y="265600"/>
            <a:chExt cx="392675" cy="392675"/>
          </a:xfrm>
        </p:grpSpPr>
        <p:sp>
          <p:nvSpPr>
            <p:cNvPr id="1522" name="Google Shape;1522;p59"/>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23" name="Google Shape;1523;p59"/>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24" name="Google Shape;1524;p59"/>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25" name="Google Shape;1525;p59"/>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526" name="Google Shape;1526;p59"/>
          <p:cNvGrpSpPr/>
          <p:nvPr/>
        </p:nvGrpSpPr>
        <p:grpSpPr>
          <a:xfrm>
            <a:off x="8677638" y="-49700"/>
            <a:ext cx="392675" cy="392675"/>
            <a:chOff x="458050" y="265600"/>
            <a:chExt cx="392675" cy="392675"/>
          </a:xfrm>
        </p:grpSpPr>
        <p:sp>
          <p:nvSpPr>
            <p:cNvPr id="1527" name="Google Shape;1527;p59"/>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28" name="Google Shape;1528;p59"/>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29" name="Google Shape;1529;p59"/>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30" name="Google Shape;1530;p59"/>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1531" name="Google Shape;1531;p59"/>
          <p:cNvSpPr/>
          <p:nvPr/>
        </p:nvSpPr>
        <p:spPr>
          <a:xfrm>
            <a:off x="2486576" y="4630930"/>
            <a:ext cx="1093800" cy="1093800"/>
          </a:xfrm>
          <a:prstGeom prst="donut">
            <a:avLst>
              <a:gd name="adj" fmla="val 17041"/>
            </a:avLst>
          </a:prstGeom>
          <a:noFill/>
          <a:ln w="38100" cap="flat" cmpd="sng">
            <a:solidFill>
              <a:schemeClr val="accent3"/>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32" name="Google Shape;1532;p59"/>
          <p:cNvSpPr/>
          <p:nvPr/>
        </p:nvSpPr>
        <p:spPr>
          <a:xfrm>
            <a:off x="513900" y="2454550"/>
            <a:ext cx="816000" cy="723300"/>
          </a:xfrm>
          <a:prstGeom prst="snip2DiagRect">
            <a:avLst>
              <a:gd name="adj1" fmla="val 0"/>
              <a:gd name="adj2"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chemeClr val="lt2"/>
              </a:solidFill>
              <a:latin typeface="Fredoka"/>
              <a:ea typeface="Fredoka"/>
              <a:cs typeface="Fredoka"/>
              <a:sym typeface="Fredoka"/>
            </a:endParaRPr>
          </a:p>
        </p:txBody>
      </p:sp>
      <p:sp>
        <p:nvSpPr>
          <p:cNvPr id="1533" name="Google Shape;1533;p59"/>
          <p:cNvSpPr txBox="1">
            <a:spLocks noGrp="1"/>
          </p:cNvSpPr>
          <p:nvPr>
            <p:ph type="body" idx="1"/>
          </p:nvPr>
        </p:nvSpPr>
        <p:spPr>
          <a:xfrm>
            <a:off x="1501026" y="2444234"/>
            <a:ext cx="2586000" cy="744000"/>
          </a:xfrm>
          <a:prstGeom prst="rect">
            <a:avLst/>
          </a:prstGeom>
        </p:spPr>
        <p:txBody>
          <a:bodyPr spcFirstLastPara="1" wrap="square" lIns="0" tIns="0" rIns="0" bIns="0" anchor="ctr"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1534" name="Google Shape;1534;p59"/>
          <p:cNvSpPr txBox="1">
            <a:spLocks noGrp="1"/>
          </p:cNvSpPr>
          <p:nvPr>
            <p:ph type="body" idx="2"/>
          </p:nvPr>
        </p:nvSpPr>
        <p:spPr>
          <a:xfrm>
            <a:off x="5991742" y="2448697"/>
            <a:ext cx="2586000" cy="744000"/>
          </a:xfrm>
          <a:prstGeom prst="rect">
            <a:avLst/>
          </a:prstGeom>
        </p:spPr>
        <p:txBody>
          <a:bodyPr spcFirstLastPara="1" wrap="square" lIns="0" tIns="0" rIns="0" bIns="0" anchor="ctr" anchorCtr="0">
            <a:no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1535" name="Google Shape;1535;p59"/>
          <p:cNvSpPr/>
          <p:nvPr/>
        </p:nvSpPr>
        <p:spPr>
          <a:xfrm>
            <a:off x="4924925" y="2459596"/>
            <a:ext cx="816000" cy="731100"/>
          </a:xfrm>
          <a:prstGeom prst="snip2DiagRect">
            <a:avLst>
              <a:gd name="adj1" fmla="val 0"/>
              <a:gd name="adj2"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a:solidFill>
                <a:schemeClr val="lt2"/>
              </a:solidFill>
              <a:latin typeface="Fredoka"/>
              <a:ea typeface="Fredoka"/>
              <a:cs typeface="Fredoka"/>
              <a:sym typeface="Fredoka"/>
            </a:endParaRPr>
          </a:p>
        </p:txBody>
      </p:sp>
      <p:sp>
        <p:nvSpPr>
          <p:cNvPr id="1536" name="Google Shape;1536;p59"/>
          <p:cNvSpPr txBox="1">
            <a:spLocks noGrp="1"/>
          </p:cNvSpPr>
          <p:nvPr>
            <p:ph type="subTitle" idx="3"/>
          </p:nvPr>
        </p:nvSpPr>
        <p:spPr>
          <a:xfrm>
            <a:off x="677100" y="2608850"/>
            <a:ext cx="489600" cy="432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100"/>
              <a:buNone/>
              <a:defRPr>
                <a:solidFill>
                  <a:schemeClr val="dk1"/>
                </a:solidFill>
              </a:defRPr>
            </a:lvl2pPr>
            <a:lvl3pPr lvl="2">
              <a:spcBef>
                <a:spcPts val="0"/>
              </a:spcBef>
              <a:spcAft>
                <a:spcPts val="0"/>
              </a:spcAft>
              <a:buClr>
                <a:schemeClr val="dk1"/>
              </a:buClr>
              <a:buSzPts val="1100"/>
              <a:buNone/>
              <a:defRPr>
                <a:solidFill>
                  <a:schemeClr val="dk1"/>
                </a:solidFill>
              </a:defRPr>
            </a:lvl3pPr>
            <a:lvl4pPr lvl="3">
              <a:spcBef>
                <a:spcPts val="0"/>
              </a:spcBef>
              <a:spcAft>
                <a:spcPts val="0"/>
              </a:spcAft>
              <a:buClr>
                <a:schemeClr val="dk1"/>
              </a:buClr>
              <a:buSzPts val="1100"/>
              <a:buNone/>
              <a:defRPr>
                <a:solidFill>
                  <a:schemeClr val="dk1"/>
                </a:solidFill>
              </a:defRPr>
            </a:lvl4pPr>
            <a:lvl5pPr lvl="4">
              <a:spcBef>
                <a:spcPts val="0"/>
              </a:spcBef>
              <a:spcAft>
                <a:spcPts val="0"/>
              </a:spcAft>
              <a:buClr>
                <a:schemeClr val="dk1"/>
              </a:buClr>
              <a:buSzPts val="1100"/>
              <a:buNone/>
              <a:defRPr>
                <a:solidFill>
                  <a:schemeClr val="dk1"/>
                </a:solidFill>
              </a:defRPr>
            </a:lvl5pPr>
            <a:lvl6pPr lvl="5">
              <a:spcBef>
                <a:spcPts val="0"/>
              </a:spcBef>
              <a:spcAft>
                <a:spcPts val="0"/>
              </a:spcAft>
              <a:buClr>
                <a:schemeClr val="dk1"/>
              </a:buClr>
              <a:buSzPts val="1100"/>
              <a:buNone/>
              <a:defRPr>
                <a:solidFill>
                  <a:schemeClr val="dk1"/>
                </a:solidFill>
              </a:defRPr>
            </a:lvl6pPr>
            <a:lvl7pPr lvl="6">
              <a:spcBef>
                <a:spcPts val="0"/>
              </a:spcBef>
              <a:spcAft>
                <a:spcPts val="0"/>
              </a:spcAft>
              <a:buClr>
                <a:schemeClr val="dk1"/>
              </a:buClr>
              <a:buSzPts val="1100"/>
              <a:buNone/>
              <a:defRPr>
                <a:solidFill>
                  <a:schemeClr val="dk1"/>
                </a:solidFill>
              </a:defRPr>
            </a:lvl7pPr>
            <a:lvl8pPr lvl="7">
              <a:spcBef>
                <a:spcPts val="0"/>
              </a:spcBef>
              <a:spcAft>
                <a:spcPts val="0"/>
              </a:spcAft>
              <a:buClr>
                <a:schemeClr val="dk1"/>
              </a:buClr>
              <a:buSzPts val="1100"/>
              <a:buNone/>
              <a:defRPr>
                <a:solidFill>
                  <a:schemeClr val="dk1"/>
                </a:solidFill>
              </a:defRPr>
            </a:lvl8pPr>
            <a:lvl9pPr lvl="8">
              <a:spcBef>
                <a:spcPts val="0"/>
              </a:spcBef>
              <a:spcAft>
                <a:spcPts val="0"/>
              </a:spcAft>
              <a:buClr>
                <a:schemeClr val="dk1"/>
              </a:buClr>
              <a:buSzPts val="1100"/>
              <a:buNone/>
              <a:defRPr>
                <a:solidFill>
                  <a:schemeClr val="dk1"/>
                </a:solidFill>
              </a:defRPr>
            </a:lvl9pPr>
          </a:lstStyle>
          <a:p>
            <a:endParaRPr/>
          </a:p>
        </p:txBody>
      </p:sp>
      <p:sp>
        <p:nvSpPr>
          <p:cNvPr id="1537" name="Google Shape;1537;p59"/>
          <p:cNvSpPr txBox="1">
            <a:spLocks noGrp="1"/>
          </p:cNvSpPr>
          <p:nvPr>
            <p:ph type="subTitle" idx="4"/>
          </p:nvPr>
        </p:nvSpPr>
        <p:spPr>
          <a:xfrm>
            <a:off x="5088125" y="2608850"/>
            <a:ext cx="489600" cy="432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100"/>
              <a:buNone/>
              <a:defRPr>
                <a:solidFill>
                  <a:schemeClr val="dk1"/>
                </a:solidFill>
              </a:defRPr>
            </a:lvl2pPr>
            <a:lvl3pPr lvl="2">
              <a:spcBef>
                <a:spcPts val="0"/>
              </a:spcBef>
              <a:spcAft>
                <a:spcPts val="0"/>
              </a:spcAft>
              <a:buClr>
                <a:schemeClr val="dk1"/>
              </a:buClr>
              <a:buSzPts val="1100"/>
              <a:buNone/>
              <a:defRPr>
                <a:solidFill>
                  <a:schemeClr val="dk1"/>
                </a:solidFill>
              </a:defRPr>
            </a:lvl3pPr>
            <a:lvl4pPr lvl="3">
              <a:spcBef>
                <a:spcPts val="0"/>
              </a:spcBef>
              <a:spcAft>
                <a:spcPts val="0"/>
              </a:spcAft>
              <a:buClr>
                <a:schemeClr val="dk1"/>
              </a:buClr>
              <a:buSzPts val="1100"/>
              <a:buNone/>
              <a:defRPr>
                <a:solidFill>
                  <a:schemeClr val="dk1"/>
                </a:solidFill>
              </a:defRPr>
            </a:lvl4pPr>
            <a:lvl5pPr lvl="4">
              <a:spcBef>
                <a:spcPts val="0"/>
              </a:spcBef>
              <a:spcAft>
                <a:spcPts val="0"/>
              </a:spcAft>
              <a:buClr>
                <a:schemeClr val="dk1"/>
              </a:buClr>
              <a:buSzPts val="1100"/>
              <a:buNone/>
              <a:defRPr>
                <a:solidFill>
                  <a:schemeClr val="dk1"/>
                </a:solidFill>
              </a:defRPr>
            </a:lvl5pPr>
            <a:lvl6pPr lvl="5">
              <a:spcBef>
                <a:spcPts val="0"/>
              </a:spcBef>
              <a:spcAft>
                <a:spcPts val="0"/>
              </a:spcAft>
              <a:buClr>
                <a:schemeClr val="dk1"/>
              </a:buClr>
              <a:buSzPts val="1100"/>
              <a:buNone/>
              <a:defRPr>
                <a:solidFill>
                  <a:schemeClr val="dk1"/>
                </a:solidFill>
              </a:defRPr>
            </a:lvl6pPr>
            <a:lvl7pPr lvl="6">
              <a:spcBef>
                <a:spcPts val="0"/>
              </a:spcBef>
              <a:spcAft>
                <a:spcPts val="0"/>
              </a:spcAft>
              <a:buClr>
                <a:schemeClr val="dk1"/>
              </a:buClr>
              <a:buSzPts val="1100"/>
              <a:buNone/>
              <a:defRPr>
                <a:solidFill>
                  <a:schemeClr val="dk1"/>
                </a:solidFill>
              </a:defRPr>
            </a:lvl7pPr>
            <a:lvl8pPr lvl="7">
              <a:spcBef>
                <a:spcPts val="0"/>
              </a:spcBef>
              <a:spcAft>
                <a:spcPts val="0"/>
              </a:spcAft>
              <a:buClr>
                <a:schemeClr val="dk1"/>
              </a:buClr>
              <a:buSzPts val="1100"/>
              <a:buNone/>
              <a:defRPr>
                <a:solidFill>
                  <a:schemeClr val="dk1"/>
                </a:solidFill>
              </a:defRPr>
            </a:lvl8pPr>
            <a:lvl9pPr lvl="8">
              <a:spcBef>
                <a:spcPts val="0"/>
              </a:spcBef>
              <a:spcAft>
                <a:spcPts val="0"/>
              </a:spcAft>
              <a:buClr>
                <a:schemeClr val="dk1"/>
              </a:buClr>
              <a:buSzPts val="1100"/>
              <a:buNone/>
              <a:defRPr>
                <a:solidFill>
                  <a:schemeClr val="dk1"/>
                </a:solidFill>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Slide Single Quiz Options 2 v2">
  <p:cSld name="CUSTOM_40">
    <p:spTree>
      <p:nvGrpSpPr>
        <p:cNvPr id="1" name="Shape 1538"/>
        <p:cNvGrpSpPr/>
        <p:nvPr/>
      </p:nvGrpSpPr>
      <p:grpSpPr>
        <a:xfrm>
          <a:off x="0" y="0"/>
          <a:ext cx="0" cy="0"/>
          <a:chOff x="0" y="0"/>
          <a:chExt cx="0" cy="0"/>
        </a:xfrm>
      </p:grpSpPr>
      <p:sp>
        <p:nvSpPr>
          <p:cNvPr id="1539" name="Google Shape;1539;p60"/>
          <p:cNvSpPr/>
          <p:nvPr/>
        </p:nvSpPr>
        <p:spPr>
          <a:xfrm>
            <a:off x="3909775" y="-27225"/>
            <a:ext cx="5234100" cy="5170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540" name="Google Shape;1540;p60"/>
          <p:cNvGrpSpPr/>
          <p:nvPr/>
        </p:nvGrpSpPr>
        <p:grpSpPr>
          <a:xfrm>
            <a:off x="7939157" y="-559388"/>
            <a:ext cx="1572280" cy="1572280"/>
            <a:chOff x="987244" y="313753"/>
            <a:chExt cx="555321" cy="555321"/>
          </a:xfrm>
        </p:grpSpPr>
        <p:grpSp>
          <p:nvGrpSpPr>
            <p:cNvPr id="1541" name="Google Shape;1541;p60"/>
            <p:cNvGrpSpPr/>
            <p:nvPr/>
          </p:nvGrpSpPr>
          <p:grpSpPr>
            <a:xfrm>
              <a:off x="1068575" y="395075"/>
              <a:ext cx="392675" cy="392675"/>
              <a:chOff x="458050" y="265600"/>
              <a:chExt cx="392675" cy="392675"/>
            </a:xfrm>
          </p:grpSpPr>
          <p:sp>
            <p:nvSpPr>
              <p:cNvPr id="1542" name="Google Shape;1542;p60"/>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43" name="Google Shape;1543;p60"/>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44" name="Google Shape;1544;p60"/>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45" name="Google Shape;1545;p60"/>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546" name="Google Shape;1546;p60"/>
            <p:cNvGrpSpPr/>
            <p:nvPr/>
          </p:nvGrpSpPr>
          <p:grpSpPr>
            <a:xfrm rot="-2700000">
              <a:off x="1068569" y="395078"/>
              <a:ext cx="392671" cy="392671"/>
              <a:chOff x="458050" y="265600"/>
              <a:chExt cx="392675" cy="392675"/>
            </a:xfrm>
          </p:grpSpPr>
          <p:sp>
            <p:nvSpPr>
              <p:cNvPr id="1547" name="Google Shape;1547;p60"/>
              <p:cNvSpPr/>
              <p:nvPr/>
            </p:nvSpPr>
            <p:spPr>
              <a:xfrm>
                <a:off x="638050" y="265600"/>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48" name="Google Shape;1548;p60"/>
              <p:cNvSpPr/>
              <p:nvPr/>
            </p:nvSpPr>
            <p:spPr>
              <a:xfrm>
                <a:off x="638050" y="5229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49" name="Google Shape;1549;p60"/>
              <p:cNvSpPr/>
              <p:nvPr/>
            </p:nvSpPr>
            <p:spPr>
              <a:xfrm rot="-5400000">
                <a:off x="509350"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50" name="Google Shape;1550;p60"/>
              <p:cNvSpPr/>
              <p:nvPr/>
            </p:nvSpPr>
            <p:spPr>
              <a:xfrm rot="-5400000">
                <a:off x="766725" y="394275"/>
                <a:ext cx="32700" cy="1353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sp>
        <p:nvSpPr>
          <p:cNvPr id="1551" name="Google Shape;1551;p60"/>
          <p:cNvSpPr/>
          <p:nvPr/>
        </p:nvSpPr>
        <p:spPr>
          <a:xfrm>
            <a:off x="3362526" y="4772899"/>
            <a:ext cx="1132200" cy="1132200"/>
          </a:xfrm>
          <a:prstGeom prst="donut">
            <a:avLst>
              <a:gd name="adj" fmla="val 17041"/>
            </a:avLst>
          </a:prstGeom>
          <a:noFill/>
          <a:ln w="3810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552" name="Google Shape;1552;p60"/>
          <p:cNvGrpSpPr/>
          <p:nvPr/>
        </p:nvGrpSpPr>
        <p:grpSpPr>
          <a:xfrm rot="5400000">
            <a:off x="4164913" y="48982"/>
            <a:ext cx="230579" cy="230579"/>
            <a:chOff x="458050" y="265600"/>
            <a:chExt cx="392675" cy="392675"/>
          </a:xfrm>
        </p:grpSpPr>
        <p:sp>
          <p:nvSpPr>
            <p:cNvPr id="1553" name="Google Shape;1553;p60"/>
            <p:cNvSpPr/>
            <p:nvPr/>
          </p:nvSpPr>
          <p:spPr>
            <a:xfrm>
              <a:off x="638050" y="265600"/>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54" name="Google Shape;1554;p60"/>
            <p:cNvSpPr/>
            <p:nvPr/>
          </p:nvSpPr>
          <p:spPr>
            <a:xfrm>
              <a:off x="638050" y="5229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55" name="Google Shape;1555;p60"/>
            <p:cNvSpPr/>
            <p:nvPr/>
          </p:nvSpPr>
          <p:spPr>
            <a:xfrm rot="-5400000">
              <a:off x="509350"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56" name="Google Shape;1556;p60"/>
            <p:cNvSpPr/>
            <p:nvPr/>
          </p:nvSpPr>
          <p:spPr>
            <a:xfrm rot="-5400000">
              <a:off x="766725"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557" name="Google Shape;1557;p60"/>
          <p:cNvGrpSpPr/>
          <p:nvPr/>
        </p:nvGrpSpPr>
        <p:grpSpPr>
          <a:xfrm rot="5400000">
            <a:off x="3985952" y="276513"/>
            <a:ext cx="230579" cy="230579"/>
            <a:chOff x="458050" y="265600"/>
            <a:chExt cx="392675" cy="392675"/>
          </a:xfrm>
        </p:grpSpPr>
        <p:sp>
          <p:nvSpPr>
            <p:cNvPr id="1558" name="Google Shape;1558;p60"/>
            <p:cNvSpPr/>
            <p:nvPr/>
          </p:nvSpPr>
          <p:spPr>
            <a:xfrm>
              <a:off x="638050" y="265600"/>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59" name="Google Shape;1559;p60"/>
            <p:cNvSpPr/>
            <p:nvPr/>
          </p:nvSpPr>
          <p:spPr>
            <a:xfrm>
              <a:off x="638050" y="5229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60" name="Google Shape;1560;p60"/>
            <p:cNvSpPr/>
            <p:nvPr/>
          </p:nvSpPr>
          <p:spPr>
            <a:xfrm rot="-5400000">
              <a:off x="509350"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61" name="Google Shape;1561;p60"/>
            <p:cNvSpPr/>
            <p:nvPr/>
          </p:nvSpPr>
          <p:spPr>
            <a:xfrm rot="-5400000">
              <a:off x="766725" y="394275"/>
              <a:ext cx="32700" cy="135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562" name="Google Shape;1562;p60"/>
          <p:cNvGrpSpPr/>
          <p:nvPr/>
        </p:nvGrpSpPr>
        <p:grpSpPr>
          <a:xfrm rot="5400000">
            <a:off x="44813" y="4583832"/>
            <a:ext cx="230579" cy="230579"/>
            <a:chOff x="458050" y="265600"/>
            <a:chExt cx="392675" cy="392675"/>
          </a:xfrm>
        </p:grpSpPr>
        <p:sp>
          <p:nvSpPr>
            <p:cNvPr id="1563" name="Google Shape;1563;p60"/>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64" name="Google Shape;1564;p60"/>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65" name="Google Shape;1565;p60"/>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66" name="Google Shape;1566;p60"/>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567" name="Google Shape;1567;p60"/>
          <p:cNvGrpSpPr/>
          <p:nvPr/>
        </p:nvGrpSpPr>
        <p:grpSpPr>
          <a:xfrm rot="5400000">
            <a:off x="44827" y="4857688"/>
            <a:ext cx="230579" cy="230579"/>
            <a:chOff x="458050" y="265600"/>
            <a:chExt cx="392675" cy="392675"/>
          </a:xfrm>
        </p:grpSpPr>
        <p:sp>
          <p:nvSpPr>
            <p:cNvPr id="1568" name="Google Shape;1568;p60"/>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69" name="Google Shape;1569;p60"/>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70" name="Google Shape;1570;p60"/>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71" name="Google Shape;1571;p60"/>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572" name="Google Shape;1572;p60"/>
          <p:cNvGrpSpPr/>
          <p:nvPr/>
        </p:nvGrpSpPr>
        <p:grpSpPr>
          <a:xfrm rot="5400000">
            <a:off x="275388" y="4742007"/>
            <a:ext cx="230579" cy="230579"/>
            <a:chOff x="458050" y="265600"/>
            <a:chExt cx="392675" cy="392675"/>
          </a:xfrm>
        </p:grpSpPr>
        <p:sp>
          <p:nvSpPr>
            <p:cNvPr id="1573" name="Google Shape;1573;p60"/>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74" name="Google Shape;1574;p60"/>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75" name="Google Shape;1575;p60"/>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76" name="Google Shape;1576;p60"/>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577" name="Google Shape;1577;p60"/>
          <p:cNvGrpSpPr/>
          <p:nvPr/>
        </p:nvGrpSpPr>
        <p:grpSpPr>
          <a:xfrm rot="5400000">
            <a:off x="275402" y="5015863"/>
            <a:ext cx="230579" cy="230579"/>
            <a:chOff x="458050" y="265600"/>
            <a:chExt cx="392675" cy="392675"/>
          </a:xfrm>
        </p:grpSpPr>
        <p:sp>
          <p:nvSpPr>
            <p:cNvPr id="1578" name="Google Shape;1578;p60"/>
            <p:cNvSpPr/>
            <p:nvPr/>
          </p:nvSpPr>
          <p:spPr>
            <a:xfrm>
              <a:off x="638050" y="265600"/>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79" name="Google Shape;1579;p60"/>
            <p:cNvSpPr/>
            <p:nvPr/>
          </p:nvSpPr>
          <p:spPr>
            <a:xfrm>
              <a:off x="638050" y="5229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80" name="Google Shape;1580;p60"/>
            <p:cNvSpPr/>
            <p:nvPr/>
          </p:nvSpPr>
          <p:spPr>
            <a:xfrm rot="-5400000">
              <a:off x="509350"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81" name="Google Shape;1581;p60"/>
            <p:cNvSpPr/>
            <p:nvPr/>
          </p:nvSpPr>
          <p:spPr>
            <a:xfrm rot="-5400000">
              <a:off x="766725" y="394275"/>
              <a:ext cx="32700" cy="1353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1582" name="Google Shape;1582;p60"/>
          <p:cNvSpPr txBox="1">
            <a:spLocks noGrp="1"/>
          </p:cNvSpPr>
          <p:nvPr>
            <p:ph type="title"/>
          </p:nvPr>
        </p:nvSpPr>
        <p:spPr>
          <a:xfrm>
            <a:off x="566250" y="2339775"/>
            <a:ext cx="3031800" cy="572700"/>
          </a:xfrm>
          <a:prstGeom prst="rect">
            <a:avLst/>
          </a:prstGeom>
        </p:spPr>
        <p:txBody>
          <a:bodyPr spcFirstLastPara="1" wrap="square" lIns="0" tIns="0" rIns="0" bIns="0"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583" name="Google Shape;1583;p60"/>
          <p:cNvSpPr/>
          <p:nvPr/>
        </p:nvSpPr>
        <p:spPr>
          <a:xfrm>
            <a:off x="5224525" y="1500838"/>
            <a:ext cx="2604600" cy="730500"/>
          </a:xfrm>
          <a:prstGeom prst="snip2DiagRect">
            <a:avLst>
              <a:gd name="adj1" fmla="val 0"/>
              <a:gd name="adj2"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584" name="Google Shape;1584;p60"/>
          <p:cNvSpPr/>
          <p:nvPr/>
        </p:nvSpPr>
        <p:spPr>
          <a:xfrm>
            <a:off x="5224525" y="2885013"/>
            <a:ext cx="2604600" cy="730500"/>
          </a:xfrm>
          <a:prstGeom prst="snip2DiagRect">
            <a:avLst>
              <a:gd name="adj1" fmla="val 0"/>
              <a:gd name="adj2"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585" name="Google Shape;1585;p60"/>
          <p:cNvSpPr txBox="1">
            <a:spLocks noGrp="1"/>
          </p:cNvSpPr>
          <p:nvPr>
            <p:ph type="body" idx="1"/>
          </p:nvPr>
        </p:nvSpPr>
        <p:spPr>
          <a:xfrm>
            <a:off x="5862914" y="1626688"/>
            <a:ext cx="1830000" cy="4839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dk1"/>
              </a:buClr>
              <a:buSzPts val="1100"/>
              <a:buChar char="●"/>
              <a:defRPr>
                <a:solidFill>
                  <a:schemeClr val="dk1"/>
                </a:solidFill>
              </a:defRPr>
            </a:lvl1pPr>
            <a:lvl2pPr marL="914400" lvl="1" indent="-298450">
              <a:spcBef>
                <a:spcPts val="0"/>
              </a:spcBef>
              <a:spcAft>
                <a:spcPts val="0"/>
              </a:spcAft>
              <a:buClr>
                <a:schemeClr val="dk1"/>
              </a:buClr>
              <a:buSzPts val="1100"/>
              <a:buChar char="○"/>
              <a:defRPr>
                <a:solidFill>
                  <a:schemeClr val="dk1"/>
                </a:solidFill>
              </a:defRPr>
            </a:lvl2pPr>
            <a:lvl3pPr marL="1371600" lvl="2" indent="-298450">
              <a:spcBef>
                <a:spcPts val="0"/>
              </a:spcBef>
              <a:spcAft>
                <a:spcPts val="0"/>
              </a:spcAft>
              <a:buClr>
                <a:schemeClr val="dk1"/>
              </a:buClr>
              <a:buSzPts val="1100"/>
              <a:buChar char="■"/>
              <a:defRPr>
                <a:solidFill>
                  <a:schemeClr val="dk1"/>
                </a:solidFill>
              </a:defRPr>
            </a:lvl3pPr>
            <a:lvl4pPr marL="1828800" lvl="3" indent="-298450">
              <a:spcBef>
                <a:spcPts val="0"/>
              </a:spcBef>
              <a:spcAft>
                <a:spcPts val="0"/>
              </a:spcAft>
              <a:buClr>
                <a:schemeClr val="dk1"/>
              </a:buClr>
              <a:buSzPts val="1100"/>
              <a:buChar char="●"/>
              <a:defRPr>
                <a:solidFill>
                  <a:schemeClr val="dk1"/>
                </a:solidFill>
              </a:defRPr>
            </a:lvl4pPr>
            <a:lvl5pPr marL="2286000" lvl="4" indent="-298450">
              <a:spcBef>
                <a:spcPts val="0"/>
              </a:spcBef>
              <a:spcAft>
                <a:spcPts val="0"/>
              </a:spcAft>
              <a:buClr>
                <a:schemeClr val="dk1"/>
              </a:buClr>
              <a:buSzPts val="1100"/>
              <a:buChar char="○"/>
              <a:defRPr>
                <a:solidFill>
                  <a:schemeClr val="dk1"/>
                </a:solidFill>
              </a:defRPr>
            </a:lvl5pPr>
            <a:lvl6pPr marL="2743200" lvl="5" indent="-298450">
              <a:spcBef>
                <a:spcPts val="0"/>
              </a:spcBef>
              <a:spcAft>
                <a:spcPts val="0"/>
              </a:spcAft>
              <a:buClr>
                <a:schemeClr val="dk1"/>
              </a:buClr>
              <a:buSzPts val="1100"/>
              <a:buChar char="■"/>
              <a:defRPr>
                <a:solidFill>
                  <a:schemeClr val="dk1"/>
                </a:solidFill>
              </a:defRPr>
            </a:lvl6pPr>
            <a:lvl7pPr marL="3200400" lvl="6" indent="-298450">
              <a:spcBef>
                <a:spcPts val="0"/>
              </a:spcBef>
              <a:spcAft>
                <a:spcPts val="0"/>
              </a:spcAft>
              <a:buClr>
                <a:schemeClr val="dk1"/>
              </a:buClr>
              <a:buSzPts val="1100"/>
              <a:buChar char="●"/>
              <a:defRPr>
                <a:solidFill>
                  <a:schemeClr val="dk1"/>
                </a:solidFill>
              </a:defRPr>
            </a:lvl7pPr>
            <a:lvl8pPr marL="3657600" lvl="7" indent="-298450">
              <a:spcBef>
                <a:spcPts val="0"/>
              </a:spcBef>
              <a:spcAft>
                <a:spcPts val="0"/>
              </a:spcAft>
              <a:buClr>
                <a:schemeClr val="dk1"/>
              </a:buClr>
              <a:buSzPts val="1100"/>
              <a:buChar char="○"/>
              <a:defRPr>
                <a:solidFill>
                  <a:schemeClr val="dk1"/>
                </a:solidFill>
              </a:defRPr>
            </a:lvl8pPr>
            <a:lvl9pPr marL="4114800" lvl="8" indent="-298450">
              <a:spcBef>
                <a:spcPts val="0"/>
              </a:spcBef>
              <a:spcAft>
                <a:spcPts val="0"/>
              </a:spcAft>
              <a:buClr>
                <a:schemeClr val="dk1"/>
              </a:buClr>
              <a:buSzPts val="1100"/>
              <a:buChar char="■"/>
              <a:defRPr>
                <a:solidFill>
                  <a:schemeClr val="dk1"/>
                </a:solidFill>
              </a:defRPr>
            </a:lvl9pPr>
          </a:lstStyle>
          <a:p>
            <a:endParaRPr/>
          </a:p>
        </p:txBody>
      </p:sp>
      <p:sp>
        <p:nvSpPr>
          <p:cNvPr id="1586" name="Google Shape;1586;p60"/>
          <p:cNvSpPr txBox="1">
            <a:spLocks noGrp="1"/>
          </p:cNvSpPr>
          <p:nvPr>
            <p:ph type="body" idx="2"/>
          </p:nvPr>
        </p:nvSpPr>
        <p:spPr>
          <a:xfrm>
            <a:off x="5860050" y="3008313"/>
            <a:ext cx="1830000" cy="483900"/>
          </a:xfrm>
          <a:prstGeom prst="rect">
            <a:avLst/>
          </a:prstGeom>
        </p:spPr>
        <p:txBody>
          <a:bodyPr spcFirstLastPara="1" wrap="square" lIns="0" tIns="0" rIns="0" bIns="0" anchor="ctr" anchorCtr="0">
            <a:noAutofit/>
          </a:bodyPr>
          <a:lstStyle>
            <a:lvl1pPr marL="457200" lvl="0" indent="-298450">
              <a:spcBef>
                <a:spcPts val="0"/>
              </a:spcBef>
              <a:spcAft>
                <a:spcPts val="0"/>
              </a:spcAft>
              <a:buClr>
                <a:schemeClr val="dk1"/>
              </a:buClr>
              <a:buSzPts val="1100"/>
              <a:buChar char="●"/>
              <a:defRPr>
                <a:solidFill>
                  <a:schemeClr val="dk1"/>
                </a:solidFill>
              </a:defRPr>
            </a:lvl1pPr>
            <a:lvl2pPr marL="914400" lvl="1" indent="-298450">
              <a:spcBef>
                <a:spcPts val="0"/>
              </a:spcBef>
              <a:spcAft>
                <a:spcPts val="0"/>
              </a:spcAft>
              <a:buClr>
                <a:schemeClr val="dk1"/>
              </a:buClr>
              <a:buSzPts val="1100"/>
              <a:buChar char="○"/>
              <a:defRPr>
                <a:solidFill>
                  <a:schemeClr val="dk1"/>
                </a:solidFill>
              </a:defRPr>
            </a:lvl2pPr>
            <a:lvl3pPr marL="1371600" lvl="2" indent="-298450">
              <a:spcBef>
                <a:spcPts val="0"/>
              </a:spcBef>
              <a:spcAft>
                <a:spcPts val="0"/>
              </a:spcAft>
              <a:buClr>
                <a:schemeClr val="dk1"/>
              </a:buClr>
              <a:buSzPts val="1100"/>
              <a:buChar char="■"/>
              <a:defRPr>
                <a:solidFill>
                  <a:schemeClr val="dk1"/>
                </a:solidFill>
              </a:defRPr>
            </a:lvl3pPr>
            <a:lvl4pPr marL="1828800" lvl="3" indent="-298450">
              <a:spcBef>
                <a:spcPts val="0"/>
              </a:spcBef>
              <a:spcAft>
                <a:spcPts val="0"/>
              </a:spcAft>
              <a:buClr>
                <a:schemeClr val="dk1"/>
              </a:buClr>
              <a:buSzPts val="1100"/>
              <a:buChar char="●"/>
              <a:defRPr>
                <a:solidFill>
                  <a:schemeClr val="dk1"/>
                </a:solidFill>
              </a:defRPr>
            </a:lvl4pPr>
            <a:lvl5pPr marL="2286000" lvl="4" indent="-298450">
              <a:spcBef>
                <a:spcPts val="0"/>
              </a:spcBef>
              <a:spcAft>
                <a:spcPts val="0"/>
              </a:spcAft>
              <a:buClr>
                <a:schemeClr val="dk1"/>
              </a:buClr>
              <a:buSzPts val="1100"/>
              <a:buChar char="○"/>
              <a:defRPr>
                <a:solidFill>
                  <a:schemeClr val="dk1"/>
                </a:solidFill>
              </a:defRPr>
            </a:lvl5pPr>
            <a:lvl6pPr marL="2743200" lvl="5" indent="-298450">
              <a:spcBef>
                <a:spcPts val="0"/>
              </a:spcBef>
              <a:spcAft>
                <a:spcPts val="0"/>
              </a:spcAft>
              <a:buClr>
                <a:schemeClr val="dk1"/>
              </a:buClr>
              <a:buSzPts val="1100"/>
              <a:buChar char="■"/>
              <a:defRPr>
                <a:solidFill>
                  <a:schemeClr val="dk1"/>
                </a:solidFill>
              </a:defRPr>
            </a:lvl6pPr>
            <a:lvl7pPr marL="3200400" lvl="6" indent="-298450">
              <a:spcBef>
                <a:spcPts val="0"/>
              </a:spcBef>
              <a:spcAft>
                <a:spcPts val="0"/>
              </a:spcAft>
              <a:buClr>
                <a:schemeClr val="dk1"/>
              </a:buClr>
              <a:buSzPts val="1100"/>
              <a:buChar char="●"/>
              <a:defRPr>
                <a:solidFill>
                  <a:schemeClr val="dk1"/>
                </a:solidFill>
              </a:defRPr>
            </a:lvl7pPr>
            <a:lvl8pPr marL="3657600" lvl="7" indent="-298450">
              <a:spcBef>
                <a:spcPts val="0"/>
              </a:spcBef>
              <a:spcAft>
                <a:spcPts val="0"/>
              </a:spcAft>
              <a:buClr>
                <a:schemeClr val="dk1"/>
              </a:buClr>
              <a:buSzPts val="1100"/>
              <a:buChar char="○"/>
              <a:defRPr>
                <a:solidFill>
                  <a:schemeClr val="dk1"/>
                </a:solidFill>
              </a:defRPr>
            </a:lvl8pPr>
            <a:lvl9pPr marL="4114800" lvl="8" indent="-298450">
              <a:spcBef>
                <a:spcPts val="0"/>
              </a:spcBef>
              <a:spcAft>
                <a:spcPts val="0"/>
              </a:spcAft>
              <a:buClr>
                <a:schemeClr val="dk1"/>
              </a:buClr>
              <a:buSzPts val="1100"/>
              <a:buChar char="■"/>
              <a:defRPr>
                <a:solidFill>
                  <a:schemeClr val="dk1"/>
                </a:solidFill>
              </a:defRPr>
            </a:lvl9pPr>
          </a:lstStyle>
          <a:p>
            <a:endParaRPr/>
          </a:p>
        </p:txBody>
      </p:sp>
      <p:sp>
        <p:nvSpPr>
          <p:cNvPr id="1587" name="Google Shape;1587;p60"/>
          <p:cNvSpPr txBox="1">
            <a:spLocks noGrp="1"/>
          </p:cNvSpPr>
          <p:nvPr>
            <p:ph type="subTitle" idx="3"/>
          </p:nvPr>
        </p:nvSpPr>
        <p:spPr>
          <a:xfrm>
            <a:off x="5357325" y="1652863"/>
            <a:ext cx="455400" cy="4422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100"/>
              <a:buNone/>
              <a:defRPr>
                <a:solidFill>
                  <a:schemeClr val="dk1"/>
                </a:solidFill>
              </a:defRPr>
            </a:lvl2pPr>
            <a:lvl3pPr lvl="2" algn="ctr">
              <a:spcBef>
                <a:spcPts val="0"/>
              </a:spcBef>
              <a:spcAft>
                <a:spcPts val="0"/>
              </a:spcAft>
              <a:buClr>
                <a:schemeClr val="dk1"/>
              </a:buClr>
              <a:buSzPts val="1100"/>
              <a:buNone/>
              <a:defRPr>
                <a:solidFill>
                  <a:schemeClr val="dk1"/>
                </a:solidFill>
              </a:defRPr>
            </a:lvl3pPr>
            <a:lvl4pPr lvl="3" algn="ctr">
              <a:spcBef>
                <a:spcPts val="0"/>
              </a:spcBef>
              <a:spcAft>
                <a:spcPts val="0"/>
              </a:spcAft>
              <a:buClr>
                <a:schemeClr val="dk1"/>
              </a:buClr>
              <a:buSzPts val="1100"/>
              <a:buNone/>
              <a:defRPr>
                <a:solidFill>
                  <a:schemeClr val="dk1"/>
                </a:solidFill>
              </a:defRPr>
            </a:lvl4pPr>
            <a:lvl5pPr lvl="4" algn="ctr">
              <a:spcBef>
                <a:spcPts val="0"/>
              </a:spcBef>
              <a:spcAft>
                <a:spcPts val="0"/>
              </a:spcAft>
              <a:buClr>
                <a:schemeClr val="dk1"/>
              </a:buClr>
              <a:buSzPts val="1100"/>
              <a:buNone/>
              <a:defRPr>
                <a:solidFill>
                  <a:schemeClr val="dk1"/>
                </a:solidFill>
              </a:defRPr>
            </a:lvl5pPr>
            <a:lvl6pPr lvl="5" algn="ctr">
              <a:spcBef>
                <a:spcPts val="0"/>
              </a:spcBef>
              <a:spcAft>
                <a:spcPts val="0"/>
              </a:spcAft>
              <a:buClr>
                <a:schemeClr val="dk1"/>
              </a:buClr>
              <a:buSzPts val="1100"/>
              <a:buNone/>
              <a:defRPr>
                <a:solidFill>
                  <a:schemeClr val="dk1"/>
                </a:solidFill>
              </a:defRPr>
            </a:lvl6pPr>
            <a:lvl7pPr lvl="6" algn="ctr">
              <a:spcBef>
                <a:spcPts val="0"/>
              </a:spcBef>
              <a:spcAft>
                <a:spcPts val="0"/>
              </a:spcAft>
              <a:buClr>
                <a:schemeClr val="dk1"/>
              </a:buClr>
              <a:buSzPts val="1100"/>
              <a:buNone/>
              <a:defRPr>
                <a:solidFill>
                  <a:schemeClr val="dk1"/>
                </a:solidFill>
              </a:defRPr>
            </a:lvl7pPr>
            <a:lvl8pPr lvl="7" algn="ctr">
              <a:spcBef>
                <a:spcPts val="0"/>
              </a:spcBef>
              <a:spcAft>
                <a:spcPts val="0"/>
              </a:spcAft>
              <a:buClr>
                <a:schemeClr val="dk1"/>
              </a:buClr>
              <a:buSzPts val="1100"/>
              <a:buNone/>
              <a:defRPr>
                <a:solidFill>
                  <a:schemeClr val="dk1"/>
                </a:solidFill>
              </a:defRPr>
            </a:lvl8pPr>
            <a:lvl9pPr lvl="8" algn="ctr">
              <a:spcBef>
                <a:spcPts val="0"/>
              </a:spcBef>
              <a:spcAft>
                <a:spcPts val="0"/>
              </a:spcAft>
              <a:buClr>
                <a:schemeClr val="dk1"/>
              </a:buClr>
              <a:buSzPts val="1100"/>
              <a:buNone/>
              <a:defRPr>
                <a:solidFill>
                  <a:schemeClr val="dk1"/>
                </a:solidFill>
              </a:defRPr>
            </a:lvl9pPr>
          </a:lstStyle>
          <a:p>
            <a:endParaRPr/>
          </a:p>
        </p:txBody>
      </p:sp>
      <p:sp>
        <p:nvSpPr>
          <p:cNvPr id="1588" name="Google Shape;1588;p60"/>
          <p:cNvSpPr txBox="1">
            <a:spLocks noGrp="1"/>
          </p:cNvSpPr>
          <p:nvPr>
            <p:ph type="subTitle" idx="4"/>
          </p:nvPr>
        </p:nvSpPr>
        <p:spPr>
          <a:xfrm>
            <a:off x="5357325" y="3029163"/>
            <a:ext cx="455400" cy="4422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100"/>
              <a:buNone/>
              <a:defRPr>
                <a:solidFill>
                  <a:schemeClr val="dk1"/>
                </a:solidFill>
              </a:defRPr>
            </a:lvl2pPr>
            <a:lvl3pPr lvl="2" algn="ctr">
              <a:spcBef>
                <a:spcPts val="0"/>
              </a:spcBef>
              <a:spcAft>
                <a:spcPts val="0"/>
              </a:spcAft>
              <a:buClr>
                <a:schemeClr val="dk1"/>
              </a:buClr>
              <a:buSzPts val="1100"/>
              <a:buNone/>
              <a:defRPr>
                <a:solidFill>
                  <a:schemeClr val="dk1"/>
                </a:solidFill>
              </a:defRPr>
            </a:lvl3pPr>
            <a:lvl4pPr lvl="3" algn="ctr">
              <a:spcBef>
                <a:spcPts val="0"/>
              </a:spcBef>
              <a:spcAft>
                <a:spcPts val="0"/>
              </a:spcAft>
              <a:buClr>
                <a:schemeClr val="dk1"/>
              </a:buClr>
              <a:buSzPts val="1100"/>
              <a:buNone/>
              <a:defRPr>
                <a:solidFill>
                  <a:schemeClr val="dk1"/>
                </a:solidFill>
              </a:defRPr>
            </a:lvl4pPr>
            <a:lvl5pPr lvl="4" algn="ctr">
              <a:spcBef>
                <a:spcPts val="0"/>
              </a:spcBef>
              <a:spcAft>
                <a:spcPts val="0"/>
              </a:spcAft>
              <a:buClr>
                <a:schemeClr val="dk1"/>
              </a:buClr>
              <a:buSzPts val="1100"/>
              <a:buNone/>
              <a:defRPr>
                <a:solidFill>
                  <a:schemeClr val="dk1"/>
                </a:solidFill>
              </a:defRPr>
            </a:lvl5pPr>
            <a:lvl6pPr lvl="5" algn="ctr">
              <a:spcBef>
                <a:spcPts val="0"/>
              </a:spcBef>
              <a:spcAft>
                <a:spcPts val="0"/>
              </a:spcAft>
              <a:buClr>
                <a:schemeClr val="dk1"/>
              </a:buClr>
              <a:buSzPts val="1100"/>
              <a:buNone/>
              <a:defRPr>
                <a:solidFill>
                  <a:schemeClr val="dk1"/>
                </a:solidFill>
              </a:defRPr>
            </a:lvl6pPr>
            <a:lvl7pPr lvl="6" algn="ctr">
              <a:spcBef>
                <a:spcPts val="0"/>
              </a:spcBef>
              <a:spcAft>
                <a:spcPts val="0"/>
              </a:spcAft>
              <a:buClr>
                <a:schemeClr val="dk1"/>
              </a:buClr>
              <a:buSzPts val="1100"/>
              <a:buNone/>
              <a:defRPr>
                <a:solidFill>
                  <a:schemeClr val="dk1"/>
                </a:solidFill>
              </a:defRPr>
            </a:lvl7pPr>
            <a:lvl8pPr lvl="7" algn="ctr">
              <a:spcBef>
                <a:spcPts val="0"/>
              </a:spcBef>
              <a:spcAft>
                <a:spcPts val="0"/>
              </a:spcAft>
              <a:buClr>
                <a:schemeClr val="dk1"/>
              </a:buClr>
              <a:buSzPts val="1100"/>
              <a:buNone/>
              <a:defRPr>
                <a:solidFill>
                  <a:schemeClr val="dk1"/>
                </a:solidFill>
              </a:defRPr>
            </a:lvl8pPr>
            <a:lvl9pPr lvl="8" algn="ctr">
              <a:spcBef>
                <a:spcPts val="0"/>
              </a:spcBef>
              <a:spcAft>
                <a:spcPts val="0"/>
              </a:spcAft>
              <a:buClr>
                <a:schemeClr val="dk1"/>
              </a:buClr>
              <a:buSzPts val="1100"/>
              <a:buNone/>
              <a:defRPr>
                <a:solidFill>
                  <a:schemeClr val="dk1"/>
                </a:solidFill>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Slide True False v1">
  <p:cSld name="CUSTOM_34">
    <p:spTree>
      <p:nvGrpSpPr>
        <p:cNvPr id="1" name="Shape 1589"/>
        <p:cNvGrpSpPr/>
        <p:nvPr/>
      </p:nvGrpSpPr>
      <p:grpSpPr>
        <a:xfrm>
          <a:off x="0" y="0"/>
          <a:ext cx="0" cy="0"/>
          <a:chOff x="0" y="0"/>
          <a:chExt cx="0" cy="0"/>
        </a:xfrm>
      </p:grpSpPr>
      <p:sp>
        <p:nvSpPr>
          <p:cNvPr id="1590" name="Google Shape;1590;p61"/>
          <p:cNvSpPr/>
          <p:nvPr/>
        </p:nvSpPr>
        <p:spPr>
          <a:xfrm>
            <a:off x="5912625" y="3041863"/>
            <a:ext cx="2285100" cy="730500"/>
          </a:xfrm>
          <a:prstGeom prst="snip2DiagRect">
            <a:avLst>
              <a:gd name="adj1" fmla="val 0"/>
              <a:gd name="adj2"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591" name="Google Shape;1591;p61"/>
          <p:cNvSpPr/>
          <p:nvPr/>
        </p:nvSpPr>
        <p:spPr>
          <a:xfrm>
            <a:off x="6004575" y="3120763"/>
            <a:ext cx="572700" cy="572700"/>
          </a:xfrm>
          <a:prstGeom prst="snip2DiagRect">
            <a:avLst>
              <a:gd name="adj1" fmla="val 0"/>
              <a:gd name="adj2"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592" name="Google Shape;1592;p61"/>
          <p:cNvSpPr txBox="1">
            <a:spLocks noGrp="1"/>
          </p:cNvSpPr>
          <p:nvPr>
            <p:ph type="title"/>
          </p:nvPr>
        </p:nvSpPr>
        <p:spPr>
          <a:xfrm>
            <a:off x="566250" y="2285400"/>
            <a:ext cx="4067400" cy="572700"/>
          </a:xfrm>
          <a:prstGeom prst="rect">
            <a:avLst/>
          </a:prstGeom>
        </p:spPr>
        <p:txBody>
          <a:bodyPr spcFirstLastPara="1" wrap="square" lIns="0" tIns="0" rIns="0" bIns="0" anchor="ctr"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593" name="Google Shape;1593;p61"/>
          <p:cNvSpPr/>
          <p:nvPr/>
        </p:nvSpPr>
        <p:spPr>
          <a:xfrm>
            <a:off x="5912625" y="1371138"/>
            <a:ext cx="2285100" cy="730500"/>
          </a:xfrm>
          <a:prstGeom prst="snip2DiagRect">
            <a:avLst>
              <a:gd name="adj1" fmla="val 0"/>
              <a:gd name="adj2" fmla="val 16667"/>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594" name="Google Shape;1594;p61"/>
          <p:cNvSpPr/>
          <p:nvPr/>
        </p:nvSpPr>
        <p:spPr>
          <a:xfrm>
            <a:off x="6004575" y="1452588"/>
            <a:ext cx="572700" cy="572700"/>
          </a:xfrm>
          <a:prstGeom prst="snip2DiagRect">
            <a:avLst>
              <a:gd name="adj1" fmla="val 0"/>
              <a:gd name="adj2"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grpSp>
        <p:nvGrpSpPr>
          <p:cNvPr id="1595" name="Google Shape;1595;p61"/>
          <p:cNvGrpSpPr/>
          <p:nvPr/>
        </p:nvGrpSpPr>
        <p:grpSpPr>
          <a:xfrm rot="-2700000">
            <a:off x="6131098" y="1596259"/>
            <a:ext cx="348897" cy="200098"/>
            <a:chOff x="3876675" y="1766250"/>
            <a:chExt cx="348900" cy="200100"/>
          </a:xfrm>
        </p:grpSpPr>
        <p:sp>
          <p:nvSpPr>
            <p:cNvPr id="1596" name="Google Shape;1596;p61"/>
            <p:cNvSpPr/>
            <p:nvPr/>
          </p:nvSpPr>
          <p:spPr>
            <a:xfrm>
              <a:off x="3876700" y="1766250"/>
              <a:ext cx="72000" cy="200100"/>
            </a:xfrm>
            <a:prstGeom prst="rect">
              <a:avLst/>
            </a:prstGeom>
            <a:solidFill>
              <a:srgbClr val="93C47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597" name="Google Shape;1597;p61"/>
            <p:cNvSpPr/>
            <p:nvPr/>
          </p:nvSpPr>
          <p:spPr>
            <a:xfrm rot="5400000">
              <a:off x="4015125" y="1755900"/>
              <a:ext cx="72000" cy="348900"/>
            </a:xfrm>
            <a:prstGeom prst="rect">
              <a:avLst/>
            </a:prstGeom>
            <a:solidFill>
              <a:srgbClr val="93C47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grpSp>
      <p:grpSp>
        <p:nvGrpSpPr>
          <p:cNvPr id="1598" name="Google Shape;1598;p61"/>
          <p:cNvGrpSpPr/>
          <p:nvPr/>
        </p:nvGrpSpPr>
        <p:grpSpPr>
          <a:xfrm>
            <a:off x="6142124" y="3258302"/>
            <a:ext cx="297600" cy="297600"/>
            <a:chOff x="3902424" y="2300989"/>
            <a:chExt cx="297600" cy="297600"/>
          </a:xfrm>
        </p:grpSpPr>
        <p:sp>
          <p:nvSpPr>
            <p:cNvPr id="1599" name="Google Shape;1599;p61"/>
            <p:cNvSpPr/>
            <p:nvPr/>
          </p:nvSpPr>
          <p:spPr>
            <a:xfrm rot="2700000">
              <a:off x="4015161" y="2275417"/>
              <a:ext cx="72125" cy="348745"/>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600" name="Google Shape;1600;p61"/>
            <p:cNvSpPr/>
            <p:nvPr/>
          </p:nvSpPr>
          <p:spPr>
            <a:xfrm rot="-2700000">
              <a:off x="4015161" y="2275417"/>
              <a:ext cx="72125" cy="348745"/>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grpSp>
      <p:sp>
        <p:nvSpPr>
          <p:cNvPr id="1601" name="Google Shape;1601;p61"/>
          <p:cNvSpPr txBox="1">
            <a:spLocks noGrp="1"/>
          </p:cNvSpPr>
          <p:nvPr>
            <p:ph type="body" idx="1"/>
          </p:nvPr>
        </p:nvSpPr>
        <p:spPr>
          <a:xfrm>
            <a:off x="6661950" y="1452600"/>
            <a:ext cx="1394400" cy="572700"/>
          </a:xfrm>
          <a:prstGeom prst="rect">
            <a:avLst/>
          </a:prstGeom>
        </p:spPr>
        <p:txBody>
          <a:bodyPr spcFirstLastPara="1" wrap="square" lIns="0" tIns="0" rIns="0" bIns="0" anchor="ctr" anchorCtr="0">
            <a:noAutofit/>
          </a:bodyPr>
          <a:lstStyle>
            <a:lvl1pPr marL="457200" lvl="0" indent="-342900">
              <a:spcBef>
                <a:spcPts val="0"/>
              </a:spcBef>
              <a:spcAft>
                <a:spcPts val="0"/>
              </a:spcAft>
              <a:buClr>
                <a:schemeClr val="dk1"/>
              </a:buClr>
              <a:buSzPts val="1800"/>
              <a:buChar char="●"/>
              <a:defRPr sz="1800">
                <a:solidFill>
                  <a:schemeClr val="dk1"/>
                </a:solidFill>
              </a:defRPr>
            </a:lvl1pPr>
            <a:lvl2pPr marL="914400" lvl="1" indent="-342900">
              <a:spcBef>
                <a:spcPts val="0"/>
              </a:spcBef>
              <a:spcAft>
                <a:spcPts val="0"/>
              </a:spcAft>
              <a:buClr>
                <a:schemeClr val="dk1"/>
              </a:buClr>
              <a:buSzPts val="1800"/>
              <a:buChar char="○"/>
              <a:defRPr sz="1800">
                <a:solidFill>
                  <a:schemeClr val="dk1"/>
                </a:solidFill>
              </a:defRPr>
            </a:lvl2pPr>
            <a:lvl3pPr marL="1371600" lvl="2" indent="-342900">
              <a:spcBef>
                <a:spcPts val="0"/>
              </a:spcBef>
              <a:spcAft>
                <a:spcPts val="0"/>
              </a:spcAft>
              <a:buClr>
                <a:schemeClr val="dk1"/>
              </a:buClr>
              <a:buSzPts val="1800"/>
              <a:buChar char="■"/>
              <a:defRPr sz="1800">
                <a:solidFill>
                  <a:schemeClr val="dk1"/>
                </a:solidFill>
              </a:defRPr>
            </a:lvl3pPr>
            <a:lvl4pPr marL="1828800" lvl="3" indent="-342900">
              <a:spcBef>
                <a:spcPts val="0"/>
              </a:spcBef>
              <a:spcAft>
                <a:spcPts val="0"/>
              </a:spcAft>
              <a:buClr>
                <a:schemeClr val="dk1"/>
              </a:buClr>
              <a:buSzPts val="1800"/>
              <a:buChar char="●"/>
              <a:defRPr sz="1800">
                <a:solidFill>
                  <a:schemeClr val="dk1"/>
                </a:solidFill>
              </a:defRPr>
            </a:lvl4pPr>
            <a:lvl5pPr marL="2286000" lvl="4" indent="-342900">
              <a:spcBef>
                <a:spcPts val="0"/>
              </a:spcBef>
              <a:spcAft>
                <a:spcPts val="0"/>
              </a:spcAft>
              <a:buClr>
                <a:schemeClr val="dk1"/>
              </a:buClr>
              <a:buSzPts val="1800"/>
              <a:buChar char="○"/>
              <a:defRPr sz="1800">
                <a:solidFill>
                  <a:schemeClr val="dk1"/>
                </a:solidFill>
              </a:defRPr>
            </a:lvl5pPr>
            <a:lvl6pPr marL="2743200" lvl="5" indent="-342900">
              <a:spcBef>
                <a:spcPts val="0"/>
              </a:spcBef>
              <a:spcAft>
                <a:spcPts val="0"/>
              </a:spcAft>
              <a:buClr>
                <a:schemeClr val="dk1"/>
              </a:buClr>
              <a:buSzPts val="1800"/>
              <a:buChar char="■"/>
              <a:defRPr sz="1800">
                <a:solidFill>
                  <a:schemeClr val="dk1"/>
                </a:solidFill>
              </a:defRPr>
            </a:lvl6pPr>
            <a:lvl7pPr marL="3200400" lvl="6" indent="-342900">
              <a:spcBef>
                <a:spcPts val="0"/>
              </a:spcBef>
              <a:spcAft>
                <a:spcPts val="0"/>
              </a:spcAft>
              <a:buClr>
                <a:schemeClr val="dk1"/>
              </a:buClr>
              <a:buSzPts val="1800"/>
              <a:buChar char="●"/>
              <a:defRPr sz="1800">
                <a:solidFill>
                  <a:schemeClr val="dk1"/>
                </a:solidFill>
              </a:defRPr>
            </a:lvl7pPr>
            <a:lvl8pPr marL="3657600" lvl="7" indent="-342900">
              <a:spcBef>
                <a:spcPts val="0"/>
              </a:spcBef>
              <a:spcAft>
                <a:spcPts val="0"/>
              </a:spcAft>
              <a:buClr>
                <a:schemeClr val="dk1"/>
              </a:buClr>
              <a:buSzPts val="1800"/>
              <a:buChar char="○"/>
              <a:defRPr sz="1800">
                <a:solidFill>
                  <a:schemeClr val="dk1"/>
                </a:solidFill>
              </a:defRPr>
            </a:lvl8pPr>
            <a:lvl9pPr marL="4114800" lvl="8" indent="-342900">
              <a:spcBef>
                <a:spcPts val="0"/>
              </a:spcBef>
              <a:spcAft>
                <a:spcPts val="0"/>
              </a:spcAft>
              <a:buClr>
                <a:schemeClr val="dk1"/>
              </a:buClr>
              <a:buSzPts val="1800"/>
              <a:buChar char="■"/>
              <a:defRPr sz="1800">
                <a:solidFill>
                  <a:schemeClr val="dk1"/>
                </a:solidFill>
              </a:defRPr>
            </a:lvl9pPr>
          </a:lstStyle>
          <a:p>
            <a:endParaRPr/>
          </a:p>
        </p:txBody>
      </p:sp>
      <p:sp>
        <p:nvSpPr>
          <p:cNvPr id="1602" name="Google Shape;1602;p61"/>
          <p:cNvSpPr txBox="1">
            <a:spLocks noGrp="1"/>
          </p:cNvSpPr>
          <p:nvPr>
            <p:ph type="body" idx="2"/>
          </p:nvPr>
        </p:nvSpPr>
        <p:spPr>
          <a:xfrm>
            <a:off x="6694150" y="3120750"/>
            <a:ext cx="1394400" cy="572700"/>
          </a:xfrm>
          <a:prstGeom prst="rect">
            <a:avLst/>
          </a:prstGeom>
        </p:spPr>
        <p:txBody>
          <a:bodyPr spcFirstLastPara="1" wrap="square" lIns="0" tIns="0" rIns="0" bIns="0" anchor="ctr" anchorCtr="0">
            <a:noAutofit/>
          </a:bodyPr>
          <a:lstStyle>
            <a:lvl1pPr marL="457200" lvl="0" indent="-342900">
              <a:spcBef>
                <a:spcPts val="0"/>
              </a:spcBef>
              <a:spcAft>
                <a:spcPts val="0"/>
              </a:spcAft>
              <a:buClr>
                <a:schemeClr val="dk1"/>
              </a:buClr>
              <a:buSzPts val="1800"/>
              <a:buChar char="●"/>
              <a:defRPr sz="1800">
                <a:solidFill>
                  <a:schemeClr val="dk1"/>
                </a:solidFill>
              </a:defRPr>
            </a:lvl1pPr>
            <a:lvl2pPr marL="914400" lvl="1" indent="-342900">
              <a:spcBef>
                <a:spcPts val="0"/>
              </a:spcBef>
              <a:spcAft>
                <a:spcPts val="0"/>
              </a:spcAft>
              <a:buClr>
                <a:schemeClr val="dk1"/>
              </a:buClr>
              <a:buSzPts val="1800"/>
              <a:buChar char="○"/>
              <a:defRPr sz="1800">
                <a:solidFill>
                  <a:schemeClr val="dk1"/>
                </a:solidFill>
              </a:defRPr>
            </a:lvl2pPr>
            <a:lvl3pPr marL="1371600" lvl="2" indent="-342900">
              <a:spcBef>
                <a:spcPts val="0"/>
              </a:spcBef>
              <a:spcAft>
                <a:spcPts val="0"/>
              </a:spcAft>
              <a:buClr>
                <a:schemeClr val="dk1"/>
              </a:buClr>
              <a:buSzPts val="1800"/>
              <a:buChar char="■"/>
              <a:defRPr sz="1800">
                <a:solidFill>
                  <a:schemeClr val="dk1"/>
                </a:solidFill>
              </a:defRPr>
            </a:lvl3pPr>
            <a:lvl4pPr marL="1828800" lvl="3" indent="-342900">
              <a:spcBef>
                <a:spcPts val="0"/>
              </a:spcBef>
              <a:spcAft>
                <a:spcPts val="0"/>
              </a:spcAft>
              <a:buClr>
                <a:schemeClr val="dk1"/>
              </a:buClr>
              <a:buSzPts val="1800"/>
              <a:buChar char="●"/>
              <a:defRPr sz="1800">
                <a:solidFill>
                  <a:schemeClr val="dk1"/>
                </a:solidFill>
              </a:defRPr>
            </a:lvl4pPr>
            <a:lvl5pPr marL="2286000" lvl="4" indent="-342900">
              <a:spcBef>
                <a:spcPts val="0"/>
              </a:spcBef>
              <a:spcAft>
                <a:spcPts val="0"/>
              </a:spcAft>
              <a:buClr>
                <a:schemeClr val="dk1"/>
              </a:buClr>
              <a:buSzPts val="1800"/>
              <a:buChar char="○"/>
              <a:defRPr sz="1800">
                <a:solidFill>
                  <a:schemeClr val="dk1"/>
                </a:solidFill>
              </a:defRPr>
            </a:lvl5pPr>
            <a:lvl6pPr marL="2743200" lvl="5" indent="-342900">
              <a:spcBef>
                <a:spcPts val="0"/>
              </a:spcBef>
              <a:spcAft>
                <a:spcPts val="0"/>
              </a:spcAft>
              <a:buClr>
                <a:schemeClr val="dk1"/>
              </a:buClr>
              <a:buSzPts val="1800"/>
              <a:buChar char="■"/>
              <a:defRPr sz="1800">
                <a:solidFill>
                  <a:schemeClr val="dk1"/>
                </a:solidFill>
              </a:defRPr>
            </a:lvl6pPr>
            <a:lvl7pPr marL="3200400" lvl="6" indent="-342900">
              <a:spcBef>
                <a:spcPts val="0"/>
              </a:spcBef>
              <a:spcAft>
                <a:spcPts val="0"/>
              </a:spcAft>
              <a:buClr>
                <a:schemeClr val="dk1"/>
              </a:buClr>
              <a:buSzPts val="1800"/>
              <a:buChar char="●"/>
              <a:defRPr sz="1800">
                <a:solidFill>
                  <a:schemeClr val="dk1"/>
                </a:solidFill>
              </a:defRPr>
            </a:lvl7pPr>
            <a:lvl8pPr marL="3657600" lvl="7" indent="-342900">
              <a:spcBef>
                <a:spcPts val="0"/>
              </a:spcBef>
              <a:spcAft>
                <a:spcPts val="0"/>
              </a:spcAft>
              <a:buClr>
                <a:schemeClr val="dk1"/>
              </a:buClr>
              <a:buSzPts val="1800"/>
              <a:buChar char="○"/>
              <a:defRPr sz="1800">
                <a:solidFill>
                  <a:schemeClr val="dk1"/>
                </a:solidFill>
              </a:defRPr>
            </a:lvl8pPr>
            <a:lvl9pPr marL="4114800" lvl="8" indent="-342900">
              <a:spcBef>
                <a:spcPts val="0"/>
              </a:spcBef>
              <a:spcAft>
                <a:spcPts val="0"/>
              </a:spcAft>
              <a:buClr>
                <a:schemeClr val="dk1"/>
              </a:buClr>
              <a:buSzPts val="1800"/>
              <a:buChar char="■"/>
              <a:defRPr sz="1800">
                <a:solidFill>
                  <a:schemeClr val="dk1"/>
                </a:solidFill>
              </a:defRPr>
            </a:lvl9pPr>
          </a:lstStyle>
          <a:p>
            <a:endParaRPr/>
          </a:p>
        </p:txBody>
      </p:sp>
      <p:sp>
        <p:nvSpPr>
          <p:cNvPr id="1603" name="Google Shape;1603;p61"/>
          <p:cNvSpPr/>
          <p:nvPr/>
        </p:nvSpPr>
        <p:spPr>
          <a:xfrm rot="10800000">
            <a:off x="7634350" y="-519750"/>
            <a:ext cx="2449800" cy="1093800"/>
          </a:xfrm>
          <a:prstGeom prst="snip1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nvGrpSpPr>
          <p:cNvPr id="1604" name="Google Shape;1604;p61"/>
          <p:cNvGrpSpPr/>
          <p:nvPr/>
        </p:nvGrpSpPr>
        <p:grpSpPr>
          <a:xfrm>
            <a:off x="8137738" y="-49687"/>
            <a:ext cx="392675" cy="392675"/>
            <a:chOff x="458050" y="265600"/>
            <a:chExt cx="392675" cy="392675"/>
          </a:xfrm>
        </p:grpSpPr>
        <p:sp>
          <p:nvSpPr>
            <p:cNvPr id="1605" name="Google Shape;1605;p61"/>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606" name="Google Shape;1606;p61"/>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607" name="Google Shape;1607;p61"/>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608" name="Google Shape;1608;p61"/>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grpSp>
        <p:nvGrpSpPr>
          <p:cNvPr id="1609" name="Google Shape;1609;p61"/>
          <p:cNvGrpSpPr/>
          <p:nvPr/>
        </p:nvGrpSpPr>
        <p:grpSpPr>
          <a:xfrm>
            <a:off x="8677638" y="-49700"/>
            <a:ext cx="392675" cy="392675"/>
            <a:chOff x="458050" y="265600"/>
            <a:chExt cx="392675" cy="392675"/>
          </a:xfrm>
        </p:grpSpPr>
        <p:sp>
          <p:nvSpPr>
            <p:cNvPr id="1610" name="Google Shape;1610;p61"/>
            <p:cNvSpPr/>
            <p:nvPr/>
          </p:nvSpPr>
          <p:spPr>
            <a:xfrm>
              <a:off x="638050" y="265600"/>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611" name="Google Shape;1611;p61"/>
            <p:cNvSpPr/>
            <p:nvPr/>
          </p:nvSpPr>
          <p:spPr>
            <a:xfrm>
              <a:off x="638050" y="5229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612" name="Google Shape;1612;p61"/>
            <p:cNvSpPr/>
            <p:nvPr/>
          </p:nvSpPr>
          <p:spPr>
            <a:xfrm rot="-5400000">
              <a:off x="509350"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613" name="Google Shape;1613;p61"/>
            <p:cNvSpPr/>
            <p:nvPr/>
          </p:nvSpPr>
          <p:spPr>
            <a:xfrm rot="-5400000">
              <a:off x="766725" y="394275"/>
              <a:ext cx="32700" cy="135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sp>
        <p:nvSpPr>
          <p:cNvPr id="1614" name="Google Shape;1614;p61"/>
          <p:cNvSpPr/>
          <p:nvPr/>
        </p:nvSpPr>
        <p:spPr>
          <a:xfrm>
            <a:off x="2486576" y="4630930"/>
            <a:ext cx="1093800" cy="1093800"/>
          </a:xfrm>
          <a:prstGeom prst="donut">
            <a:avLst>
              <a:gd name="adj" fmla="val 17041"/>
            </a:avLst>
          </a:prstGeom>
          <a:noFill/>
          <a:ln w="38100" cap="flat" cmpd="sng">
            <a:solidFill>
              <a:schemeClr val="accent3"/>
            </a:solidFill>
            <a:prstDash val="lg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Slide True False v2">
  <p:cSld name="CUSTOM_34_1">
    <p:bg>
      <p:bgPr>
        <a:solidFill>
          <a:schemeClr val="accent1"/>
        </a:solidFill>
        <a:effectLst/>
      </p:bgPr>
    </p:bg>
    <p:spTree>
      <p:nvGrpSpPr>
        <p:cNvPr id="1" name="Shape 1615"/>
        <p:cNvGrpSpPr/>
        <p:nvPr/>
      </p:nvGrpSpPr>
      <p:grpSpPr>
        <a:xfrm>
          <a:off x="0" y="0"/>
          <a:ext cx="0" cy="0"/>
          <a:chOff x="0" y="0"/>
          <a:chExt cx="0" cy="0"/>
        </a:xfrm>
      </p:grpSpPr>
      <p:sp>
        <p:nvSpPr>
          <p:cNvPr id="1616" name="Google Shape;1616;p62"/>
          <p:cNvSpPr/>
          <p:nvPr/>
        </p:nvSpPr>
        <p:spPr>
          <a:xfrm>
            <a:off x="6292650" y="3465375"/>
            <a:ext cx="2285100" cy="7305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redoka"/>
              <a:ea typeface="Fredoka"/>
              <a:cs typeface="Fredoka"/>
              <a:sym typeface="Fredoka"/>
            </a:endParaRPr>
          </a:p>
        </p:txBody>
      </p:sp>
      <p:sp>
        <p:nvSpPr>
          <p:cNvPr id="1617" name="Google Shape;1617;p62"/>
          <p:cNvSpPr/>
          <p:nvPr/>
        </p:nvSpPr>
        <p:spPr>
          <a:xfrm>
            <a:off x="6384600" y="3544275"/>
            <a:ext cx="572700" cy="572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redoka"/>
              <a:ea typeface="Fredoka"/>
              <a:cs typeface="Fredoka"/>
              <a:sym typeface="Fredoka"/>
            </a:endParaRPr>
          </a:p>
        </p:txBody>
      </p:sp>
      <p:sp>
        <p:nvSpPr>
          <p:cNvPr id="1618" name="Google Shape;1618;p62"/>
          <p:cNvSpPr txBox="1">
            <a:spLocks noGrp="1"/>
          </p:cNvSpPr>
          <p:nvPr>
            <p:ph type="title"/>
          </p:nvPr>
        </p:nvSpPr>
        <p:spPr>
          <a:xfrm>
            <a:off x="566250" y="445025"/>
            <a:ext cx="8011500" cy="5727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619" name="Google Shape;1619;p62"/>
          <p:cNvSpPr/>
          <p:nvPr/>
        </p:nvSpPr>
        <p:spPr>
          <a:xfrm>
            <a:off x="566250" y="3462825"/>
            <a:ext cx="2285100" cy="730500"/>
          </a:xfrm>
          <a:prstGeom prst="snip1Rect">
            <a:avLst>
              <a:gd name="adj" fmla="val 16667"/>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redoka"/>
              <a:ea typeface="Fredoka"/>
              <a:cs typeface="Fredoka"/>
              <a:sym typeface="Fredoka"/>
            </a:endParaRPr>
          </a:p>
        </p:txBody>
      </p:sp>
      <p:sp>
        <p:nvSpPr>
          <p:cNvPr id="1620" name="Google Shape;1620;p62"/>
          <p:cNvSpPr/>
          <p:nvPr/>
        </p:nvSpPr>
        <p:spPr>
          <a:xfrm>
            <a:off x="658200" y="3544275"/>
            <a:ext cx="572700" cy="572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redoka"/>
              <a:ea typeface="Fredoka"/>
              <a:cs typeface="Fredoka"/>
              <a:sym typeface="Fredoka"/>
            </a:endParaRPr>
          </a:p>
        </p:txBody>
      </p:sp>
      <p:grpSp>
        <p:nvGrpSpPr>
          <p:cNvPr id="1621" name="Google Shape;1621;p62"/>
          <p:cNvGrpSpPr/>
          <p:nvPr/>
        </p:nvGrpSpPr>
        <p:grpSpPr>
          <a:xfrm rot="-2700000">
            <a:off x="784723" y="3687946"/>
            <a:ext cx="348897" cy="200098"/>
            <a:chOff x="3876675" y="1766250"/>
            <a:chExt cx="348900" cy="200100"/>
          </a:xfrm>
        </p:grpSpPr>
        <p:sp>
          <p:nvSpPr>
            <p:cNvPr id="1622" name="Google Shape;1622;p62"/>
            <p:cNvSpPr/>
            <p:nvPr/>
          </p:nvSpPr>
          <p:spPr>
            <a:xfrm>
              <a:off x="3876700" y="1766250"/>
              <a:ext cx="72000" cy="200100"/>
            </a:xfrm>
            <a:prstGeom prst="rect">
              <a:avLst/>
            </a:prstGeom>
            <a:solidFill>
              <a:srgbClr val="93C47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redoka"/>
                <a:ea typeface="Fredoka"/>
                <a:cs typeface="Fredoka"/>
                <a:sym typeface="Fredoka"/>
              </a:endParaRPr>
            </a:p>
          </p:txBody>
        </p:sp>
        <p:sp>
          <p:nvSpPr>
            <p:cNvPr id="1623" name="Google Shape;1623;p62"/>
            <p:cNvSpPr/>
            <p:nvPr/>
          </p:nvSpPr>
          <p:spPr>
            <a:xfrm rot="5400000">
              <a:off x="4015125" y="1755900"/>
              <a:ext cx="72000" cy="348900"/>
            </a:xfrm>
            <a:prstGeom prst="rect">
              <a:avLst/>
            </a:prstGeom>
            <a:solidFill>
              <a:srgbClr val="93C47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redoka"/>
                <a:ea typeface="Fredoka"/>
                <a:cs typeface="Fredoka"/>
                <a:sym typeface="Fredoka"/>
              </a:endParaRPr>
            </a:p>
          </p:txBody>
        </p:sp>
      </p:grpSp>
      <p:grpSp>
        <p:nvGrpSpPr>
          <p:cNvPr id="1624" name="Google Shape;1624;p62"/>
          <p:cNvGrpSpPr/>
          <p:nvPr/>
        </p:nvGrpSpPr>
        <p:grpSpPr>
          <a:xfrm>
            <a:off x="6522149" y="3681814"/>
            <a:ext cx="297600" cy="297600"/>
            <a:chOff x="3902424" y="2300989"/>
            <a:chExt cx="297600" cy="297600"/>
          </a:xfrm>
        </p:grpSpPr>
        <p:sp>
          <p:nvSpPr>
            <p:cNvPr id="1625" name="Google Shape;1625;p62"/>
            <p:cNvSpPr/>
            <p:nvPr/>
          </p:nvSpPr>
          <p:spPr>
            <a:xfrm rot="2700000">
              <a:off x="4015161" y="2275417"/>
              <a:ext cx="72125" cy="348745"/>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redoka"/>
                <a:ea typeface="Fredoka"/>
                <a:cs typeface="Fredoka"/>
                <a:sym typeface="Fredoka"/>
              </a:endParaRPr>
            </a:p>
          </p:txBody>
        </p:sp>
        <p:sp>
          <p:nvSpPr>
            <p:cNvPr id="1626" name="Google Shape;1626;p62"/>
            <p:cNvSpPr/>
            <p:nvPr/>
          </p:nvSpPr>
          <p:spPr>
            <a:xfrm rot="-2700000">
              <a:off x="4015161" y="2275417"/>
              <a:ext cx="72125" cy="348745"/>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redoka"/>
                <a:ea typeface="Fredoka"/>
                <a:cs typeface="Fredoka"/>
                <a:sym typeface="Fredoka"/>
              </a:endParaRPr>
            </a:p>
          </p:txBody>
        </p:sp>
      </p:grpSp>
      <p:sp>
        <p:nvSpPr>
          <p:cNvPr id="1627" name="Google Shape;1627;p62"/>
          <p:cNvSpPr txBox="1">
            <a:spLocks noGrp="1"/>
          </p:cNvSpPr>
          <p:nvPr>
            <p:ph type="body" idx="1"/>
          </p:nvPr>
        </p:nvSpPr>
        <p:spPr>
          <a:xfrm>
            <a:off x="1331100" y="3544275"/>
            <a:ext cx="1394400" cy="572700"/>
          </a:xfrm>
          <a:prstGeom prst="rect">
            <a:avLst/>
          </a:prstGeom>
        </p:spPr>
        <p:txBody>
          <a:bodyPr spcFirstLastPara="1" wrap="square" lIns="0" tIns="0" rIns="0" bIns="0" anchor="ctr" anchorCtr="0">
            <a:noAutofit/>
          </a:bodyPr>
          <a:lstStyle>
            <a:lvl1pPr marL="457200" lvl="0" indent="-342900">
              <a:spcBef>
                <a:spcPts val="0"/>
              </a:spcBef>
              <a:spcAft>
                <a:spcPts val="0"/>
              </a:spcAft>
              <a:buClr>
                <a:schemeClr val="dk1"/>
              </a:buClr>
              <a:buSzPts val="1800"/>
              <a:buChar char="●"/>
              <a:defRPr sz="1800">
                <a:solidFill>
                  <a:schemeClr val="dk1"/>
                </a:solidFill>
              </a:defRPr>
            </a:lvl1pPr>
            <a:lvl2pPr marL="914400" lvl="1" indent="-342900">
              <a:spcBef>
                <a:spcPts val="0"/>
              </a:spcBef>
              <a:spcAft>
                <a:spcPts val="0"/>
              </a:spcAft>
              <a:buClr>
                <a:schemeClr val="dk1"/>
              </a:buClr>
              <a:buSzPts val="1800"/>
              <a:buChar char="○"/>
              <a:defRPr sz="1800">
                <a:solidFill>
                  <a:schemeClr val="dk1"/>
                </a:solidFill>
              </a:defRPr>
            </a:lvl2pPr>
            <a:lvl3pPr marL="1371600" lvl="2" indent="-342900">
              <a:spcBef>
                <a:spcPts val="0"/>
              </a:spcBef>
              <a:spcAft>
                <a:spcPts val="0"/>
              </a:spcAft>
              <a:buClr>
                <a:schemeClr val="dk1"/>
              </a:buClr>
              <a:buSzPts val="1800"/>
              <a:buChar char="■"/>
              <a:defRPr sz="1800">
                <a:solidFill>
                  <a:schemeClr val="dk1"/>
                </a:solidFill>
              </a:defRPr>
            </a:lvl3pPr>
            <a:lvl4pPr marL="1828800" lvl="3" indent="-342900">
              <a:spcBef>
                <a:spcPts val="0"/>
              </a:spcBef>
              <a:spcAft>
                <a:spcPts val="0"/>
              </a:spcAft>
              <a:buClr>
                <a:schemeClr val="dk1"/>
              </a:buClr>
              <a:buSzPts val="1800"/>
              <a:buChar char="●"/>
              <a:defRPr sz="1800">
                <a:solidFill>
                  <a:schemeClr val="dk1"/>
                </a:solidFill>
              </a:defRPr>
            </a:lvl4pPr>
            <a:lvl5pPr marL="2286000" lvl="4" indent="-342900">
              <a:spcBef>
                <a:spcPts val="0"/>
              </a:spcBef>
              <a:spcAft>
                <a:spcPts val="0"/>
              </a:spcAft>
              <a:buClr>
                <a:schemeClr val="dk1"/>
              </a:buClr>
              <a:buSzPts val="1800"/>
              <a:buChar char="○"/>
              <a:defRPr sz="1800">
                <a:solidFill>
                  <a:schemeClr val="dk1"/>
                </a:solidFill>
              </a:defRPr>
            </a:lvl5pPr>
            <a:lvl6pPr marL="2743200" lvl="5" indent="-342900">
              <a:spcBef>
                <a:spcPts val="0"/>
              </a:spcBef>
              <a:spcAft>
                <a:spcPts val="0"/>
              </a:spcAft>
              <a:buClr>
                <a:schemeClr val="dk1"/>
              </a:buClr>
              <a:buSzPts val="1800"/>
              <a:buChar char="■"/>
              <a:defRPr sz="1800">
                <a:solidFill>
                  <a:schemeClr val="dk1"/>
                </a:solidFill>
              </a:defRPr>
            </a:lvl6pPr>
            <a:lvl7pPr marL="3200400" lvl="6" indent="-342900">
              <a:spcBef>
                <a:spcPts val="0"/>
              </a:spcBef>
              <a:spcAft>
                <a:spcPts val="0"/>
              </a:spcAft>
              <a:buClr>
                <a:schemeClr val="dk1"/>
              </a:buClr>
              <a:buSzPts val="1800"/>
              <a:buChar char="●"/>
              <a:defRPr sz="1800">
                <a:solidFill>
                  <a:schemeClr val="dk1"/>
                </a:solidFill>
              </a:defRPr>
            </a:lvl7pPr>
            <a:lvl8pPr marL="3657600" lvl="7" indent="-342900">
              <a:spcBef>
                <a:spcPts val="0"/>
              </a:spcBef>
              <a:spcAft>
                <a:spcPts val="0"/>
              </a:spcAft>
              <a:buClr>
                <a:schemeClr val="dk1"/>
              </a:buClr>
              <a:buSzPts val="1800"/>
              <a:buChar char="○"/>
              <a:defRPr sz="1800">
                <a:solidFill>
                  <a:schemeClr val="dk1"/>
                </a:solidFill>
              </a:defRPr>
            </a:lvl8pPr>
            <a:lvl9pPr marL="4114800" lvl="8" indent="-342900">
              <a:spcBef>
                <a:spcPts val="0"/>
              </a:spcBef>
              <a:spcAft>
                <a:spcPts val="0"/>
              </a:spcAft>
              <a:buClr>
                <a:schemeClr val="dk1"/>
              </a:buClr>
              <a:buSzPts val="1800"/>
              <a:buChar char="■"/>
              <a:defRPr sz="1800">
                <a:solidFill>
                  <a:schemeClr val="dk1"/>
                </a:solidFill>
              </a:defRPr>
            </a:lvl9pPr>
          </a:lstStyle>
          <a:p>
            <a:endParaRPr/>
          </a:p>
        </p:txBody>
      </p:sp>
      <p:sp>
        <p:nvSpPr>
          <p:cNvPr id="1628" name="Google Shape;1628;p62"/>
          <p:cNvSpPr txBox="1">
            <a:spLocks noGrp="1"/>
          </p:cNvSpPr>
          <p:nvPr>
            <p:ph type="body" idx="2"/>
          </p:nvPr>
        </p:nvSpPr>
        <p:spPr>
          <a:xfrm>
            <a:off x="7041975" y="3541725"/>
            <a:ext cx="1394400" cy="572700"/>
          </a:xfrm>
          <a:prstGeom prst="rect">
            <a:avLst/>
          </a:prstGeom>
        </p:spPr>
        <p:txBody>
          <a:bodyPr spcFirstLastPara="1" wrap="square" lIns="0" tIns="0" rIns="0" bIns="0" anchor="ctr" anchorCtr="0">
            <a:noAutofit/>
          </a:bodyPr>
          <a:lstStyle>
            <a:lvl1pPr marL="457200" lvl="0" indent="-342900">
              <a:spcBef>
                <a:spcPts val="0"/>
              </a:spcBef>
              <a:spcAft>
                <a:spcPts val="0"/>
              </a:spcAft>
              <a:buClr>
                <a:schemeClr val="dk1"/>
              </a:buClr>
              <a:buSzPts val="1800"/>
              <a:buChar char="●"/>
              <a:defRPr sz="1800">
                <a:solidFill>
                  <a:schemeClr val="dk1"/>
                </a:solidFill>
              </a:defRPr>
            </a:lvl1pPr>
            <a:lvl2pPr marL="914400" lvl="1" indent="-342900">
              <a:spcBef>
                <a:spcPts val="0"/>
              </a:spcBef>
              <a:spcAft>
                <a:spcPts val="0"/>
              </a:spcAft>
              <a:buClr>
                <a:schemeClr val="dk1"/>
              </a:buClr>
              <a:buSzPts val="1800"/>
              <a:buChar char="○"/>
              <a:defRPr sz="1800">
                <a:solidFill>
                  <a:schemeClr val="dk1"/>
                </a:solidFill>
              </a:defRPr>
            </a:lvl2pPr>
            <a:lvl3pPr marL="1371600" lvl="2" indent="-342900">
              <a:spcBef>
                <a:spcPts val="0"/>
              </a:spcBef>
              <a:spcAft>
                <a:spcPts val="0"/>
              </a:spcAft>
              <a:buClr>
                <a:schemeClr val="dk1"/>
              </a:buClr>
              <a:buSzPts val="1800"/>
              <a:buChar char="■"/>
              <a:defRPr sz="1800">
                <a:solidFill>
                  <a:schemeClr val="dk1"/>
                </a:solidFill>
              </a:defRPr>
            </a:lvl3pPr>
            <a:lvl4pPr marL="1828800" lvl="3" indent="-342900">
              <a:spcBef>
                <a:spcPts val="0"/>
              </a:spcBef>
              <a:spcAft>
                <a:spcPts val="0"/>
              </a:spcAft>
              <a:buClr>
                <a:schemeClr val="dk1"/>
              </a:buClr>
              <a:buSzPts val="1800"/>
              <a:buChar char="●"/>
              <a:defRPr sz="1800">
                <a:solidFill>
                  <a:schemeClr val="dk1"/>
                </a:solidFill>
              </a:defRPr>
            </a:lvl4pPr>
            <a:lvl5pPr marL="2286000" lvl="4" indent="-342900">
              <a:spcBef>
                <a:spcPts val="0"/>
              </a:spcBef>
              <a:spcAft>
                <a:spcPts val="0"/>
              </a:spcAft>
              <a:buClr>
                <a:schemeClr val="dk1"/>
              </a:buClr>
              <a:buSzPts val="1800"/>
              <a:buChar char="○"/>
              <a:defRPr sz="1800">
                <a:solidFill>
                  <a:schemeClr val="dk1"/>
                </a:solidFill>
              </a:defRPr>
            </a:lvl5pPr>
            <a:lvl6pPr marL="2743200" lvl="5" indent="-342900">
              <a:spcBef>
                <a:spcPts val="0"/>
              </a:spcBef>
              <a:spcAft>
                <a:spcPts val="0"/>
              </a:spcAft>
              <a:buClr>
                <a:schemeClr val="dk1"/>
              </a:buClr>
              <a:buSzPts val="1800"/>
              <a:buChar char="■"/>
              <a:defRPr sz="1800">
                <a:solidFill>
                  <a:schemeClr val="dk1"/>
                </a:solidFill>
              </a:defRPr>
            </a:lvl6pPr>
            <a:lvl7pPr marL="3200400" lvl="6" indent="-342900">
              <a:spcBef>
                <a:spcPts val="0"/>
              </a:spcBef>
              <a:spcAft>
                <a:spcPts val="0"/>
              </a:spcAft>
              <a:buClr>
                <a:schemeClr val="dk1"/>
              </a:buClr>
              <a:buSzPts val="1800"/>
              <a:buChar char="●"/>
              <a:defRPr sz="1800">
                <a:solidFill>
                  <a:schemeClr val="dk1"/>
                </a:solidFill>
              </a:defRPr>
            </a:lvl7pPr>
            <a:lvl8pPr marL="3657600" lvl="7" indent="-342900">
              <a:spcBef>
                <a:spcPts val="0"/>
              </a:spcBef>
              <a:spcAft>
                <a:spcPts val="0"/>
              </a:spcAft>
              <a:buClr>
                <a:schemeClr val="dk1"/>
              </a:buClr>
              <a:buSzPts val="1800"/>
              <a:buChar char="○"/>
              <a:defRPr sz="1800">
                <a:solidFill>
                  <a:schemeClr val="dk1"/>
                </a:solidFill>
              </a:defRPr>
            </a:lvl8pPr>
            <a:lvl9pPr marL="4114800" lvl="8" indent="-342900">
              <a:spcBef>
                <a:spcPts val="0"/>
              </a:spcBef>
              <a:spcAft>
                <a:spcPts val="0"/>
              </a:spcAft>
              <a:buClr>
                <a:schemeClr val="dk1"/>
              </a:buClr>
              <a:buSzPts val="1800"/>
              <a:buChar char="■"/>
              <a:defRPr sz="1800">
                <a:solidFill>
                  <a:schemeClr val="dk1"/>
                </a:solidFill>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Slide True False v3">
  <p:cSld name="CUSTOM_34_1_1">
    <p:bg>
      <p:bgPr>
        <a:solidFill>
          <a:schemeClr val="accent5"/>
        </a:solidFill>
        <a:effectLst/>
      </p:bgPr>
    </p:bg>
    <p:spTree>
      <p:nvGrpSpPr>
        <p:cNvPr id="1" name="Shape 1629"/>
        <p:cNvGrpSpPr/>
        <p:nvPr/>
      </p:nvGrpSpPr>
      <p:grpSpPr>
        <a:xfrm>
          <a:off x="0" y="0"/>
          <a:ext cx="0" cy="0"/>
          <a:chOff x="0" y="0"/>
          <a:chExt cx="0" cy="0"/>
        </a:xfrm>
      </p:grpSpPr>
      <p:sp>
        <p:nvSpPr>
          <p:cNvPr id="1630" name="Google Shape;1630;p63"/>
          <p:cNvSpPr/>
          <p:nvPr/>
        </p:nvSpPr>
        <p:spPr>
          <a:xfrm>
            <a:off x="0" y="2609850"/>
            <a:ext cx="9144000" cy="2533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31" name="Google Shape;1631;p63"/>
          <p:cNvSpPr/>
          <p:nvPr/>
        </p:nvSpPr>
        <p:spPr>
          <a:xfrm>
            <a:off x="566250" y="520900"/>
            <a:ext cx="8040900" cy="3672300"/>
          </a:xfrm>
          <a:prstGeom prst="snip1Rect">
            <a:avLst>
              <a:gd name="adj" fmla="val 16667"/>
            </a:avLst>
          </a:prstGeom>
          <a:solidFill>
            <a:schemeClr val="lt1"/>
          </a:solidFill>
          <a:ln w="9525" cap="flat" cmpd="sng">
            <a:solidFill>
              <a:schemeClr val="accent5"/>
            </a:solidFill>
            <a:prstDash val="solid"/>
            <a:round/>
            <a:headEnd type="none" w="sm" len="sm"/>
            <a:tailEnd type="none" w="sm" len="sm"/>
          </a:ln>
          <a:effectLst>
            <a:outerShdw blurRad="342900" dist="95250" dir="5400000" algn="bl" rotWithShape="0">
              <a:srgbClr val="000000">
                <a:alpha val="1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32" name="Google Shape;1632;p63"/>
          <p:cNvSpPr/>
          <p:nvPr/>
        </p:nvSpPr>
        <p:spPr>
          <a:xfrm>
            <a:off x="4841575" y="3838475"/>
            <a:ext cx="2285100" cy="730500"/>
          </a:xfrm>
          <a:prstGeom prst="snip1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redoka"/>
              <a:ea typeface="Fredoka"/>
              <a:cs typeface="Fredoka"/>
              <a:sym typeface="Fredoka"/>
            </a:endParaRPr>
          </a:p>
        </p:txBody>
      </p:sp>
      <p:sp>
        <p:nvSpPr>
          <p:cNvPr id="1633" name="Google Shape;1633;p63"/>
          <p:cNvSpPr/>
          <p:nvPr/>
        </p:nvSpPr>
        <p:spPr>
          <a:xfrm>
            <a:off x="4933525" y="3917375"/>
            <a:ext cx="572700" cy="572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redoka"/>
              <a:ea typeface="Fredoka"/>
              <a:cs typeface="Fredoka"/>
              <a:sym typeface="Fredoka"/>
            </a:endParaRPr>
          </a:p>
        </p:txBody>
      </p:sp>
      <p:sp>
        <p:nvSpPr>
          <p:cNvPr id="1634" name="Google Shape;1634;p63"/>
          <p:cNvSpPr txBox="1">
            <a:spLocks noGrp="1"/>
          </p:cNvSpPr>
          <p:nvPr>
            <p:ph type="title"/>
          </p:nvPr>
        </p:nvSpPr>
        <p:spPr>
          <a:xfrm>
            <a:off x="918800" y="833450"/>
            <a:ext cx="7316400" cy="2098500"/>
          </a:xfrm>
          <a:prstGeom prst="rect">
            <a:avLst/>
          </a:prstGeom>
        </p:spPr>
        <p:txBody>
          <a:bodyPr spcFirstLastPara="1" wrap="square" lIns="0" tIns="0" rIns="0" bIns="0" anchor="t" anchorCtr="0">
            <a:noAutofit/>
          </a:bodyPr>
          <a:lstStyle>
            <a:lvl1pPr lvl="0" algn="ctr">
              <a:spcBef>
                <a:spcPts val="0"/>
              </a:spcBef>
              <a:spcAft>
                <a:spcPts val="0"/>
              </a:spcAft>
              <a:buSzPts val="2000"/>
              <a:buNone/>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a:endParaRPr/>
          </a:p>
        </p:txBody>
      </p:sp>
      <p:sp>
        <p:nvSpPr>
          <p:cNvPr id="1635" name="Google Shape;1635;p63"/>
          <p:cNvSpPr/>
          <p:nvPr/>
        </p:nvSpPr>
        <p:spPr>
          <a:xfrm>
            <a:off x="2017325" y="3835925"/>
            <a:ext cx="2285100" cy="730500"/>
          </a:xfrm>
          <a:prstGeom prst="snip1Rect">
            <a:avLst>
              <a:gd name="adj" fmla="val 16667"/>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redoka"/>
              <a:ea typeface="Fredoka"/>
              <a:cs typeface="Fredoka"/>
              <a:sym typeface="Fredoka"/>
            </a:endParaRPr>
          </a:p>
        </p:txBody>
      </p:sp>
      <p:sp>
        <p:nvSpPr>
          <p:cNvPr id="1636" name="Google Shape;1636;p63"/>
          <p:cNvSpPr/>
          <p:nvPr/>
        </p:nvSpPr>
        <p:spPr>
          <a:xfrm>
            <a:off x="2109275" y="3917375"/>
            <a:ext cx="572700" cy="572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grpSp>
        <p:nvGrpSpPr>
          <p:cNvPr id="1637" name="Google Shape;1637;p63"/>
          <p:cNvGrpSpPr/>
          <p:nvPr/>
        </p:nvGrpSpPr>
        <p:grpSpPr>
          <a:xfrm rot="-2700000">
            <a:off x="2235798" y="4061046"/>
            <a:ext cx="348897" cy="200098"/>
            <a:chOff x="3876675" y="1766250"/>
            <a:chExt cx="348900" cy="200100"/>
          </a:xfrm>
        </p:grpSpPr>
        <p:sp>
          <p:nvSpPr>
            <p:cNvPr id="1638" name="Google Shape;1638;p63"/>
            <p:cNvSpPr/>
            <p:nvPr/>
          </p:nvSpPr>
          <p:spPr>
            <a:xfrm>
              <a:off x="3876700" y="1766250"/>
              <a:ext cx="72000" cy="200100"/>
            </a:xfrm>
            <a:prstGeom prst="rect">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sp>
          <p:nvSpPr>
            <p:cNvPr id="1639" name="Google Shape;1639;p63"/>
            <p:cNvSpPr/>
            <p:nvPr/>
          </p:nvSpPr>
          <p:spPr>
            <a:xfrm rot="5400000">
              <a:off x="4015125" y="1755900"/>
              <a:ext cx="72000" cy="348900"/>
            </a:xfrm>
            <a:prstGeom prst="rect">
              <a:avLst/>
            </a:prstGeom>
            <a:solidFill>
              <a:srgbClr val="6AA84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redoka"/>
                <a:ea typeface="Fredoka"/>
                <a:cs typeface="Fredoka"/>
                <a:sym typeface="Fredoka"/>
              </a:endParaRPr>
            </a:p>
          </p:txBody>
        </p:sp>
      </p:grpSp>
      <p:grpSp>
        <p:nvGrpSpPr>
          <p:cNvPr id="1640" name="Google Shape;1640;p63"/>
          <p:cNvGrpSpPr/>
          <p:nvPr/>
        </p:nvGrpSpPr>
        <p:grpSpPr>
          <a:xfrm>
            <a:off x="5071074" y="4054914"/>
            <a:ext cx="297600" cy="297600"/>
            <a:chOff x="3902424" y="2300989"/>
            <a:chExt cx="297600" cy="297600"/>
          </a:xfrm>
        </p:grpSpPr>
        <p:sp>
          <p:nvSpPr>
            <p:cNvPr id="1641" name="Google Shape;1641;p63"/>
            <p:cNvSpPr/>
            <p:nvPr/>
          </p:nvSpPr>
          <p:spPr>
            <a:xfrm rot="2700000">
              <a:off x="4015161" y="2275417"/>
              <a:ext cx="72125" cy="348745"/>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accent5"/>
                </a:solidFill>
                <a:latin typeface="Fredoka"/>
                <a:ea typeface="Fredoka"/>
                <a:cs typeface="Fredoka"/>
                <a:sym typeface="Fredoka"/>
              </a:endParaRPr>
            </a:p>
          </p:txBody>
        </p:sp>
        <p:sp>
          <p:nvSpPr>
            <p:cNvPr id="1642" name="Google Shape;1642;p63"/>
            <p:cNvSpPr/>
            <p:nvPr/>
          </p:nvSpPr>
          <p:spPr>
            <a:xfrm rot="-2700000">
              <a:off x="4015161" y="2275417"/>
              <a:ext cx="72125" cy="348745"/>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accent5"/>
                </a:solidFill>
                <a:latin typeface="Fredoka"/>
                <a:ea typeface="Fredoka"/>
                <a:cs typeface="Fredoka"/>
                <a:sym typeface="Fredoka"/>
              </a:endParaRPr>
            </a:p>
          </p:txBody>
        </p:sp>
      </p:grpSp>
      <p:sp>
        <p:nvSpPr>
          <p:cNvPr id="1643" name="Google Shape;1643;p63"/>
          <p:cNvSpPr txBox="1">
            <a:spLocks noGrp="1"/>
          </p:cNvSpPr>
          <p:nvPr>
            <p:ph type="body" idx="1"/>
          </p:nvPr>
        </p:nvSpPr>
        <p:spPr>
          <a:xfrm>
            <a:off x="2772900" y="3917375"/>
            <a:ext cx="1394400" cy="572700"/>
          </a:xfrm>
          <a:prstGeom prst="rect">
            <a:avLst/>
          </a:prstGeom>
        </p:spPr>
        <p:txBody>
          <a:bodyPr spcFirstLastPara="1" wrap="square" lIns="0" tIns="0" rIns="0" bIns="0" anchor="ctr" anchorCtr="0">
            <a:noAutofit/>
          </a:bodyPr>
          <a:lstStyle>
            <a:lvl1pPr marL="457200" lvl="0" indent="-342900">
              <a:spcBef>
                <a:spcPts val="0"/>
              </a:spcBef>
              <a:spcAft>
                <a:spcPts val="0"/>
              </a:spcAft>
              <a:buClr>
                <a:schemeClr val="dk1"/>
              </a:buClr>
              <a:buSzPts val="1800"/>
              <a:buChar char="●"/>
              <a:defRPr sz="1800">
                <a:solidFill>
                  <a:schemeClr val="dk1"/>
                </a:solidFill>
              </a:defRPr>
            </a:lvl1pPr>
            <a:lvl2pPr marL="914400" lvl="1" indent="-342900">
              <a:spcBef>
                <a:spcPts val="0"/>
              </a:spcBef>
              <a:spcAft>
                <a:spcPts val="0"/>
              </a:spcAft>
              <a:buClr>
                <a:schemeClr val="dk1"/>
              </a:buClr>
              <a:buSzPts val="1800"/>
              <a:buChar char="○"/>
              <a:defRPr sz="1800">
                <a:solidFill>
                  <a:schemeClr val="dk1"/>
                </a:solidFill>
              </a:defRPr>
            </a:lvl2pPr>
            <a:lvl3pPr marL="1371600" lvl="2" indent="-342900">
              <a:spcBef>
                <a:spcPts val="0"/>
              </a:spcBef>
              <a:spcAft>
                <a:spcPts val="0"/>
              </a:spcAft>
              <a:buClr>
                <a:schemeClr val="dk1"/>
              </a:buClr>
              <a:buSzPts val="1800"/>
              <a:buChar char="■"/>
              <a:defRPr sz="1800">
                <a:solidFill>
                  <a:schemeClr val="dk1"/>
                </a:solidFill>
              </a:defRPr>
            </a:lvl3pPr>
            <a:lvl4pPr marL="1828800" lvl="3" indent="-342900">
              <a:spcBef>
                <a:spcPts val="0"/>
              </a:spcBef>
              <a:spcAft>
                <a:spcPts val="0"/>
              </a:spcAft>
              <a:buClr>
                <a:schemeClr val="dk1"/>
              </a:buClr>
              <a:buSzPts val="1800"/>
              <a:buChar char="●"/>
              <a:defRPr sz="1800">
                <a:solidFill>
                  <a:schemeClr val="dk1"/>
                </a:solidFill>
              </a:defRPr>
            </a:lvl4pPr>
            <a:lvl5pPr marL="2286000" lvl="4" indent="-342900">
              <a:spcBef>
                <a:spcPts val="0"/>
              </a:spcBef>
              <a:spcAft>
                <a:spcPts val="0"/>
              </a:spcAft>
              <a:buClr>
                <a:schemeClr val="dk1"/>
              </a:buClr>
              <a:buSzPts val="1800"/>
              <a:buChar char="○"/>
              <a:defRPr sz="1800">
                <a:solidFill>
                  <a:schemeClr val="dk1"/>
                </a:solidFill>
              </a:defRPr>
            </a:lvl5pPr>
            <a:lvl6pPr marL="2743200" lvl="5" indent="-342900">
              <a:spcBef>
                <a:spcPts val="0"/>
              </a:spcBef>
              <a:spcAft>
                <a:spcPts val="0"/>
              </a:spcAft>
              <a:buClr>
                <a:schemeClr val="dk1"/>
              </a:buClr>
              <a:buSzPts val="1800"/>
              <a:buChar char="■"/>
              <a:defRPr sz="1800">
                <a:solidFill>
                  <a:schemeClr val="dk1"/>
                </a:solidFill>
              </a:defRPr>
            </a:lvl6pPr>
            <a:lvl7pPr marL="3200400" lvl="6" indent="-342900">
              <a:spcBef>
                <a:spcPts val="0"/>
              </a:spcBef>
              <a:spcAft>
                <a:spcPts val="0"/>
              </a:spcAft>
              <a:buClr>
                <a:schemeClr val="dk1"/>
              </a:buClr>
              <a:buSzPts val="1800"/>
              <a:buChar char="●"/>
              <a:defRPr sz="1800">
                <a:solidFill>
                  <a:schemeClr val="dk1"/>
                </a:solidFill>
              </a:defRPr>
            </a:lvl7pPr>
            <a:lvl8pPr marL="3657600" lvl="7" indent="-342900">
              <a:spcBef>
                <a:spcPts val="0"/>
              </a:spcBef>
              <a:spcAft>
                <a:spcPts val="0"/>
              </a:spcAft>
              <a:buClr>
                <a:schemeClr val="dk1"/>
              </a:buClr>
              <a:buSzPts val="1800"/>
              <a:buChar char="○"/>
              <a:defRPr sz="1800">
                <a:solidFill>
                  <a:schemeClr val="dk1"/>
                </a:solidFill>
              </a:defRPr>
            </a:lvl8pPr>
            <a:lvl9pPr marL="4114800" lvl="8" indent="-342900">
              <a:spcBef>
                <a:spcPts val="0"/>
              </a:spcBef>
              <a:spcAft>
                <a:spcPts val="0"/>
              </a:spcAft>
              <a:buClr>
                <a:schemeClr val="dk1"/>
              </a:buClr>
              <a:buSzPts val="1800"/>
              <a:buChar char="■"/>
              <a:defRPr sz="1800">
                <a:solidFill>
                  <a:schemeClr val="dk1"/>
                </a:solidFill>
              </a:defRPr>
            </a:lvl9pPr>
          </a:lstStyle>
          <a:p>
            <a:endParaRPr/>
          </a:p>
        </p:txBody>
      </p:sp>
      <p:sp>
        <p:nvSpPr>
          <p:cNvPr id="1644" name="Google Shape;1644;p63"/>
          <p:cNvSpPr txBox="1">
            <a:spLocks noGrp="1"/>
          </p:cNvSpPr>
          <p:nvPr>
            <p:ph type="body" idx="2"/>
          </p:nvPr>
        </p:nvSpPr>
        <p:spPr>
          <a:xfrm>
            <a:off x="5609675" y="3914825"/>
            <a:ext cx="1394400" cy="572700"/>
          </a:xfrm>
          <a:prstGeom prst="rect">
            <a:avLst/>
          </a:prstGeom>
        </p:spPr>
        <p:txBody>
          <a:bodyPr spcFirstLastPara="1" wrap="square" lIns="0" tIns="0" rIns="0" bIns="0" anchor="ctr" anchorCtr="0">
            <a:noAutofit/>
          </a:bodyPr>
          <a:lstStyle>
            <a:lvl1pPr marL="457200" lvl="0" indent="-342900">
              <a:spcBef>
                <a:spcPts val="0"/>
              </a:spcBef>
              <a:spcAft>
                <a:spcPts val="0"/>
              </a:spcAft>
              <a:buClr>
                <a:schemeClr val="dk1"/>
              </a:buClr>
              <a:buSzPts val="1800"/>
              <a:buChar char="●"/>
              <a:defRPr sz="1800">
                <a:solidFill>
                  <a:schemeClr val="dk1"/>
                </a:solidFill>
              </a:defRPr>
            </a:lvl1pPr>
            <a:lvl2pPr marL="914400" lvl="1" indent="-342900">
              <a:spcBef>
                <a:spcPts val="0"/>
              </a:spcBef>
              <a:spcAft>
                <a:spcPts val="0"/>
              </a:spcAft>
              <a:buClr>
                <a:schemeClr val="dk1"/>
              </a:buClr>
              <a:buSzPts val="1800"/>
              <a:buChar char="○"/>
              <a:defRPr sz="1800">
                <a:solidFill>
                  <a:schemeClr val="dk1"/>
                </a:solidFill>
              </a:defRPr>
            </a:lvl2pPr>
            <a:lvl3pPr marL="1371600" lvl="2" indent="-342900">
              <a:spcBef>
                <a:spcPts val="0"/>
              </a:spcBef>
              <a:spcAft>
                <a:spcPts val="0"/>
              </a:spcAft>
              <a:buClr>
                <a:schemeClr val="dk1"/>
              </a:buClr>
              <a:buSzPts val="1800"/>
              <a:buChar char="■"/>
              <a:defRPr sz="1800">
                <a:solidFill>
                  <a:schemeClr val="dk1"/>
                </a:solidFill>
              </a:defRPr>
            </a:lvl3pPr>
            <a:lvl4pPr marL="1828800" lvl="3" indent="-342900">
              <a:spcBef>
                <a:spcPts val="0"/>
              </a:spcBef>
              <a:spcAft>
                <a:spcPts val="0"/>
              </a:spcAft>
              <a:buClr>
                <a:schemeClr val="dk1"/>
              </a:buClr>
              <a:buSzPts val="1800"/>
              <a:buChar char="●"/>
              <a:defRPr sz="1800">
                <a:solidFill>
                  <a:schemeClr val="dk1"/>
                </a:solidFill>
              </a:defRPr>
            </a:lvl4pPr>
            <a:lvl5pPr marL="2286000" lvl="4" indent="-342900">
              <a:spcBef>
                <a:spcPts val="0"/>
              </a:spcBef>
              <a:spcAft>
                <a:spcPts val="0"/>
              </a:spcAft>
              <a:buClr>
                <a:schemeClr val="dk1"/>
              </a:buClr>
              <a:buSzPts val="1800"/>
              <a:buChar char="○"/>
              <a:defRPr sz="1800">
                <a:solidFill>
                  <a:schemeClr val="dk1"/>
                </a:solidFill>
              </a:defRPr>
            </a:lvl5pPr>
            <a:lvl6pPr marL="2743200" lvl="5" indent="-342900">
              <a:spcBef>
                <a:spcPts val="0"/>
              </a:spcBef>
              <a:spcAft>
                <a:spcPts val="0"/>
              </a:spcAft>
              <a:buClr>
                <a:schemeClr val="dk1"/>
              </a:buClr>
              <a:buSzPts val="1800"/>
              <a:buChar char="■"/>
              <a:defRPr sz="1800">
                <a:solidFill>
                  <a:schemeClr val="dk1"/>
                </a:solidFill>
              </a:defRPr>
            </a:lvl6pPr>
            <a:lvl7pPr marL="3200400" lvl="6" indent="-342900">
              <a:spcBef>
                <a:spcPts val="0"/>
              </a:spcBef>
              <a:spcAft>
                <a:spcPts val="0"/>
              </a:spcAft>
              <a:buClr>
                <a:schemeClr val="dk1"/>
              </a:buClr>
              <a:buSzPts val="1800"/>
              <a:buChar char="●"/>
              <a:defRPr sz="1800">
                <a:solidFill>
                  <a:schemeClr val="dk1"/>
                </a:solidFill>
              </a:defRPr>
            </a:lvl7pPr>
            <a:lvl8pPr marL="3657600" lvl="7" indent="-342900">
              <a:spcBef>
                <a:spcPts val="0"/>
              </a:spcBef>
              <a:spcAft>
                <a:spcPts val="0"/>
              </a:spcAft>
              <a:buClr>
                <a:schemeClr val="dk1"/>
              </a:buClr>
              <a:buSzPts val="1800"/>
              <a:buChar char="○"/>
              <a:defRPr sz="1800">
                <a:solidFill>
                  <a:schemeClr val="dk1"/>
                </a:solidFill>
              </a:defRPr>
            </a:lvl8pPr>
            <a:lvl9pPr marL="4114800" lvl="8" indent="-342900">
              <a:spcBef>
                <a:spcPts val="0"/>
              </a:spcBef>
              <a:spcAft>
                <a:spcPts val="0"/>
              </a:spcAft>
              <a:buClr>
                <a:schemeClr val="dk1"/>
              </a:buClr>
              <a:buSzPts val="1800"/>
              <a:buChar char="■"/>
              <a:defRPr sz="1800">
                <a:solidFill>
                  <a:schemeClr val="dk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51" Type="http://schemas.openxmlformats.org/officeDocument/2006/relationships/theme" Target="../theme/theme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1" Type="http://schemas.openxmlformats.org/officeDocument/2006/relationships/slideLayout" Target="../slideLayouts/slideLayout12.xml"/><Relationship Id="rId6"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vi"/>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269946"/>
            <a:ext cx="8520600" cy="4581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1"/>
              </a:buClr>
              <a:buSzPts val="2000"/>
              <a:buFont typeface="Hepta Slab SemiBold"/>
              <a:buNone/>
              <a:defRPr sz="2000">
                <a:solidFill>
                  <a:schemeClr val="dk1"/>
                </a:solidFill>
                <a:latin typeface="Hepta Slab SemiBold"/>
                <a:ea typeface="Hepta Slab SemiBold"/>
                <a:cs typeface="Hepta Slab SemiBold"/>
                <a:sym typeface="Hepta Slab SemiBold"/>
              </a:defRPr>
            </a:lvl1pPr>
            <a:lvl2pPr lvl="1">
              <a:spcBef>
                <a:spcPts val="0"/>
              </a:spcBef>
              <a:spcAft>
                <a:spcPts val="0"/>
              </a:spcAft>
              <a:buClr>
                <a:schemeClr val="dk1"/>
              </a:buClr>
              <a:buSzPts val="2000"/>
              <a:buNone/>
              <a:defRPr sz="2000">
                <a:solidFill>
                  <a:schemeClr val="dk1"/>
                </a:solidFill>
              </a:defRPr>
            </a:lvl2pPr>
            <a:lvl3pPr lvl="2">
              <a:spcBef>
                <a:spcPts val="0"/>
              </a:spcBef>
              <a:spcAft>
                <a:spcPts val="0"/>
              </a:spcAft>
              <a:buClr>
                <a:schemeClr val="dk1"/>
              </a:buClr>
              <a:buSzPts val="2000"/>
              <a:buNone/>
              <a:defRPr sz="2000">
                <a:solidFill>
                  <a:schemeClr val="dk1"/>
                </a:solidFill>
              </a:defRPr>
            </a:lvl3pPr>
            <a:lvl4pPr lvl="3">
              <a:spcBef>
                <a:spcPts val="0"/>
              </a:spcBef>
              <a:spcAft>
                <a:spcPts val="0"/>
              </a:spcAft>
              <a:buClr>
                <a:schemeClr val="dk1"/>
              </a:buClr>
              <a:buSzPts val="2000"/>
              <a:buNone/>
              <a:defRPr sz="2000">
                <a:solidFill>
                  <a:schemeClr val="dk1"/>
                </a:solidFill>
              </a:defRPr>
            </a:lvl4pPr>
            <a:lvl5pPr lvl="4">
              <a:spcBef>
                <a:spcPts val="0"/>
              </a:spcBef>
              <a:spcAft>
                <a:spcPts val="0"/>
              </a:spcAft>
              <a:buClr>
                <a:schemeClr val="dk1"/>
              </a:buClr>
              <a:buSzPts val="2000"/>
              <a:buNone/>
              <a:defRPr sz="2000">
                <a:solidFill>
                  <a:schemeClr val="dk1"/>
                </a:solidFill>
              </a:defRPr>
            </a:lvl5pPr>
            <a:lvl6pPr lvl="5">
              <a:spcBef>
                <a:spcPts val="0"/>
              </a:spcBef>
              <a:spcAft>
                <a:spcPts val="0"/>
              </a:spcAft>
              <a:buClr>
                <a:schemeClr val="dk1"/>
              </a:buClr>
              <a:buSzPts val="2000"/>
              <a:buNone/>
              <a:defRPr sz="2000">
                <a:solidFill>
                  <a:schemeClr val="dk1"/>
                </a:solidFill>
              </a:defRPr>
            </a:lvl6pPr>
            <a:lvl7pPr lvl="6">
              <a:spcBef>
                <a:spcPts val="0"/>
              </a:spcBef>
              <a:spcAft>
                <a:spcPts val="0"/>
              </a:spcAft>
              <a:buClr>
                <a:schemeClr val="dk1"/>
              </a:buClr>
              <a:buSzPts val="2000"/>
              <a:buNone/>
              <a:defRPr sz="2000">
                <a:solidFill>
                  <a:schemeClr val="dk1"/>
                </a:solidFill>
              </a:defRPr>
            </a:lvl7pPr>
            <a:lvl8pPr lvl="7">
              <a:spcBef>
                <a:spcPts val="0"/>
              </a:spcBef>
              <a:spcAft>
                <a:spcPts val="0"/>
              </a:spcAft>
              <a:buClr>
                <a:schemeClr val="dk1"/>
              </a:buClr>
              <a:buSzPts val="2000"/>
              <a:buNone/>
              <a:defRPr sz="2000">
                <a:solidFill>
                  <a:schemeClr val="dk1"/>
                </a:solidFill>
              </a:defRPr>
            </a:lvl8pPr>
            <a:lvl9pPr lvl="8">
              <a:spcBef>
                <a:spcPts val="0"/>
              </a:spcBef>
              <a:spcAft>
                <a:spcPts val="0"/>
              </a:spcAft>
              <a:buClr>
                <a:schemeClr val="dk1"/>
              </a:buClr>
              <a:buSzPts val="2000"/>
              <a:buNone/>
              <a:defRPr sz="2000">
                <a:solidFill>
                  <a:schemeClr val="dk1"/>
                </a:solidFill>
              </a:defRPr>
            </a:lvl9pPr>
          </a:lstStyle>
          <a:p>
            <a:endParaRPr/>
          </a:p>
        </p:txBody>
      </p:sp>
      <p:sp>
        <p:nvSpPr>
          <p:cNvPr id="52" name="Google Shape;52;p13"/>
          <p:cNvSpPr txBox="1">
            <a:spLocks noGrp="1"/>
          </p:cNvSpPr>
          <p:nvPr>
            <p:ph type="body" idx="1"/>
          </p:nvPr>
        </p:nvSpPr>
        <p:spPr>
          <a:xfrm>
            <a:off x="311700" y="1152475"/>
            <a:ext cx="8520600" cy="2107200"/>
          </a:xfrm>
          <a:prstGeom prst="rect">
            <a:avLst/>
          </a:prstGeom>
          <a:noFill/>
          <a:ln>
            <a:noFill/>
          </a:ln>
        </p:spPr>
        <p:txBody>
          <a:bodyPr spcFirstLastPara="1" wrap="square" lIns="0" tIns="0" rIns="0" bIns="0" anchor="t" anchorCtr="0">
            <a:noAutofit/>
          </a:bodyPr>
          <a:lstStyle>
            <a:lvl1pPr marL="457200" lvl="0" indent="-298450">
              <a:lnSpc>
                <a:spcPct val="115000"/>
              </a:lnSpc>
              <a:spcBef>
                <a:spcPts val="0"/>
              </a:spcBef>
              <a:spcAft>
                <a:spcPts val="0"/>
              </a:spcAft>
              <a:buClr>
                <a:schemeClr val="dk2"/>
              </a:buClr>
              <a:buSzPts val="1100"/>
              <a:buFont typeface="DM Sans"/>
              <a:buChar char="●"/>
              <a:defRPr sz="1100">
                <a:solidFill>
                  <a:schemeClr val="dk2"/>
                </a:solidFill>
                <a:latin typeface="DM Sans"/>
                <a:ea typeface="DM Sans"/>
                <a:cs typeface="DM Sans"/>
                <a:sym typeface="DM Sans"/>
              </a:defRPr>
            </a:lvl1pPr>
            <a:lvl2pPr marL="914400" lvl="1" indent="-298450">
              <a:lnSpc>
                <a:spcPct val="115000"/>
              </a:lnSpc>
              <a:spcBef>
                <a:spcPts val="0"/>
              </a:spcBef>
              <a:spcAft>
                <a:spcPts val="0"/>
              </a:spcAft>
              <a:buClr>
                <a:schemeClr val="dk2"/>
              </a:buClr>
              <a:buSzPts val="1100"/>
              <a:buFont typeface="DM Sans"/>
              <a:buChar char="○"/>
              <a:defRPr sz="1100">
                <a:solidFill>
                  <a:schemeClr val="dk2"/>
                </a:solidFill>
                <a:latin typeface="DM Sans"/>
                <a:ea typeface="DM Sans"/>
                <a:cs typeface="DM Sans"/>
                <a:sym typeface="DM Sans"/>
              </a:defRPr>
            </a:lvl2pPr>
            <a:lvl3pPr marL="1371600" lvl="2" indent="-298450">
              <a:lnSpc>
                <a:spcPct val="115000"/>
              </a:lnSpc>
              <a:spcBef>
                <a:spcPts val="0"/>
              </a:spcBef>
              <a:spcAft>
                <a:spcPts val="0"/>
              </a:spcAft>
              <a:buClr>
                <a:schemeClr val="dk2"/>
              </a:buClr>
              <a:buSzPts val="1100"/>
              <a:buFont typeface="DM Sans"/>
              <a:buChar char="■"/>
              <a:defRPr sz="1100">
                <a:solidFill>
                  <a:schemeClr val="dk2"/>
                </a:solidFill>
                <a:latin typeface="DM Sans"/>
                <a:ea typeface="DM Sans"/>
                <a:cs typeface="DM Sans"/>
                <a:sym typeface="DM Sans"/>
              </a:defRPr>
            </a:lvl3pPr>
            <a:lvl4pPr marL="1828800" lvl="3" indent="-298450">
              <a:lnSpc>
                <a:spcPct val="115000"/>
              </a:lnSpc>
              <a:spcBef>
                <a:spcPts val="0"/>
              </a:spcBef>
              <a:spcAft>
                <a:spcPts val="0"/>
              </a:spcAft>
              <a:buClr>
                <a:schemeClr val="dk2"/>
              </a:buClr>
              <a:buSzPts val="1100"/>
              <a:buFont typeface="DM Sans"/>
              <a:buChar char="●"/>
              <a:defRPr sz="1100">
                <a:solidFill>
                  <a:schemeClr val="dk2"/>
                </a:solidFill>
                <a:latin typeface="DM Sans"/>
                <a:ea typeface="DM Sans"/>
                <a:cs typeface="DM Sans"/>
                <a:sym typeface="DM Sans"/>
              </a:defRPr>
            </a:lvl4pPr>
            <a:lvl5pPr marL="2286000" lvl="4" indent="-298450">
              <a:lnSpc>
                <a:spcPct val="115000"/>
              </a:lnSpc>
              <a:spcBef>
                <a:spcPts val="0"/>
              </a:spcBef>
              <a:spcAft>
                <a:spcPts val="0"/>
              </a:spcAft>
              <a:buClr>
                <a:schemeClr val="dk2"/>
              </a:buClr>
              <a:buSzPts val="1100"/>
              <a:buFont typeface="DM Sans"/>
              <a:buChar char="○"/>
              <a:defRPr sz="1100">
                <a:solidFill>
                  <a:schemeClr val="dk2"/>
                </a:solidFill>
                <a:latin typeface="DM Sans"/>
                <a:ea typeface="DM Sans"/>
                <a:cs typeface="DM Sans"/>
                <a:sym typeface="DM Sans"/>
              </a:defRPr>
            </a:lvl5pPr>
            <a:lvl6pPr marL="2743200" lvl="5" indent="-298450">
              <a:lnSpc>
                <a:spcPct val="115000"/>
              </a:lnSpc>
              <a:spcBef>
                <a:spcPts val="0"/>
              </a:spcBef>
              <a:spcAft>
                <a:spcPts val="0"/>
              </a:spcAft>
              <a:buClr>
                <a:schemeClr val="dk2"/>
              </a:buClr>
              <a:buSzPts val="1100"/>
              <a:buFont typeface="DM Sans"/>
              <a:buChar char="■"/>
              <a:defRPr sz="1100">
                <a:solidFill>
                  <a:schemeClr val="dk2"/>
                </a:solidFill>
                <a:latin typeface="DM Sans"/>
                <a:ea typeface="DM Sans"/>
                <a:cs typeface="DM Sans"/>
                <a:sym typeface="DM Sans"/>
              </a:defRPr>
            </a:lvl6pPr>
            <a:lvl7pPr marL="3200400" lvl="6" indent="-298450">
              <a:lnSpc>
                <a:spcPct val="115000"/>
              </a:lnSpc>
              <a:spcBef>
                <a:spcPts val="0"/>
              </a:spcBef>
              <a:spcAft>
                <a:spcPts val="0"/>
              </a:spcAft>
              <a:buClr>
                <a:schemeClr val="dk2"/>
              </a:buClr>
              <a:buSzPts val="1100"/>
              <a:buFont typeface="DM Sans"/>
              <a:buChar char="●"/>
              <a:defRPr sz="1100">
                <a:solidFill>
                  <a:schemeClr val="dk2"/>
                </a:solidFill>
                <a:latin typeface="DM Sans"/>
                <a:ea typeface="DM Sans"/>
                <a:cs typeface="DM Sans"/>
                <a:sym typeface="DM Sans"/>
              </a:defRPr>
            </a:lvl7pPr>
            <a:lvl8pPr marL="3657600" lvl="7" indent="-298450">
              <a:lnSpc>
                <a:spcPct val="115000"/>
              </a:lnSpc>
              <a:spcBef>
                <a:spcPts val="0"/>
              </a:spcBef>
              <a:spcAft>
                <a:spcPts val="0"/>
              </a:spcAft>
              <a:buClr>
                <a:schemeClr val="dk2"/>
              </a:buClr>
              <a:buSzPts val="1100"/>
              <a:buFont typeface="DM Sans"/>
              <a:buChar char="○"/>
              <a:defRPr sz="1100">
                <a:solidFill>
                  <a:schemeClr val="dk2"/>
                </a:solidFill>
                <a:latin typeface="DM Sans"/>
                <a:ea typeface="DM Sans"/>
                <a:cs typeface="DM Sans"/>
                <a:sym typeface="DM Sans"/>
              </a:defRPr>
            </a:lvl8pPr>
            <a:lvl9pPr marL="4114800" lvl="8" indent="-298450">
              <a:lnSpc>
                <a:spcPct val="115000"/>
              </a:lnSpc>
              <a:spcBef>
                <a:spcPts val="0"/>
              </a:spcBef>
              <a:spcAft>
                <a:spcPts val="0"/>
              </a:spcAft>
              <a:buClr>
                <a:schemeClr val="dk2"/>
              </a:buClr>
              <a:buSzPts val="1100"/>
              <a:buFont typeface="DM Sans"/>
              <a:buChar char="■"/>
              <a:defRPr sz="1100">
                <a:solidFill>
                  <a:schemeClr val="dk2"/>
                </a:solidFill>
                <a:latin typeface="DM Sans"/>
                <a:ea typeface="DM Sans"/>
                <a:cs typeface="DM Sans"/>
                <a:sym typeface="DM Sans"/>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vi"/>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70">
          <p15:clr>
            <a:srgbClr val="E46962"/>
          </p15:clr>
        </p15:guide>
        <p15:guide id="2" orient="horz" pos="170">
          <p15:clr>
            <a:srgbClr val="E46962"/>
          </p15:clr>
        </p15:guide>
        <p15:guide id="3" pos="521">
          <p15:clr>
            <a:srgbClr val="E46962"/>
          </p15:clr>
        </p15:guide>
        <p15:guide id="4" pos="634">
          <p15:clr>
            <a:srgbClr val="E46962"/>
          </p15:clr>
        </p15:guide>
        <p15:guide id="5" pos="5587">
          <p15:clr>
            <a:srgbClr val="E46962"/>
          </p15:clr>
        </p15:guide>
        <p15:guide id="6" orient="horz" pos="3070">
          <p15:clr>
            <a:srgbClr val="E46962"/>
          </p15:clr>
        </p15:guide>
        <p15:guide id="7" pos="5244">
          <p15:clr>
            <a:srgbClr val="E46962"/>
          </p15:clr>
        </p15:guide>
        <p15:guide id="8" pos="5126">
          <p15:clr>
            <a:srgbClr val="E46962"/>
          </p15:clr>
        </p15:guide>
        <p15:guide id="9" pos="4780">
          <p15:clr>
            <a:srgbClr val="E46962"/>
          </p15:clr>
        </p15:guide>
        <p15:guide id="10" pos="4667">
          <p15:clr>
            <a:srgbClr val="E46962"/>
          </p15:clr>
        </p15:guide>
        <p15:guide id="11" pos="4315">
          <p15:clr>
            <a:srgbClr val="E46962"/>
          </p15:clr>
        </p15:guide>
        <p15:guide id="12" pos="4203">
          <p15:clr>
            <a:srgbClr val="E46962"/>
          </p15:clr>
        </p15:guide>
        <p15:guide id="13" pos="3852">
          <p15:clr>
            <a:srgbClr val="E46962"/>
          </p15:clr>
        </p15:guide>
        <p15:guide id="14" pos="3739">
          <p15:clr>
            <a:srgbClr val="E46962"/>
          </p15:clr>
        </p15:guide>
        <p15:guide id="15" pos="3402">
          <p15:clr>
            <a:srgbClr val="E46962"/>
          </p15:clr>
        </p15:guide>
        <p15:guide id="16" pos="3289">
          <p15:clr>
            <a:srgbClr val="E46962"/>
          </p15:clr>
        </p15:guide>
        <p15:guide id="17" pos="2938">
          <p15:clr>
            <a:srgbClr val="E46962"/>
          </p15:clr>
        </p15:guide>
        <p15:guide id="18" pos="2826">
          <p15:clr>
            <a:srgbClr val="E46962"/>
          </p15:clr>
        </p15:guide>
        <p15:guide id="19" pos="2475">
          <p15:clr>
            <a:srgbClr val="E46962"/>
          </p15:clr>
        </p15:guide>
        <p15:guide id="20" pos="2367">
          <p15:clr>
            <a:srgbClr val="E46962"/>
          </p15:clr>
        </p15:guide>
        <p15:guide id="21" pos="2016">
          <p15:clr>
            <a:srgbClr val="E46962"/>
          </p15:clr>
        </p15:guide>
        <p15:guide id="22" pos="1904">
          <p15:clr>
            <a:srgbClr val="E46962"/>
          </p15:clr>
        </p15:guide>
        <p15:guide id="23" pos="1558">
          <p15:clr>
            <a:srgbClr val="E46962"/>
          </p15:clr>
        </p15:guide>
        <p15:guide id="24" pos="1449">
          <p15:clr>
            <a:srgbClr val="E46962"/>
          </p15:clr>
        </p15:guide>
        <p15:guide id="25" pos="1094">
          <p15:clr>
            <a:srgbClr val="E46962"/>
          </p15:clr>
        </p15:guide>
        <p15:guide id="26" pos="987">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4.xml"/><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4.xml"/><Relationship Id="rId5" Type="http://schemas.openxmlformats.org/officeDocument/2006/relationships/image" Target="../media/image14.jpg"/><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8.xml"/><Relationship Id="rId5" Type="http://schemas.openxmlformats.org/officeDocument/2006/relationships/image" Target="../media/image19.png"/><Relationship Id="rId4" Type="http://schemas.openxmlformats.org/officeDocument/2006/relationships/image" Target="../media/image18.jpg"/></Relationships>
</file>

<file path=ppt/slides/_rels/slide1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4.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48"/>
        <p:cNvGrpSpPr/>
        <p:nvPr/>
      </p:nvGrpSpPr>
      <p:grpSpPr>
        <a:xfrm>
          <a:off x="0" y="0"/>
          <a:ext cx="0" cy="0"/>
          <a:chOff x="0" y="0"/>
          <a:chExt cx="0" cy="0"/>
        </a:xfrm>
      </p:grpSpPr>
      <p:sp>
        <p:nvSpPr>
          <p:cNvPr id="1649" name="Google Shape;1649;p64"/>
          <p:cNvSpPr txBox="1">
            <a:spLocks noGrp="1"/>
          </p:cNvSpPr>
          <p:nvPr>
            <p:ph type="title"/>
          </p:nvPr>
        </p:nvSpPr>
        <p:spPr>
          <a:xfrm>
            <a:off x="799650" y="270000"/>
            <a:ext cx="7544700" cy="1005300"/>
          </a:xfrm>
          <a:prstGeom prst="rect">
            <a:avLst/>
          </a:prstGeom>
          <a:ln>
            <a:noFill/>
          </a:ln>
        </p:spPr>
        <p:txBody>
          <a:bodyPr spcFirstLastPara="1" wrap="square" lIns="0" tIns="0" rIns="0" bIns="0" anchor="t" anchorCtr="0">
            <a:noAutofit/>
          </a:bodyPr>
          <a:lstStyle/>
          <a:p>
            <a:pPr marL="0" lvl="0" indent="0" algn="ctr" rtl="0">
              <a:spcBef>
                <a:spcPts val="0"/>
              </a:spcBef>
              <a:spcAft>
                <a:spcPts val="0"/>
              </a:spcAft>
              <a:buNone/>
            </a:pPr>
            <a:r>
              <a:rPr lang="vi">
                <a:solidFill>
                  <a:schemeClr val="dk1"/>
                </a:solidFill>
              </a:rPr>
              <a:t>TRƯỜNG ĐẠI HỌC CÔNG NGHIỆP HÀ NỘI</a:t>
            </a:r>
            <a:r>
              <a:rPr lang="vi"/>
              <a:t/>
            </a:r>
            <a:br>
              <a:rPr lang="vi"/>
            </a:br>
            <a:r>
              <a:rPr lang="vi">
                <a:solidFill>
                  <a:schemeClr val="dk1"/>
                </a:solidFill>
              </a:rPr>
              <a:t>KHOA CÔNG NGHỆ THÔNG TIN</a:t>
            </a:r>
            <a:endParaRPr>
              <a:solidFill>
                <a:schemeClr val="dk1"/>
              </a:solidFill>
            </a:endParaRPr>
          </a:p>
          <a:p>
            <a:pPr marL="0" lvl="0" indent="0" algn="ctr" rtl="0">
              <a:spcBef>
                <a:spcPts val="0"/>
              </a:spcBef>
              <a:spcAft>
                <a:spcPts val="0"/>
              </a:spcAft>
              <a:buNone/>
            </a:pPr>
            <a:r>
              <a:rPr lang="vi"/>
              <a:t>--------</a:t>
            </a:r>
            <a:endParaRPr>
              <a:solidFill>
                <a:srgbClr val="FF9900"/>
              </a:solidFill>
            </a:endParaRPr>
          </a:p>
        </p:txBody>
      </p:sp>
      <p:sp>
        <p:nvSpPr>
          <p:cNvPr id="1650" name="Google Shape;1650;p64"/>
          <p:cNvSpPr txBox="1">
            <a:spLocks noGrp="1"/>
          </p:cNvSpPr>
          <p:nvPr>
            <p:ph type="title"/>
          </p:nvPr>
        </p:nvSpPr>
        <p:spPr>
          <a:xfrm>
            <a:off x="892475" y="1745325"/>
            <a:ext cx="7544700" cy="458100"/>
          </a:xfrm>
          <a:prstGeom prst="rect">
            <a:avLst/>
          </a:prstGeom>
          <a:ln>
            <a:noFill/>
          </a:ln>
        </p:spPr>
        <p:txBody>
          <a:bodyPr spcFirstLastPara="1" wrap="square" lIns="0" tIns="0" rIns="0" bIns="0" anchor="t" anchorCtr="0">
            <a:noAutofit/>
          </a:bodyPr>
          <a:lstStyle/>
          <a:p>
            <a:pPr marL="0" lvl="0" indent="0" algn="ctr" rtl="0">
              <a:spcBef>
                <a:spcPts val="0"/>
              </a:spcBef>
              <a:spcAft>
                <a:spcPts val="0"/>
              </a:spcAft>
              <a:buNone/>
            </a:pPr>
            <a:r>
              <a:rPr lang="vi">
                <a:solidFill>
                  <a:schemeClr val="dk1"/>
                </a:solidFill>
              </a:rPr>
              <a:t>BÁO CÁO ĐỒ ÁN TỐT NGHIỆP</a:t>
            </a:r>
            <a:endParaRPr>
              <a:solidFill>
                <a:schemeClr val="dk1"/>
              </a:solidFill>
            </a:endParaRPr>
          </a:p>
        </p:txBody>
      </p:sp>
      <p:graphicFrame>
        <p:nvGraphicFramePr>
          <p:cNvPr id="1651" name="Google Shape;1651;p64"/>
          <p:cNvGraphicFramePr/>
          <p:nvPr/>
        </p:nvGraphicFramePr>
        <p:xfrm>
          <a:off x="2426988" y="3275475"/>
          <a:ext cx="4290025" cy="1218043"/>
        </p:xfrm>
        <a:graphic>
          <a:graphicData uri="http://schemas.openxmlformats.org/drawingml/2006/table">
            <a:tbl>
              <a:tblPr>
                <a:noFill/>
                <a:tableStyleId>{B80B75B5-BF9F-4554-AF7D-8764E741BC35}</a:tableStyleId>
              </a:tblPr>
              <a:tblGrid>
                <a:gridCol w="1882625">
                  <a:extLst>
                    <a:ext uri="{9D8B030D-6E8A-4147-A177-3AD203B41FA5}">
                      <a16:colId xmlns:a16="http://schemas.microsoft.com/office/drawing/2014/main" val="20000"/>
                    </a:ext>
                  </a:extLst>
                </a:gridCol>
                <a:gridCol w="2407400">
                  <a:extLst>
                    <a:ext uri="{9D8B030D-6E8A-4147-A177-3AD203B41FA5}">
                      <a16:colId xmlns:a16="http://schemas.microsoft.com/office/drawing/2014/main" val="20001"/>
                    </a:ext>
                  </a:extLst>
                </a:gridCol>
              </a:tblGrid>
              <a:tr h="381000">
                <a:tc>
                  <a:txBody>
                    <a:bodyPr/>
                    <a:lstStyle/>
                    <a:p>
                      <a:pPr marL="0" lvl="0" indent="0" algn="l" rtl="0">
                        <a:lnSpc>
                          <a:spcPct val="115000"/>
                        </a:lnSpc>
                        <a:spcBef>
                          <a:spcPts val="0"/>
                        </a:spcBef>
                        <a:spcAft>
                          <a:spcPts val="1200"/>
                        </a:spcAft>
                        <a:buClr>
                          <a:schemeClr val="dk1"/>
                        </a:buClr>
                        <a:buSzPts val="1100"/>
                        <a:buFont typeface="Arial"/>
                        <a:buNone/>
                      </a:pPr>
                      <a:r>
                        <a:rPr lang="vi" sz="1300">
                          <a:solidFill>
                            <a:schemeClr val="dk1"/>
                          </a:solidFill>
                          <a:latin typeface="Hepta Slab"/>
                          <a:ea typeface="Hepta Slab"/>
                          <a:cs typeface="Hepta Slab"/>
                          <a:sym typeface="Hepta Slab"/>
                        </a:rPr>
                        <a:t>GVHD                  :</a:t>
                      </a:r>
                      <a:endParaRPr sz="800">
                        <a:solidFill>
                          <a:schemeClr val="dk1"/>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5000"/>
                        </a:lnSpc>
                        <a:spcBef>
                          <a:spcPts val="0"/>
                        </a:spcBef>
                        <a:spcAft>
                          <a:spcPts val="1200"/>
                        </a:spcAft>
                        <a:buNone/>
                      </a:pPr>
                      <a:r>
                        <a:rPr lang="vi" sz="1300">
                          <a:solidFill>
                            <a:schemeClr val="dk1"/>
                          </a:solidFill>
                          <a:latin typeface="Hepta Slab"/>
                          <a:ea typeface="Hepta Slab"/>
                          <a:cs typeface="Hepta Slab"/>
                          <a:sym typeface="Hepta Slab"/>
                        </a:rPr>
                        <a:t>ThS. An Văn Minh</a:t>
                      </a:r>
                      <a:endParaRPr sz="800">
                        <a:solidFill>
                          <a:schemeClr val="dk1"/>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lnSpc>
                          <a:spcPct val="115000"/>
                        </a:lnSpc>
                        <a:spcBef>
                          <a:spcPts val="0"/>
                        </a:spcBef>
                        <a:spcAft>
                          <a:spcPts val="1200"/>
                        </a:spcAft>
                        <a:buNone/>
                      </a:pPr>
                      <a:r>
                        <a:rPr lang="vi" sz="1300">
                          <a:solidFill>
                            <a:schemeClr val="dk1"/>
                          </a:solidFill>
                          <a:latin typeface="Hepta Slab"/>
                          <a:ea typeface="Hepta Slab"/>
                          <a:cs typeface="Hepta Slab"/>
                          <a:sym typeface="Hepta Slab"/>
                        </a:rPr>
                        <a:t>Sinh viên            :</a:t>
                      </a:r>
                      <a:endParaRPr sz="800">
                        <a:solidFill>
                          <a:schemeClr val="dk1"/>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5000"/>
                        </a:lnSpc>
                        <a:spcBef>
                          <a:spcPts val="0"/>
                        </a:spcBef>
                        <a:spcAft>
                          <a:spcPts val="1200"/>
                        </a:spcAft>
                        <a:buNone/>
                      </a:pPr>
                      <a:r>
                        <a:rPr lang="vi" sz="1300">
                          <a:solidFill>
                            <a:schemeClr val="dk1"/>
                          </a:solidFill>
                          <a:latin typeface="Hepta Slab"/>
                          <a:ea typeface="Hepta Slab"/>
                          <a:cs typeface="Hepta Slab"/>
                          <a:sym typeface="Hepta Slab"/>
                        </a:rPr>
                        <a:t>Nguyễn Văn Huân</a:t>
                      </a:r>
                      <a:endParaRPr sz="800">
                        <a:solidFill>
                          <a:schemeClr val="dk1"/>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428925">
                <a:tc>
                  <a:txBody>
                    <a:bodyPr/>
                    <a:lstStyle/>
                    <a:p>
                      <a:pPr marL="0" lvl="0" indent="0" algn="l" rtl="0">
                        <a:lnSpc>
                          <a:spcPct val="115000"/>
                        </a:lnSpc>
                        <a:spcBef>
                          <a:spcPts val="0"/>
                        </a:spcBef>
                        <a:spcAft>
                          <a:spcPts val="1200"/>
                        </a:spcAft>
                        <a:buNone/>
                      </a:pPr>
                      <a:r>
                        <a:rPr lang="vi" sz="1300">
                          <a:solidFill>
                            <a:schemeClr val="dk1"/>
                          </a:solidFill>
                          <a:latin typeface="Hepta Slab"/>
                          <a:ea typeface="Hepta Slab"/>
                          <a:cs typeface="Hepta Slab"/>
                          <a:sym typeface="Hepta Slab"/>
                        </a:rPr>
                        <a:t>Mã sinh viên      :</a:t>
                      </a:r>
                      <a:endParaRPr sz="800">
                        <a:solidFill>
                          <a:schemeClr val="dk1"/>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5000"/>
                        </a:lnSpc>
                        <a:spcBef>
                          <a:spcPts val="0"/>
                        </a:spcBef>
                        <a:spcAft>
                          <a:spcPts val="1200"/>
                        </a:spcAft>
                        <a:buNone/>
                      </a:pPr>
                      <a:r>
                        <a:rPr lang="vi" sz="1300">
                          <a:solidFill>
                            <a:schemeClr val="dk1"/>
                          </a:solidFill>
                          <a:latin typeface="Hepta Slab"/>
                          <a:ea typeface="Hepta Slab"/>
                          <a:cs typeface="Hepta Slab"/>
                          <a:sym typeface="Hepta Slab"/>
                        </a:rPr>
                        <a:t>2018603068</a:t>
                      </a:r>
                      <a:endParaRPr sz="800">
                        <a:solidFill>
                          <a:schemeClr val="dk1"/>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652" name="Google Shape;1652;p64"/>
          <p:cNvSpPr txBox="1">
            <a:spLocks noGrp="1"/>
          </p:cNvSpPr>
          <p:nvPr>
            <p:ph type="title"/>
          </p:nvPr>
        </p:nvSpPr>
        <p:spPr>
          <a:xfrm>
            <a:off x="799650" y="2186225"/>
            <a:ext cx="7544700" cy="750000"/>
          </a:xfrm>
          <a:prstGeom prst="rect">
            <a:avLst/>
          </a:prstGeom>
          <a:ln>
            <a:noFill/>
          </a:ln>
        </p:spPr>
        <p:txBody>
          <a:bodyPr spcFirstLastPara="1" wrap="square" lIns="0" tIns="0" rIns="0" bIns="0" anchor="t" anchorCtr="0">
            <a:noAutofit/>
          </a:bodyPr>
          <a:lstStyle/>
          <a:p>
            <a:pPr marL="0" lvl="0" indent="0" algn="ctr" rtl="0">
              <a:spcBef>
                <a:spcPts val="0"/>
              </a:spcBef>
              <a:spcAft>
                <a:spcPts val="0"/>
              </a:spcAft>
              <a:buNone/>
            </a:pPr>
            <a:r>
              <a:rPr lang="vi" sz="2300">
                <a:solidFill>
                  <a:srgbClr val="FF9900"/>
                </a:solidFill>
              </a:rPr>
              <a:t>XÂY DỰNG WEBSITE BÁN SÁCH ONLINE</a:t>
            </a:r>
            <a:br>
              <a:rPr lang="vi" sz="2300">
                <a:solidFill>
                  <a:srgbClr val="FF9900"/>
                </a:solidFill>
              </a:rPr>
            </a:br>
            <a:r>
              <a:rPr lang="vi" sz="2300">
                <a:solidFill>
                  <a:srgbClr val="FF9900"/>
                </a:solidFill>
              </a:rPr>
              <a:t>SỬ DỤNG ASP.NET</a:t>
            </a:r>
            <a:endParaRPr sz="2300">
              <a:solidFill>
                <a:srgbClr val="FF99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C0A5"/>
        </a:solidFill>
        <a:effectLst/>
      </p:bgPr>
    </p:bg>
    <p:spTree>
      <p:nvGrpSpPr>
        <p:cNvPr id="1" name="Shape 1656"/>
        <p:cNvGrpSpPr/>
        <p:nvPr/>
      </p:nvGrpSpPr>
      <p:grpSpPr>
        <a:xfrm>
          <a:off x="0" y="0"/>
          <a:ext cx="0" cy="0"/>
          <a:chOff x="0" y="0"/>
          <a:chExt cx="0" cy="0"/>
        </a:xfrm>
      </p:grpSpPr>
      <p:sp>
        <p:nvSpPr>
          <p:cNvPr id="1657" name="Google Shape;1657;p65"/>
          <p:cNvSpPr txBox="1">
            <a:spLocks noGrp="1"/>
          </p:cNvSpPr>
          <p:nvPr>
            <p:ph type="title"/>
          </p:nvPr>
        </p:nvSpPr>
        <p:spPr>
          <a:xfrm>
            <a:off x="420600" y="374600"/>
            <a:ext cx="75447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sz="4800">
                <a:solidFill>
                  <a:schemeClr val="dk1"/>
                </a:solidFill>
              </a:rPr>
              <a:t>Nội dung</a:t>
            </a:r>
            <a:endParaRPr sz="4800">
              <a:solidFill>
                <a:schemeClr val="dk1"/>
              </a:solidFill>
            </a:endParaRPr>
          </a:p>
        </p:txBody>
      </p:sp>
      <p:sp>
        <p:nvSpPr>
          <p:cNvPr id="1658" name="Google Shape;1658;p65"/>
          <p:cNvSpPr txBox="1">
            <a:spLocks noGrp="1"/>
          </p:cNvSpPr>
          <p:nvPr>
            <p:ph type="body" idx="1"/>
          </p:nvPr>
        </p:nvSpPr>
        <p:spPr>
          <a:xfrm>
            <a:off x="420600" y="1458800"/>
            <a:ext cx="8302800" cy="25887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sz="1300">
              <a:latin typeface="Hepta Slab"/>
              <a:ea typeface="Hepta Slab"/>
              <a:cs typeface="Hepta Slab"/>
              <a:sym typeface="Hepta Slab"/>
            </a:endParaRPr>
          </a:p>
          <a:p>
            <a:pPr marL="457200" lvl="0" indent="-393700" algn="l" rtl="0">
              <a:spcBef>
                <a:spcPts val="1200"/>
              </a:spcBef>
              <a:spcAft>
                <a:spcPts val="0"/>
              </a:spcAft>
              <a:buClr>
                <a:schemeClr val="dk2"/>
              </a:buClr>
              <a:buSzPts val="2600"/>
              <a:buFont typeface="Hepta Slab"/>
              <a:buChar char="●"/>
            </a:pPr>
            <a:r>
              <a:rPr lang="vi" sz="2600">
                <a:solidFill>
                  <a:schemeClr val="dk2"/>
                </a:solidFill>
                <a:latin typeface="Hepta Slab"/>
                <a:ea typeface="Hepta Slab"/>
                <a:cs typeface="Hepta Slab"/>
                <a:sym typeface="Hepta Slab"/>
              </a:rPr>
              <a:t>Tổng quan về đề tài</a:t>
            </a:r>
            <a:endParaRPr sz="2600">
              <a:solidFill>
                <a:schemeClr val="dk2"/>
              </a:solidFill>
              <a:latin typeface="Hepta Slab"/>
              <a:ea typeface="Hepta Slab"/>
              <a:cs typeface="Hepta Slab"/>
              <a:sym typeface="Hepta Slab"/>
            </a:endParaRPr>
          </a:p>
          <a:p>
            <a:pPr marL="457200" lvl="0" indent="-393700" algn="l" rtl="0">
              <a:spcBef>
                <a:spcPts val="0"/>
              </a:spcBef>
              <a:spcAft>
                <a:spcPts val="0"/>
              </a:spcAft>
              <a:buClr>
                <a:schemeClr val="dk2"/>
              </a:buClr>
              <a:buSzPts val="2600"/>
              <a:buFont typeface="Hepta Slab"/>
              <a:buChar char="●"/>
            </a:pPr>
            <a:r>
              <a:rPr lang="vi" sz="2600">
                <a:solidFill>
                  <a:schemeClr val="dk2"/>
                </a:solidFill>
                <a:latin typeface="Hepta Slab"/>
                <a:ea typeface="Hepta Slab"/>
                <a:cs typeface="Hepta Slab"/>
                <a:sym typeface="Hepta Slab"/>
              </a:rPr>
              <a:t>Kiến thức tổng quan</a:t>
            </a:r>
            <a:endParaRPr sz="2600">
              <a:solidFill>
                <a:schemeClr val="dk2"/>
              </a:solidFill>
              <a:latin typeface="Hepta Slab"/>
              <a:ea typeface="Hepta Slab"/>
              <a:cs typeface="Hepta Slab"/>
              <a:sym typeface="Hepta Slab"/>
            </a:endParaRPr>
          </a:p>
          <a:p>
            <a:pPr marL="457200" lvl="0" indent="-393700" algn="l" rtl="0">
              <a:spcBef>
                <a:spcPts val="0"/>
              </a:spcBef>
              <a:spcAft>
                <a:spcPts val="0"/>
              </a:spcAft>
              <a:buClr>
                <a:schemeClr val="dk2"/>
              </a:buClr>
              <a:buSzPts val="2600"/>
              <a:buFont typeface="Hepta Slab"/>
              <a:buChar char="●"/>
            </a:pPr>
            <a:r>
              <a:rPr lang="vi" sz="2600">
                <a:solidFill>
                  <a:schemeClr val="dk2"/>
                </a:solidFill>
                <a:latin typeface="Hepta Slab"/>
                <a:ea typeface="Hepta Slab"/>
                <a:cs typeface="Hepta Slab"/>
                <a:sym typeface="Hepta Slab"/>
              </a:rPr>
              <a:t>Phân tích - Thiết kế hệ thống</a:t>
            </a:r>
            <a:endParaRPr sz="2600">
              <a:solidFill>
                <a:schemeClr val="dk2"/>
              </a:solidFill>
              <a:latin typeface="Hepta Slab"/>
              <a:ea typeface="Hepta Slab"/>
              <a:cs typeface="Hepta Slab"/>
              <a:sym typeface="Hepta Slab"/>
            </a:endParaRPr>
          </a:p>
          <a:p>
            <a:pPr marL="457200" lvl="0" indent="-393700" algn="l" rtl="0">
              <a:spcBef>
                <a:spcPts val="0"/>
              </a:spcBef>
              <a:spcAft>
                <a:spcPts val="0"/>
              </a:spcAft>
              <a:buClr>
                <a:schemeClr val="dk2"/>
              </a:buClr>
              <a:buSzPts val="2600"/>
              <a:buFont typeface="Hepta Slab"/>
              <a:buChar char="●"/>
            </a:pPr>
            <a:r>
              <a:rPr lang="vi" sz="2600">
                <a:solidFill>
                  <a:schemeClr val="dk2"/>
                </a:solidFill>
                <a:latin typeface="Hepta Slab"/>
                <a:ea typeface="Hepta Slab"/>
                <a:cs typeface="Hepta Slab"/>
                <a:sym typeface="Hepta Slab"/>
              </a:rPr>
              <a:t>Kết quả đạt được</a:t>
            </a:r>
            <a:endParaRPr sz="2600">
              <a:solidFill>
                <a:schemeClr val="dk2"/>
              </a:solidFill>
              <a:latin typeface="Hepta Slab"/>
              <a:ea typeface="Hepta Slab"/>
              <a:cs typeface="Hepta Slab"/>
              <a:sym typeface="Hepta Slab"/>
            </a:endParaRPr>
          </a:p>
          <a:p>
            <a:pPr marL="457200" lvl="0" indent="-393700" algn="l" rtl="0">
              <a:spcBef>
                <a:spcPts val="0"/>
              </a:spcBef>
              <a:spcAft>
                <a:spcPts val="0"/>
              </a:spcAft>
              <a:buClr>
                <a:schemeClr val="dk2"/>
              </a:buClr>
              <a:buSzPts val="2600"/>
              <a:buFont typeface="Hepta Slab"/>
              <a:buChar char="●"/>
            </a:pPr>
            <a:r>
              <a:rPr lang="vi" sz="2600">
                <a:solidFill>
                  <a:schemeClr val="dk2"/>
                </a:solidFill>
                <a:latin typeface="Hepta Slab"/>
                <a:ea typeface="Hepta Slab"/>
                <a:cs typeface="Hepta Slab"/>
                <a:sym typeface="Hepta Slab"/>
              </a:rPr>
              <a:t>Kết luận và hướng phát triển</a:t>
            </a:r>
            <a:endParaRPr sz="2600">
              <a:solidFill>
                <a:schemeClr val="dk2"/>
              </a:solidFill>
              <a:latin typeface="Hepta Slab"/>
              <a:ea typeface="Hepta Slab"/>
              <a:cs typeface="Hepta Slab"/>
              <a:sym typeface="Hepta Slab"/>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62"/>
        <p:cNvGrpSpPr/>
        <p:nvPr/>
      </p:nvGrpSpPr>
      <p:grpSpPr>
        <a:xfrm>
          <a:off x="0" y="0"/>
          <a:ext cx="0" cy="0"/>
          <a:chOff x="0" y="0"/>
          <a:chExt cx="0" cy="0"/>
        </a:xfrm>
      </p:grpSpPr>
      <p:sp>
        <p:nvSpPr>
          <p:cNvPr id="1663" name="Google Shape;1663;p66"/>
          <p:cNvSpPr txBox="1">
            <a:spLocks noGrp="1"/>
          </p:cNvSpPr>
          <p:nvPr>
            <p:ph type="title"/>
          </p:nvPr>
        </p:nvSpPr>
        <p:spPr>
          <a:xfrm>
            <a:off x="4664825" y="269950"/>
            <a:ext cx="4167600" cy="4581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vi"/>
              <a:t>Tổng quan về đề tài</a:t>
            </a:r>
            <a:endParaRPr/>
          </a:p>
        </p:txBody>
      </p:sp>
      <p:sp>
        <p:nvSpPr>
          <p:cNvPr id="1664" name="Google Shape;1664;p66"/>
          <p:cNvSpPr txBox="1">
            <a:spLocks noGrp="1"/>
          </p:cNvSpPr>
          <p:nvPr>
            <p:ph type="body" idx="1"/>
          </p:nvPr>
        </p:nvSpPr>
        <p:spPr>
          <a:xfrm>
            <a:off x="5203850" y="2064275"/>
            <a:ext cx="3452100" cy="620700"/>
          </a:xfrm>
          <a:prstGeom prst="rect">
            <a:avLst/>
          </a:prstGeom>
        </p:spPr>
        <p:txBody>
          <a:bodyPr spcFirstLastPara="1" wrap="square" lIns="0" tIns="0" rIns="0" bIns="0" anchor="ctr" anchorCtr="0">
            <a:noAutofit/>
          </a:bodyPr>
          <a:lstStyle/>
          <a:p>
            <a:pPr marL="0" marR="0" lvl="0" indent="0" algn="l" rtl="0">
              <a:lnSpc>
                <a:spcPct val="115000"/>
              </a:lnSpc>
              <a:spcBef>
                <a:spcPts val="0"/>
              </a:spcBef>
              <a:spcAft>
                <a:spcPts val="1200"/>
              </a:spcAft>
              <a:buNone/>
            </a:pPr>
            <a:r>
              <a:rPr lang="vi">
                <a:latin typeface="Hepta Slab"/>
                <a:ea typeface="Hepta Slab"/>
                <a:cs typeface="Hepta Slab"/>
                <a:sym typeface="Hepta Slab"/>
              </a:rPr>
              <a:t>Mục tiêu đề tài</a:t>
            </a:r>
            <a:endParaRPr>
              <a:latin typeface="Hepta Slab"/>
              <a:ea typeface="Hepta Slab"/>
              <a:cs typeface="Hepta Slab"/>
              <a:sym typeface="Hepta Slab"/>
            </a:endParaRPr>
          </a:p>
        </p:txBody>
      </p:sp>
      <p:sp>
        <p:nvSpPr>
          <p:cNvPr id="1665" name="Google Shape;1665;p66"/>
          <p:cNvSpPr txBox="1">
            <a:spLocks noGrp="1"/>
          </p:cNvSpPr>
          <p:nvPr>
            <p:ph type="body" idx="2"/>
          </p:nvPr>
        </p:nvSpPr>
        <p:spPr>
          <a:xfrm>
            <a:off x="5203850" y="3098913"/>
            <a:ext cx="3452100" cy="620700"/>
          </a:xfrm>
          <a:prstGeom prst="rect">
            <a:avLst/>
          </a:prstGeom>
        </p:spPr>
        <p:txBody>
          <a:bodyPr spcFirstLastPara="1" wrap="square" lIns="0" tIns="0" rIns="0" bIns="0" anchor="ctr" anchorCtr="0">
            <a:noAutofit/>
          </a:bodyPr>
          <a:lstStyle/>
          <a:p>
            <a:pPr marL="0" marR="0" lvl="0" indent="0" algn="l" rtl="0">
              <a:lnSpc>
                <a:spcPct val="115000"/>
              </a:lnSpc>
              <a:spcBef>
                <a:spcPts val="0"/>
              </a:spcBef>
              <a:spcAft>
                <a:spcPts val="1200"/>
              </a:spcAft>
              <a:buNone/>
            </a:pPr>
            <a:r>
              <a:rPr lang="vi">
                <a:latin typeface="Hepta Slab"/>
                <a:ea typeface="Hepta Slab"/>
                <a:cs typeface="Hepta Slab"/>
                <a:sym typeface="Hepta Slab"/>
              </a:rPr>
              <a:t>Đối tượng - phạm vi nghiên cứu</a:t>
            </a:r>
            <a:endParaRPr>
              <a:latin typeface="Hepta Slab"/>
              <a:ea typeface="Hepta Slab"/>
              <a:cs typeface="Hepta Slab"/>
              <a:sym typeface="Hepta Slab"/>
            </a:endParaRPr>
          </a:p>
        </p:txBody>
      </p:sp>
      <p:sp>
        <p:nvSpPr>
          <p:cNvPr id="1666" name="Google Shape;1666;p66"/>
          <p:cNvSpPr txBox="1">
            <a:spLocks noGrp="1"/>
          </p:cNvSpPr>
          <p:nvPr>
            <p:ph type="body" idx="3"/>
          </p:nvPr>
        </p:nvSpPr>
        <p:spPr>
          <a:xfrm>
            <a:off x="5217050" y="4133550"/>
            <a:ext cx="3452100" cy="620700"/>
          </a:xfrm>
          <a:prstGeom prst="rect">
            <a:avLst/>
          </a:prstGeom>
        </p:spPr>
        <p:txBody>
          <a:bodyPr spcFirstLastPara="1" wrap="square" lIns="0" tIns="0" rIns="0" bIns="0" anchor="ctr" anchorCtr="0">
            <a:noAutofit/>
          </a:bodyPr>
          <a:lstStyle/>
          <a:p>
            <a:pPr marL="0" marR="0" lvl="0" indent="0" algn="l" rtl="0">
              <a:lnSpc>
                <a:spcPct val="115000"/>
              </a:lnSpc>
              <a:spcBef>
                <a:spcPts val="0"/>
              </a:spcBef>
              <a:spcAft>
                <a:spcPts val="1200"/>
              </a:spcAft>
              <a:buNone/>
            </a:pPr>
            <a:r>
              <a:rPr lang="vi">
                <a:latin typeface="Hepta Slab"/>
                <a:ea typeface="Hepta Slab"/>
                <a:cs typeface="Hepta Slab"/>
                <a:sym typeface="Hepta Slab"/>
              </a:rPr>
              <a:t>Ý nghĩa của đề tài</a:t>
            </a:r>
            <a:endParaRPr>
              <a:latin typeface="Hepta Slab"/>
              <a:ea typeface="Hepta Slab"/>
              <a:cs typeface="Hepta Slab"/>
              <a:sym typeface="Hepta Slab"/>
            </a:endParaRPr>
          </a:p>
        </p:txBody>
      </p:sp>
      <p:sp>
        <p:nvSpPr>
          <p:cNvPr id="1667" name="Google Shape;1667;p66"/>
          <p:cNvSpPr txBox="1">
            <a:spLocks noGrp="1"/>
          </p:cNvSpPr>
          <p:nvPr>
            <p:ph type="body" idx="5"/>
          </p:nvPr>
        </p:nvSpPr>
        <p:spPr>
          <a:xfrm>
            <a:off x="5203850" y="1029638"/>
            <a:ext cx="3452100" cy="620700"/>
          </a:xfrm>
          <a:prstGeom prst="rect">
            <a:avLst/>
          </a:prstGeom>
        </p:spPr>
        <p:txBody>
          <a:bodyPr spcFirstLastPara="1" wrap="square" lIns="0" tIns="0" rIns="0" bIns="0" anchor="ctr" anchorCtr="0">
            <a:noAutofit/>
          </a:bodyPr>
          <a:lstStyle/>
          <a:p>
            <a:pPr marL="0" lvl="0" indent="0" algn="l" rtl="0">
              <a:spcBef>
                <a:spcPts val="0"/>
              </a:spcBef>
              <a:spcAft>
                <a:spcPts val="1200"/>
              </a:spcAft>
              <a:buNone/>
            </a:pPr>
            <a:r>
              <a:rPr lang="vi">
                <a:latin typeface="Hepta Slab"/>
                <a:ea typeface="Hepta Slab"/>
                <a:cs typeface="Hepta Slab"/>
                <a:sym typeface="Hepta Slab"/>
              </a:rPr>
              <a:t>Lý do chọn đề tài</a:t>
            </a:r>
            <a:endParaRPr>
              <a:latin typeface="Hepta Slab"/>
              <a:ea typeface="Hepta Slab"/>
              <a:cs typeface="Hepta Slab"/>
              <a:sym typeface="Hepta Slab"/>
            </a:endParaRPr>
          </a:p>
        </p:txBody>
      </p:sp>
      <p:pic>
        <p:nvPicPr>
          <p:cNvPr id="1668" name="Google Shape;1668;p66"/>
          <p:cNvPicPr preferRelativeResize="0">
            <a:picLocks noGrp="1"/>
          </p:cNvPicPr>
          <p:nvPr>
            <p:ph type="pic" idx="4"/>
          </p:nvPr>
        </p:nvPicPr>
        <p:blipFill>
          <a:blip r:embed="rId3">
            <a:alphaModFix/>
          </a:blip>
          <a:stretch>
            <a:fillRect/>
          </a:stretch>
        </p:blipFill>
        <p:spPr>
          <a:xfrm>
            <a:off x="346625" y="269950"/>
            <a:ext cx="3582000" cy="4637400"/>
          </a:xfrm>
          <a:prstGeom prst="snip1Rect">
            <a:avLst>
              <a:gd name="adj" fmla="val 16667"/>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2"/>
        <p:cNvGrpSpPr/>
        <p:nvPr/>
      </p:nvGrpSpPr>
      <p:grpSpPr>
        <a:xfrm>
          <a:off x="0" y="0"/>
          <a:ext cx="0" cy="0"/>
          <a:chOff x="0" y="0"/>
          <a:chExt cx="0" cy="0"/>
        </a:xfrm>
      </p:grpSpPr>
      <p:sp>
        <p:nvSpPr>
          <p:cNvPr id="1673" name="Google Shape;1673;p67"/>
          <p:cNvSpPr txBox="1">
            <a:spLocks noGrp="1"/>
          </p:cNvSpPr>
          <p:nvPr>
            <p:ph type="title"/>
          </p:nvPr>
        </p:nvSpPr>
        <p:spPr>
          <a:xfrm>
            <a:off x="4664825" y="699100"/>
            <a:ext cx="41676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Lý do chọn đề tài</a:t>
            </a:r>
            <a:endParaRPr/>
          </a:p>
        </p:txBody>
      </p:sp>
      <p:sp>
        <p:nvSpPr>
          <p:cNvPr id="1674" name="Google Shape;1674;p67"/>
          <p:cNvSpPr txBox="1">
            <a:spLocks noGrp="1"/>
          </p:cNvSpPr>
          <p:nvPr>
            <p:ph type="body" idx="1"/>
          </p:nvPr>
        </p:nvSpPr>
        <p:spPr>
          <a:xfrm>
            <a:off x="4734825" y="1458800"/>
            <a:ext cx="4097700" cy="2588700"/>
          </a:xfrm>
          <a:prstGeom prst="rect">
            <a:avLst/>
          </a:prstGeom>
        </p:spPr>
        <p:txBody>
          <a:bodyPr spcFirstLastPara="1" wrap="square" lIns="0" tIns="0" rIns="0" bIns="0" anchor="t" anchorCtr="0">
            <a:noAutofit/>
          </a:bodyPr>
          <a:lstStyle/>
          <a:p>
            <a:pPr marL="457200" lvl="0" indent="-323850" algn="l" rtl="0">
              <a:lnSpc>
                <a:spcPct val="115000"/>
              </a:lnSpc>
              <a:spcBef>
                <a:spcPts val="0"/>
              </a:spcBef>
              <a:spcAft>
                <a:spcPts val="0"/>
              </a:spcAft>
              <a:buSzPts val="1500"/>
              <a:buFont typeface="Hepta Slab"/>
              <a:buChar char="●"/>
            </a:pPr>
            <a:r>
              <a:rPr lang="vi" sz="1500">
                <a:latin typeface="Hepta Slab"/>
                <a:ea typeface="Hepta Slab"/>
                <a:cs typeface="Hepta Slab"/>
                <a:sym typeface="Hepta Slab"/>
              </a:rPr>
              <a:t>Sự phát triển mạnh mẽ của công nghệ thông tin và thương mại điện tử.</a:t>
            </a:r>
            <a:endParaRPr sz="1500">
              <a:latin typeface="Hepta Slab"/>
              <a:ea typeface="Hepta Slab"/>
              <a:cs typeface="Hepta Slab"/>
              <a:sym typeface="Hepta Slab"/>
            </a:endParaRPr>
          </a:p>
          <a:p>
            <a:pPr marL="457200" lvl="0" indent="0" algn="l" rtl="0">
              <a:lnSpc>
                <a:spcPct val="115000"/>
              </a:lnSpc>
              <a:spcBef>
                <a:spcPts val="1200"/>
              </a:spcBef>
              <a:spcAft>
                <a:spcPts val="0"/>
              </a:spcAft>
              <a:buNone/>
            </a:pPr>
            <a:endParaRPr sz="1500">
              <a:latin typeface="Hepta Slab"/>
              <a:ea typeface="Hepta Slab"/>
              <a:cs typeface="Hepta Slab"/>
              <a:sym typeface="Hepta Slab"/>
            </a:endParaRPr>
          </a:p>
          <a:p>
            <a:pPr marL="457200" lvl="0" indent="-323850" algn="l" rtl="0">
              <a:lnSpc>
                <a:spcPct val="115000"/>
              </a:lnSpc>
              <a:spcBef>
                <a:spcPts val="1200"/>
              </a:spcBef>
              <a:spcAft>
                <a:spcPts val="0"/>
              </a:spcAft>
              <a:buSzPts val="1500"/>
              <a:buFont typeface="Hepta Slab"/>
              <a:buChar char="●"/>
            </a:pPr>
            <a:r>
              <a:rPr lang="vi" sz="1500">
                <a:latin typeface="Hepta Slab"/>
                <a:ea typeface="Hepta Slab"/>
                <a:cs typeface="Hepta Slab"/>
                <a:sym typeface="Hepta Slab"/>
              </a:rPr>
              <a:t>Nhu cầu thị trường</a:t>
            </a:r>
            <a:endParaRPr sz="1500">
              <a:latin typeface="Hepta Slab"/>
              <a:ea typeface="Hepta Slab"/>
              <a:cs typeface="Hepta Slab"/>
              <a:sym typeface="Hepta Slab"/>
            </a:endParaRPr>
          </a:p>
          <a:p>
            <a:pPr marL="0" lvl="0" indent="0" algn="l" rtl="0">
              <a:lnSpc>
                <a:spcPct val="115000"/>
              </a:lnSpc>
              <a:spcBef>
                <a:spcPts val="1200"/>
              </a:spcBef>
              <a:spcAft>
                <a:spcPts val="0"/>
              </a:spcAft>
              <a:buNone/>
            </a:pPr>
            <a:endParaRPr sz="1500">
              <a:latin typeface="Hepta Slab"/>
              <a:ea typeface="Hepta Slab"/>
              <a:cs typeface="Hepta Slab"/>
              <a:sym typeface="Hepta Slab"/>
            </a:endParaRPr>
          </a:p>
          <a:p>
            <a:pPr marL="457200" lvl="0" indent="-323850" algn="l" rtl="0">
              <a:lnSpc>
                <a:spcPct val="115000"/>
              </a:lnSpc>
              <a:spcBef>
                <a:spcPts val="1200"/>
              </a:spcBef>
              <a:spcAft>
                <a:spcPts val="0"/>
              </a:spcAft>
              <a:buSzPts val="1500"/>
              <a:buFont typeface="Hepta Slab"/>
              <a:buChar char="●"/>
            </a:pPr>
            <a:r>
              <a:rPr lang="vi" sz="1500">
                <a:latin typeface="Hepta Slab"/>
                <a:ea typeface="Hepta Slab"/>
                <a:cs typeface="Hepta Slab"/>
                <a:sym typeface="Hepta Slab"/>
              </a:rPr>
              <a:t>Ứng dụng kiến thức, phát triển kỹ năng.</a:t>
            </a:r>
            <a:endParaRPr sz="1500">
              <a:latin typeface="Hepta Slab"/>
              <a:ea typeface="Hepta Slab"/>
              <a:cs typeface="Hepta Slab"/>
              <a:sym typeface="Hepta Slab"/>
            </a:endParaRPr>
          </a:p>
        </p:txBody>
      </p:sp>
      <p:pic>
        <p:nvPicPr>
          <p:cNvPr id="1675" name="Google Shape;1675;p67"/>
          <p:cNvPicPr preferRelativeResize="0">
            <a:picLocks noGrp="1"/>
          </p:cNvPicPr>
          <p:nvPr>
            <p:ph type="pic" idx="2"/>
          </p:nvPr>
        </p:nvPicPr>
        <p:blipFill rotWithShape="1">
          <a:blip r:embed="rId3">
            <a:alphaModFix/>
          </a:blip>
          <a:srcRect t="12121" b="12121"/>
          <a:stretch/>
        </p:blipFill>
        <p:spPr>
          <a:xfrm>
            <a:off x="270000" y="270000"/>
            <a:ext cx="3225300" cy="4603500"/>
          </a:xfrm>
          <a:prstGeom prst="snip1Rect">
            <a:avLst>
              <a:gd name="adj" fmla="val 16667"/>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79"/>
        <p:cNvGrpSpPr/>
        <p:nvPr/>
      </p:nvGrpSpPr>
      <p:grpSpPr>
        <a:xfrm>
          <a:off x="0" y="0"/>
          <a:ext cx="0" cy="0"/>
          <a:chOff x="0" y="0"/>
          <a:chExt cx="0" cy="0"/>
        </a:xfrm>
      </p:grpSpPr>
      <p:sp>
        <p:nvSpPr>
          <p:cNvPr id="1680" name="Google Shape;1680;p68"/>
          <p:cNvSpPr txBox="1">
            <a:spLocks noGrp="1"/>
          </p:cNvSpPr>
          <p:nvPr>
            <p:ph type="title"/>
          </p:nvPr>
        </p:nvSpPr>
        <p:spPr>
          <a:xfrm>
            <a:off x="270000" y="270000"/>
            <a:ext cx="37392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Mục tiêu đề tài</a:t>
            </a:r>
            <a:endParaRPr/>
          </a:p>
        </p:txBody>
      </p:sp>
      <p:pic>
        <p:nvPicPr>
          <p:cNvPr id="1681" name="Google Shape;1681;p68"/>
          <p:cNvPicPr preferRelativeResize="0">
            <a:picLocks noGrp="1"/>
          </p:cNvPicPr>
          <p:nvPr>
            <p:ph type="pic" idx="2"/>
          </p:nvPr>
        </p:nvPicPr>
        <p:blipFill rotWithShape="1">
          <a:blip r:embed="rId3">
            <a:alphaModFix/>
          </a:blip>
          <a:srcRect t="12121" b="12121"/>
          <a:stretch/>
        </p:blipFill>
        <p:spPr>
          <a:xfrm>
            <a:off x="4664825" y="975600"/>
            <a:ext cx="4213800" cy="3192300"/>
          </a:xfrm>
          <a:prstGeom prst="snip1Rect">
            <a:avLst>
              <a:gd name="adj" fmla="val 16667"/>
            </a:avLst>
          </a:prstGeom>
        </p:spPr>
      </p:pic>
      <p:sp>
        <p:nvSpPr>
          <p:cNvPr id="1682" name="Google Shape;1682;p68"/>
          <p:cNvSpPr txBox="1">
            <a:spLocks noGrp="1"/>
          </p:cNvSpPr>
          <p:nvPr>
            <p:ph type="body" idx="1"/>
          </p:nvPr>
        </p:nvSpPr>
        <p:spPr>
          <a:xfrm>
            <a:off x="613575" y="1514238"/>
            <a:ext cx="3739200" cy="2471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latin typeface="Hepta Slab"/>
                <a:ea typeface="Hepta Slab"/>
                <a:cs typeface="Hepta Slab"/>
                <a:sym typeface="Hepta Slab"/>
              </a:rPr>
              <a:t>Xây dựng trang web bán sách trực tuyến</a:t>
            </a:r>
            <a:endParaRPr>
              <a:latin typeface="Hepta Slab"/>
              <a:ea typeface="Hepta Slab"/>
              <a:cs typeface="Hepta Slab"/>
              <a:sym typeface="Hepta Slab"/>
            </a:endParaRPr>
          </a:p>
          <a:p>
            <a:pPr marL="0" lvl="0" indent="0" algn="l" rtl="0">
              <a:spcBef>
                <a:spcPts val="1200"/>
              </a:spcBef>
              <a:spcAft>
                <a:spcPts val="0"/>
              </a:spcAft>
              <a:buNone/>
            </a:pPr>
            <a:endParaRPr>
              <a:latin typeface="Hepta Slab"/>
              <a:ea typeface="Hepta Slab"/>
              <a:cs typeface="Hepta Slab"/>
              <a:sym typeface="Hepta Slab"/>
            </a:endParaRPr>
          </a:p>
          <a:p>
            <a:pPr marL="0" lvl="0" indent="0" algn="l" rtl="0">
              <a:spcBef>
                <a:spcPts val="1200"/>
              </a:spcBef>
              <a:spcAft>
                <a:spcPts val="0"/>
              </a:spcAft>
              <a:buNone/>
            </a:pPr>
            <a:r>
              <a:rPr lang="vi">
                <a:latin typeface="Hepta Slab"/>
                <a:ea typeface="Hepta Slab"/>
                <a:cs typeface="Hepta Slab"/>
                <a:sym typeface="Hepta Slab"/>
              </a:rPr>
              <a:t>Ứng dụng kiến thức, áp dụng công nghệ</a:t>
            </a:r>
            <a:endParaRPr>
              <a:latin typeface="Hepta Slab"/>
              <a:ea typeface="Hepta Slab"/>
              <a:cs typeface="Hepta Slab"/>
              <a:sym typeface="Hepta Slab"/>
            </a:endParaRPr>
          </a:p>
          <a:p>
            <a:pPr marL="0" lvl="0" indent="0" algn="l" rtl="0">
              <a:spcBef>
                <a:spcPts val="1200"/>
              </a:spcBef>
              <a:spcAft>
                <a:spcPts val="0"/>
              </a:spcAft>
              <a:buNone/>
            </a:pPr>
            <a:endParaRPr>
              <a:latin typeface="Hepta Slab"/>
              <a:ea typeface="Hepta Slab"/>
              <a:cs typeface="Hepta Slab"/>
              <a:sym typeface="Hepta Slab"/>
            </a:endParaRPr>
          </a:p>
          <a:p>
            <a:pPr marL="0" lvl="0" indent="0" algn="l" rtl="0">
              <a:spcBef>
                <a:spcPts val="1200"/>
              </a:spcBef>
              <a:spcAft>
                <a:spcPts val="1200"/>
              </a:spcAft>
              <a:buClr>
                <a:schemeClr val="dk1"/>
              </a:buClr>
              <a:buSzPts val="1100"/>
              <a:buFont typeface="Arial"/>
              <a:buNone/>
            </a:pPr>
            <a:r>
              <a:rPr lang="vi">
                <a:latin typeface="Hepta Slab"/>
                <a:ea typeface="Hepta Slab"/>
                <a:cs typeface="Hepta Slab"/>
                <a:sym typeface="Hepta Slab"/>
              </a:rPr>
              <a:t>Rèn luyện kỹ năng</a:t>
            </a:r>
            <a:endParaRPr>
              <a:latin typeface="Hepta Slab"/>
              <a:ea typeface="Hepta Slab"/>
              <a:cs typeface="Hepta Slab"/>
              <a:sym typeface="Hepta Slab"/>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86"/>
        <p:cNvGrpSpPr/>
        <p:nvPr/>
      </p:nvGrpSpPr>
      <p:grpSpPr>
        <a:xfrm>
          <a:off x="0" y="0"/>
          <a:ext cx="0" cy="0"/>
          <a:chOff x="0" y="0"/>
          <a:chExt cx="0" cy="0"/>
        </a:xfrm>
      </p:grpSpPr>
      <p:sp>
        <p:nvSpPr>
          <p:cNvPr id="1687" name="Google Shape;1687;p69"/>
          <p:cNvSpPr txBox="1">
            <a:spLocks noGrp="1"/>
          </p:cNvSpPr>
          <p:nvPr>
            <p:ph type="title"/>
          </p:nvPr>
        </p:nvSpPr>
        <p:spPr>
          <a:xfrm>
            <a:off x="311700" y="269950"/>
            <a:ext cx="40950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Đối tượng và phạm vi nghiên cứu</a:t>
            </a:r>
            <a:endParaRPr/>
          </a:p>
        </p:txBody>
      </p:sp>
      <p:pic>
        <p:nvPicPr>
          <p:cNvPr id="1688" name="Google Shape;1688;p69"/>
          <p:cNvPicPr preferRelativeResize="0">
            <a:picLocks noGrp="1"/>
          </p:cNvPicPr>
          <p:nvPr>
            <p:ph type="pic" idx="2"/>
          </p:nvPr>
        </p:nvPicPr>
        <p:blipFill>
          <a:blip r:embed="rId3">
            <a:alphaModFix/>
          </a:blip>
          <a:stretch>
            <a:fillRect/>
          </a:stretch>
        </p:blipFill>
        <p:spPr>
          <a:xfrm>
            <a:off x="5350276" y="917002"/>
            <a:ext cx="3476400" cy="3300000"/>
          </a:xfrm>
          <a:prstGeom prst="snip1Rect">
            <a:avLst>
              <a:gd name="adj" fmla="val 16667"/>
            </a:avLst>
          </a:prstGeom>
        </p:spPr>
      </p:pic>
      <p:sp>
        <p:nvSpPr>
          <p:cNvPr id="1689" name="Google Shape;1689;p69"/>
          <p:cNvSpPr txBox="1">
            <a:spLocks noGrp="1"/>
          </p:cNvSpPr>
          <p:nvPr>
            <p:ph type="body" idx="1"/>
          </p:nvPr>
        </p:nvSpPr>
        <p:spPr>
          <a:xfrm>
            <a:off x="311700" y="1458800"/>
            <a:ext cx="4095000" cy="2588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latin typeface="Hepta Slab"/>
                <a:ea typeface="Hepta Slab"/>
                <a:cs typeface="Hepta Slab"/>
                <a:sym typeface="Hepta Slab"/>
              </a:rPr>
              <a:t>Đối tượng:</a:t>
            </a:r>
            <a:endParaRPr>
              <a:latin typeface="Hepta Slab"/>
              <a:ea typeface="Hepta Slab"/>
              <a:cs typeface="Hepta Slab"/>
              <a:sym typeface="Hepta Slab"/>
            </a:endParaRPr>
          </a:p>
          <a:p>
            <a:pPr marL="457200" lvl="0" indent="-298450" algn="l" rtl="0">
              <a:spcBef>
                <a:spcPts val="1200"/>
              </a:spcBef>
              <a:spcAft>
                <a:spcPts val="0"/>
              </a:spcAft>
              <a:buSzPts val="1100"/>
              <a:buFont typeface="Hepta Slab"/>
              <a:buChar char="●"/>
            </a:pPr>
            <a:r>
              <a:rPr lang="vi">
                <a:latin typeface="Hepta Slab"/>
                <a:ea typeface="Hepta Slab"/>
                <a:cs typeface="Hepta Slab"/>
                <a:sym typeface="Hepta Slab"/>
              </a:rPr>
              <a:t>Giao diện người dùng (frontend)</a:t>
            </a:r>
            <a:endParaRPr>
              <a:latin typeface="Hepta Slab"/>
              <a:ea typeface="Hepta Slab"/>
              <a:cs typeface="Hepta Slab"/>
              <a:sym typeface="Hepta Slab"/>
            </a:endParaRPr>
          </a:p>
          <a:p>
            <a:pPr marL="457200" lvl="0" indent="-298450" algn="l" rtl="0">
              <a:spcBef>
                <a:spcPts val="0"/>
              </a:spcBef>
              <a:spcAft>
                <a:spcPts val="0"/>
              </a:spcAft>
              <a:buSzPts val="1100"/>
              <a:buFont typeface="Hepta Slab"/>
              <a:buChar char="●"/>
            </a:pPr>
            <a:r>
              <a:rPr lang="vi">
                <a:latin typeface="Hepta Slab"/>
                <a:ea typeface="Hepta Slab"/>
                <a:cs typeface="Hepta Slab"/>
                <a:sym typeface="Hepta Slab"/>
              </a:rPr>
              <a:t>Giao diện quản trị (backend)</a:t>
            </a:r>
            <a:endParaRPr>
              <a:latin typeface="Hepta Slab"/>
              <a:ea typeface="Hepta Slab"/>
              <a:cs typeface="Hepta Slab"/>
              <a:sym typeface="Hepta Slab"/>
            </a:endParaRPr>
          </a:p>
          <a:p>
            <a:pPr marL="457200" lvl="0" indent="-298450" algn="l" rtl="0">
              <a:spcBef>
                <a:spcPts val="0"/>
              </a:spcBef>
              <a:spcAft>
                <a:spcPts val="0"/>
              </a:spcAft>
              <a:buSzPts val="1100"/>
              <a:buFont typeface="Hepta Slab"/>
              <a:buChar char="●"/>
            </a:pPr>
            <a:r>
              <a:rPr lang="vi">
                <a:latin typeface="Hepta Slab"/>
                <a:ea typeface="Hepta Slab"/>
                <a:cs typeface="Hepta Slab"/>
                <a:sym typeface="Hepta Slab"/>
              </a:rPr>
              <a:t>Cơ sở dữ liệu lưu trữ thông tin</a:t>
            </a:r>
            <a:endParaRPr>
              <a:latin typeface="Hepta Slab"/>
              <a:ea typeface="Hepta Slab"/>
              <a:cs typeface="Hepta Slab"/>
              <a:sym typeface="Hepta Slab"/>
            </a:endParaRPr>
          </a:p>
          <a:p>
            <a:pPr marL="457200" lvl="0" indent="-298450" algn="l" rtl="0">
              <a:spcBef>
                <a:spcPts val="0"/>
              </a:spcBef>
              <a:spcAft>
                <a:spcPts val="0"/>
              </a:spcAft>
              <a:buSzPts val="1100"/>
              <a:buFont typeface="Hepta Slab"/>
              <a:buChar char="●"/>
            </a:pPr>
            <a:r>
              <a:rPr lang="vi">
                <a:latin typeface="Hepta Slab"/>
                <a:ea typeface="Hepta Slab"/>
                <a:cs typeface="Hepta Slab"/>
                <a:sym typeface="Hepta Slab"/>
              </a:rPr>
              <a:t>Quy trình hoạt động của hệ thống thương mại điện tử cơ bản</a:t>
            </a:r>
            <a:endParaRPr>
              <a:latin typeface="Hepta Slab"/>
              <a:ea typeface="Hepta Slab"/>
              <a:cs typeface="Hepta Slab"/>
              <a:sym typeface="Hepta Slab"/>
            </a:endParaRPr>
          </a:p>
          <a:p>
            <a:pPr marL="0" lvl="0" indent="0" algn="l" rtl="0">
              <a:spcBef>
                <a:spcPts val="1200"/>
              </a:spcBef>
              <a:spcAft>
                <a:spcPts val="0"/>
              </a:spcAft>
              <a:buNone/>
            </a:pPr>
            <a:r>
              <a:rPr lang="vi">
                <a:latin typeface="Hepta Slab"/>
                <a:ea typeface="Hepta Slab"/>
                <a:cs typeface="Hepta Slab"/>
                <a:sym typeface="Hepta Slab"/>
              </a:rPr>
              <a:t>Phạm vi:</a:t>
            </a:r>
            <a:endParaRPr>
              <a:latin typeface="Hepta Slab"/>
              <a:ea typeface="Hepta Slab"/>
              <a:cs typeface="Hepta Slab"/>
              <a:sym typeface="Hepta Slab"/>
            </a:endParaRPr>
          </a:p>
          <a:p>
            <a:pPr marL="457200" lvl="0" indent="-298450" algn="l" rtl="0">
              <a:spcBef>
                <a:spcPts val="1200"/>
              </a:spcBef>
              <a:spcAft>
                <a:spcPts val="0"/>
              </a:spcAft>
              <a:buSzPts val="1100"/>
              <a:buFont typeface="Hepta Slab"/>
              <a:buChar char="●"/>
            </a:pPr>
            <a:r>
              <a:rPr lang="vi">
                <a:latin typeface="Hepta Slab"/>
                <a:ea typeface="Hepta Slab"/>
                <a:cs typeface="Hepta Slab"/>
                <a:sym typeface="Hepta Slab"/>
              </a:rPr>
              <a:t>Dự án được phát triển và triển khai trên môi trường local</a:t>
            </a:r>
            <a:endParaRPr>
              <a:latin typeface="Hepta Slab"/>
              <a:ea typeface="Hepta Slab"/>
              <a:cs typeface="Hepta Slab"/>
              <a:sym typeface="Hepta Slab"/>
            </a:endParaRPr>
          </a:p>
          <a:p>
            <a:pPr marL="457200" lvl="0" indent="-298450" algn="l" rtl="0">
              <a:spcBef>
                <a:spcPts val="0"/>
              </a:spcBef>
              <a:spcAft>
                <a:spcPts val="0"/>
              </a:spcAft>
              <a:buSzPts val="1100"/>
              <a:buFont typeface="Hepta Slab"/>
              <a:buChar char="●"/>
            </a:pPr>
            <a:r>
              <a:rPr lang="vi">
                <a:latin typeface="Hepta Slab"/>
                <a:ea typeface="Hepta Slab"/>
                <a:cs typeface="Hepta Slab"/>
                <a:sym typeface="Hepta Slab"/>
              </a:rPr>
              <a:t>Tập trung vào các chức năng cơ bản.</a:t>
            </a:r>
            <a:endParaRPr>
              <a:latin typeface="Hepta Slab"/>
              <a:ea typeface="Hepta Slab"/>
              <a:cs typeface="Hepta Slab"/>
              <a:sym typeface="Hepta Slab"/>
            </a:endParaRPr>
          </a:p>
          <a:p>
            <a:pPr marL="457200" lvl="0" indent="-298450" algn="l" rtl="0">
              <a:spcBef>
                <a:spcPts val="0"/>
              </a:spcBef>
              <a:spcAft>
                <a:spcPts val="0"/>
              </a:spcAft>
              <a:buSzPts val="1100"/>
              <a:buFont typeface="Hepta Slab"/>
              <a:buChar char="●"/>
            </a:pPr>
            <a:r>
              <a:rPr lang="vi">
                <a:latin typeface="Hepta Slab"/>
                <a:ea typeface="Hepta Slab"/>
                <a:cs typeface="Hepta Slab"/>
                <a:sym typeface="Hepta Slab"/>
              </a:rPr>
              <a:t>Giao diện thiết kế đơn giản dễ sử dụng.</a:t>
            </a:r>
            <a:endParaRPr>
              <a:latin typeface="Hepta Slab"/>
              <a:ea typeface="Hepta Slab"/>
              <a:cs typeface="Hepta Slab"/>
              <a:sym typeface="Hepta Slab"/>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3"/>
        <p:cNvGrpSpPr/>
        <p:nvPr/>
      </p:nvGrpSpPr>
      <p:grpSpPr>
        <a:xfrm>
          <a:off x="0" y="0"/>
          <a:ext cx="0" cy="0"/>
          <a:chOff x="0" y="0"/>
          <a:chExt cx="0" cy="0"/>
        </a:xfrm>
      </p:grpSpPr>
      <p:sp>
        <p:nvSpPr>
          <p:cNvPr id="1694" name="Google Shape;1694;p70"/>
          <p:cNvSpPr txBox="1">
            <a:spLocks noGrp="1"/>
          </p:cNvSpPr>
          <p:nvPr>
            <p:ph type="title"/>
          </p:nvPr>
        </p:nvSpPr>
        <p:spPr>
          <a:xfrm>
            <a:off x="483300" y="346150"/>
            <a:ext cx="8177400" cy="556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Ý nghĩa khoa học và thực tiễn</a:t>
            </a:r>
            <a:endParaRPr/>
          </a:p>
        </p:txBody>
      </p:sp>
      <p:sp>
        <p:nvSpPr>
          <p:cNvPr id="1695" name="Google Shape;1695;p70"/>
          <p:cNvSpPr txBox="1">
            <a:spLocks noGrp="1"/>
          </p:cNvSpPr>
          <p:nvPr>
            <p:ph type="subTitle" idx="1"/>
          </p:nvPr>
        </p:nvSpPr>
        <p:spPr>
          <a:xfrm>
            <a:off x="774525" y="2571750"/>
            <a:ext cx="3370200" cy="190800"/>
          </a:xfrm>
          <a:prstGeom prst="rect">
            <a:avLst/>
          </a:prstGeom>
        </p:spPr>
        <p:txBody>
          <a:bodyPr spcFirstLastPara="1" wrap="square" lIns="0" tIns="0" rIns="0" bIns="0" anchor="t" anchorCtr="0">
            <a:noAutofit/>
          </a:bodyPr>
          <a:lstStyle/>
          <a:p>
            <a:pPr marL="0" lvl="0" indent="0" algn="l" rtl="0">
              <a:spcBef>
                <a:spcPts val="0"/>
              </a:spcBef>
              <a:spcAft>
                <a:spcPts val="1200"/>
              </a:spcAft>
              <a:buNone/>
            </a:pPr>
            <a:r>
              <a:rPr lang="vi">
                <a:latin typeface="Hepta Slab"/>
                <a:ea typeface="Hepta Slab"/>
                <a:cs typeface="Hepta Slab"/>
                <a:sym typeface="Hepta Slab"/>
              </a:rPr>
              <a:t>Ý nghĩa khoa học</a:t>
            </a:r>
            <a:endParaRPr>
              <a:latin typeface="Hepta Slab"/>
              <a:ea typeface="Hepta Slab"/>
              <a:cs typeface="Hepta Slab"/>
              <a:sym typeface="Hepta Slab"/>
            </a:endParaRPr>
          </a:p>
        </p:txBody>
      </p:sp>
      <p:sp>
        <p:nvSpPr>
          <p:cNvPr id="1696" name="Google Shape;1696;p70"/>
          <p:cNvSpPr txBox="1">
            <a:spLocks noGrp="1"/>
          </p:cNvSpPr>
          <p:nvPr>
            <p:ph type="body" idx="2"/>
          </p:nvPr>
        </p:nvSpPr>
        <p:spPr>
          <a:xfrm>
            <a:off x="774525" y="2876926"/>
            <a:ext cx="3370200" cy="1893000"/>
          </a:xfrm>
          <a:prstGeom prst="rect">
            <a:avLst/>
          </a:prstGeom>
        </p:spPr>
        <p:txBody>
          <a:bodyPr spcFirstLastPara="1" wrap="square" lIns="0" tIns="0" rIns="0" bIns="0" anchor="t" anchorCtr="0">
            <a:noAutofit/>
          </a:bodyPr>
          <a:lstStyle/>
          <a:p>
            <a:pPr marL="457200" lvl="0" indent="-298450" algn="l" rtl="0">
              <a:lnSpc>
                <a:spcPct val="150000"/>
              </a:lnSpc>
              <a:spcBef>
                <a:spcPts val="0"/>
              </a:spcBef>
              <a:spcAft>
                <a:spcPts val="0"/>
              </a:spcAft>
              <a:buSzPts val="1100"/>
              <a:buFont typeface="Hepta Slab"/>
              <a:buChar char="❖"/>
            </a:pPr>
            <a:r>
              <a:rPr lang="vi">
                <a:latin typeface="Hepta Slab"/>
                <a:ea typeface="Hepta Slab"/>
                <a:cs typeface="Hepta Slab"/>
                <a:sym typeface="Hepta Slab"/>
              </a:rPr>
              <a:t>Vận dụng kiến thức lý thuyết.</a:t>
            </a:r>
            <a:endParaRPr>
              <a:latin typeface="Hepta Slab"/>
              <a:ea typeface="Hepta Slab"/>
              <a:cs typeface="Hepta Slab"/>
              <a:sym typeface="Hepta Slab"/>
            </a:endParaRPr>
          </a:p>
          <a:p>
            <a:pPr marL="457200" lvl="0" indent="-298450" algn="l" rtl="0">
              <a:lnSpc>
                <a:spcPct val="150000"/>
              </a:lnSpc>
              <a:spcBef>
                <a:spcPts val="0"/>
              </a:spcBef>
              <a:spcAft>
                <a:spcPts val="0"/>
              </a:spcAft>
              <a:buSzPts val="1100"/>
              <a:buFont typeface="Hepta Slab"/>
              <a:buChar char="❖"/>
            </a:pPr>
            <a:r>
              <a:rPr lang="vi">
                <a:latin typeface="Hepta Slab"/>
                <a:ea typeface="Hepta Slab"/>
                <a:cs typeface="Hepta Slab"/>
                <a:sym typeface="Hepta Slab"/>
              </a:rPr>
              <a:t>Nâng cao hiểu biết về tổ chức, vận hành hệ thống thương mại điện tử.</a:t>
            </a:r>
            <a:endParaRPr>
              <a:latin typeface="Hepta Slab"/>
              <a:ea typeface="Hepta Slab"/>
              <a:cs typeface="Hepta Slab"/>
              <a:sym typeface="Hepta Slab"/>
            </a:endParaRPr>
          </a:p>
          <a:p>
            <a:pPr marL="457200" lvl="0" indent="-298450" algn="l" rtl="0">
              <a:lnSpc>
                <a:spcPct val="150000"/>
              </a:lnSpc>
              <a:spcBef>
                <a:spcPts val="0"/>
              </a:spcBef>
              <a:spcAft>
                <a:spcPts val="0"/>
              </a:spcAft>
              <a:buSzPts val="1100"/>
              <a:buFont typeface="Hepta Slab"/>
              <a:buChar char="❖"/>
            </a:pPr>
            <a:r>
              <a:rPr lang="vi">
                <a:latin typeface="Hepta Slab"/>
                <a:ea typeface="Hepta Slab"/>
                <a:cs typeface="Hepta Slab"/>
                <a:sym typeface="Hepta Slab"/>
              </a:rPr>
              <a:t>Nghiên cứu, thực hành công nghệ ASP.NET.</a:t>
            </a:r>
            <a:endParaRPr>
              <a:latin typeface="Hepta Slab"/>
              <a:ea typeface="Hepta Slab"/>
              <a:cs typeface="Hepta Slab"/>
              <a:sym typeface="Hepta Slab"/>
            </a:endParaRPr>
          </a:p>
          <a:p>
            <a:pPr marL="457200" lvl="0" indent="-298450" algn="l" rtl="0">
              <a:lnSpc>
                <a:spcPct val="150000"/>
              </a:lnSpc>
              <a:spcBef>
                <a:spcPts val="0"/>
              </a:spcBef>
              <a:spcAft>
                <a:spcPts val="0"/>
              </a:spcAft>
              <a:buSzPts val="1100"/>
              <a:buFont typeface="Hepta Slab"/>
              <a:buChar char="❖"/>
            </a:pPr>
            <a:r>
              <a:rPr lang="vi">
                <a:latin typeface="Hepta Slab"/>
                <a:ea typeface="Hepta Slab"/>
                <a:cs typeface="Hepta Slab"/>
                <a:sym typeface="Hepta Slab"/>
              </a:rPr>
              <a:t>Rèn luyện tư duy logic, giải quyết vấn đề</a:t>
            </a:r>
            <a:endParaRPr>
              <a:latin typeface="Hepta Slab"/>
              <a:ea typeface="Hepta Slab"/>
              <a:cs typeface="Hepta Slab"/>
              <a:sym typeface="Hepta Slab"/>
            </a:endParaRPr>
          </a:p>
        </p:txBody>
      </p:sp>
      <p:sp>
        <p:nvSpPr>
          <p:cNvPr id="1697" name="Google Shape;1697;p70"/>
          <p:cNvSpPr txBox="1">
            <a:spLocks noGrp="1"/>
          </p:cNvSpPr>
          <p:nvPr>
            <p:ph type="subTitle" idx="3"/>
          </p:nvPr>
        </p:nvSpPr>
        <p:spPr>
          <a:xfrm>
            <a:off x="5290500" y="2571750"/>
            <a:ext cx="3370200" cy="190800"/>
          </a:xfrm>
          <a:prstGeom prst="rect">
            <a:avLst/>
          </a:prstGeom>
        </p:spPr>
        <p:txBody>
          <a:bodyPr spcFirstLastPara="1" wrap="square" lIns="0" tIns="0" rIns="0" bIns="0" anchor="t" anchorCtr="0">
            <a:noAutofit/>
          </a:bodyPr>
          <a:lstStyle/>
          <a:p>
            <a:pPr marL="0" lvl="0" indent="0" algn="l" rtl="0">
              <a:spcBef>
                <a:spcPts val="0"/>
              </a:spcBef>
              <a:spcAft>
                <a:spcPts val="1200"/>
              </a:spcAft>
              <a:buNone/>
            </a:pPr>
            <a:r>
              <a:rPr lang="vi">
                <a:latin typeface="Hepta Slab"/>
                <a:ea typeface="Hepta Slab"/>
                <a:cs typeface="Hepta Slab"/>
                <a:sym typeface="Hepta Slab"/>
              </a:rPr>
              <a:t>Ý nghĩa thực tiễn</a:t>
            </a:r>
            <a:endParaRPr>
              <a:latin typeface="Hepta Slab"/>
              <a:ea typeface="Hepta Slab"/>
              <a:cs typeface="Hepta Slab"/>
              <a:sym typeface="Hepta Slab"/>
            </a:endParaRPr>
          </a:p>
        </p:txBody>
      </p:sp>
      <p:sp>
        <p:nvSpPr>
          <p:cNvPr id="1698" name="Google Shape;1698;p70"/>
          <p:cNvSpPr txBox="1">
            <a:spLocks noGrp="1"/>
          </p:cNvSpPr>
          <p:nvPr>
            <p:ph type="body" idx="4"/>
          </p:nvPr>
        </p:nvSpPr>
        <p:spPr>
          <a:xfrm>
            <a:off x="5290500" y="2876926"/>
            <a:ext cx="3370200" cy="1893000"/>
          </a:xfrm>
          <a:prstGeom prst="rect">
            <a:avLst/>
          </a:prstGeom>
        </p:spPr>
        <p:txBody>
          <a:bodyPr spcFirstLastPara="1" wrap="square" lIns="0" tIns="0" rIns="0" bIns="0" anchor="t" anchorCtr="0">
            <a:noAutofit/>
          </a:bodyPr>
          <a:lstStyle/>
          <a:p>
            <a:pPr marL="457200" lvl="0" indent="-298450" algn="l" rtl="0">
              <a:spcBef>
                <a:spcPts val="0"/>
              </a:spcBef>
              <a:spcAft>
                <a:spcPts val="0"/>
              </a:spcAft>
              <a:buSzPts val="1100"/>
              <a:buFont typeface="Hepta Slab"/>
              <a:buChar char="❖"/>
            </a:pPr>
            <a:r>
              <a:rPr lang="vi">
                <a:latin typeface="Hepta Slab"/>
                <a:ea typeface="Hepta Slab"/>
                <a:cs typeface="Hepta Slab"/>
                <a:sym typeface="Hepta Slab"/>
              </a:rPr>
              <a:t>Ứng dụng trực tiếp vào kinh doanh sách (đặc biệt cho cá nhân/đơn vị nhỏ)</a:t>
            </a:r>
            <a:endParaRPr>
              <a:latin typeface="Hepta Slab"/>
              <a:ea typeface="Hepta Slab"/>
              <a:cs typeface="Hepta Slab"/>
              <a:sym typeface="Hepta Slab"/>
            </a:endParaRPr>
          </a:p>
          <a:p>
            <a:pPr marL="457200" lvl="0" indent="-298450" algn="l" rtl="0">
              <a:spcBef>
                <a:spcPts val="0"/>
              </a:spcBef>
              <a:spcAft>
                <a:spcPts val="0"/>
              </a:spcAft>
              <a:buSzPts val="1100"/>
              <a:buFont typeface="Hepta Slab"/>
              <a:buChar char="❖"/>
            </a:pPr>
            <a:r>
              <a:rPr lang="vi">
                <a:latin typeface="Hepta Slab"/>
                <a:ea typeface="Hepta Slab"/>
                <a:cs typeface="Hepta Slab"/>
                <a:sym typeface="Hepta Slab"/>
              </a:rPr>
              <a:t>Giúp tiết kiệm chi phí, mở rộng phạm vi tiếp cận khách hàng.</a:t>
            </a:r>
            <a:endParaRPr>
              <a:latin typeface="Hepta Slab"/>
              <a:ea typeface="Hepta Slab"/>
              <a:cs typeface="Hepta Slab"/>
              <a:sym typeface="Hepta Slab"/>
            </a:endParaRPr>
          </a:p>
          <a:p>
            <a:pPr marL="457200" lvl="0" indent="-298450" algn="l" rtl="0">
              <a:spcBef>
                <a:spcPts val="0"/>
              </a:spcBef>
              <a:spcAft>
                <a:spcPts val="0"/>
              </a:spcAft>
              <a:buSzPts val="1100"/>
              <a:buFont typeface="Hepta Slab"/>
              <a:buChar char="❖"/>
            </a:pPr>
            <a:r>
              <a:rPr lang="vi">
                <a:latin typeface="Hepta Slab"/>
                <a:ea typeface="Hepta Slab"/>
                <a:cs typeface="Hepta Slab"/>
                <a:sym typeface="Hepta Slab"/>
              </a:rPr>
              <a:t>Làm nền tảng phát triển các chức năng nâng cao hơn.</a:t>
            </a:r>
            <a:endParaRPr>
              <a:latin typeface="Hepta Slab"/>
              <a:ea typeface="Hepta Slab"/>
              <a:cs typeface="Hepta Slab"/>
              <a:sym typeface="Hepta Slab"/>
            </a:endParaRPr>
          </a:p>
        </p:txBody>
      </p:sp>
      <p:pic>
        <p:nvPicPr>
          <p:cNvPr id="1699" name="Google Shape;1699;p70"/>
          <p:cNvPicPr preferRelativeResize="0">
            <a:picLocks noGrp="1"/>
          </p:cNvPicPr>
          <p:nvPr>
            <p:ph type="pic" idx="5"/>
          </p:nvPr>
        </p:nvPicPr>
        <p:blipFill>
          <a:blip r:embed="rId3">
            <a:alphaModFix/>
          </a:blip>
          <a:stretch>
            <a:fillRect/>
          </a:stretch>
        </p:blipFill>
        <p:spPr>
          <a:xfrm>
            <a:off x="1569425" y="1034700"/>
            <a:ext cx="1797600" cy="1348200"/>
          </a:xfrm>
          <a:prstGeom prst="rect">
            <a:avLst/>
          </a:prstGeom>
        </p:spPr>
      </p:pic>
      <p:pic>
        <p:nvPicPr>
          <p:cNvPr id="1700" name="Google Shape;1700;p70"/>
          <p:cNvPicPr preferRelativeResize="0">
            <a:picLocks noGrp="1"/>
          </p:cNvPicPr>
          <p:nvPr>
            <p:ph type="pic" idx="6"/>
          </p:nvPr>
        </p:nvPicPr>
        <p:blipFill>
          <a:blip r:embed="rId4">
            <a:alphaModFix/>
          </a:blip>
          <a:stretch>
            <a:fillRect/>
          </a:stretch>
        </p:blipFill>
        <p:spPr>
          <a:xfrm>
            <a:off x="6411378" y="1034725"/>
            <a:ext cx="1128443" cy="13482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04"/>
        <p:cNvGrpSpPr/>
        <p:nvPr/>
      </p:nvGrpSpPr>
      <p:grpSpPr>
        <a:xfrm>
          <a:off x="0" y="0"/>
          <a:ext cx="0" cy="0"/>
          <a:chOff x="0" y="0"/>
          <a:chExt cx="0" cy="0"/>
        </a:xfrm>
      </p:grpSpPr>
      <p:sp>
        <p:nvSpPr>
          <p:cNvPr id="1705" name="Google Shape;1705;p71"/>
          <p:cNvSpPr txBox="1">
            <a:spLocks noGrp="1"/>
          </p:cNvSpPr>
          <p:nvPr>
            <p:ph type="title"/>
          </p:nvPr>
        </p:nvSpPr>
        <p:spPr>
          <a:xfrm>
            <a:off x="311700" y="269950"/>
            <a:ext cx="43530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Chương 1: Kiến thức tổng quan</a:t>
            </a:r>
            <a:endParaRPr/>
          </a:p>
        </p:txBody>
      </p:sp>
      <p:pic>
        <p:nvPicPr>
          <p:cNvPr id="1706" name="Google Shape;1706;p71"/>
          <p:cNvPicPr preferRelativeResize="0">
            <a:picLocks noGrp="1"/>
          </p:cNvPicPr>
          <p:nvPr>
            <p:ph type="pic" idx="2"/>
          </p:nvPr>
        </p:nvPicPr>
        <p:blipFill>
          <a:blip r:embed="rId3">
            <a:alphaModFix/>
          </a:blip>
          <a:stretch>
            <a:fillRect/>
          </a:stretch>
        </p:blipFill>
        <p:spPr>
          <a:xfrm>
            <a:off x="5350276" y="1209081"/>
            <a:ext cx="3476400" cy="2715900"/>
          </a:xfrm>
          <a:prstGeom prst="snip1Rect">
            <a:avLst>
              <a:gd name="adj" fmla="val 16667"/>
            </a:avLst>
          </a:prstGeom>
        </p:spPr>
      </p:pic>
      <p:sp>
        <p:nvSpPr>
          <p:cNvPr id="1707" name="Google Shape;1707;p71"/>
          <p:cNvSpPr txBox="1">
            <a:spLocks noGrp="1"/>
          </p:cNvSpPr>
          <p:nvPr>
            <p:ph type="body" idx="1"/>
          </p:nvPr>
        </p:nvSpPr>
        <p:spPr>
          <a:xfrm>
            <a:off x="311700" y="1458800"/>
            <a:ext cx="4095000" cy="2588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sz="1300">
                <a:latin typeface="Hepta Slab"/>
                <a:ea typeface="Hepta Slab"/>
                <a:cs typeface="Hepta Slab"/>
                <a:sym typeface="Hepta Slab"/>
              </a:rPr>
              <a:t>Tổng quan về thương mại điện tử:</a:t>
            </a:r>
            <a:endParaRPr sz="1300">
              <a:latin typeface="Hepta Slab"/>
              <a:ea typeface="Hepta Slab"/>
              <a:cs typeface="Hepta Slab"/>
              <a:sym typeface="Hepta Slab"/>
            </a:endParaRPr>
          </a:p>
          <a:p>
            <a:pPr marL="457200" lvl="0" indent="-298450" algn="l" rtl="0">
              <a:lnSpc>
                <a:spcPct val="150000"/>
              </a:lnSpc>
              <a:spcBef>
                <a:spcPts val="1200"/>
              </a:spcBef>
              <a:spcAft>
                <a:spcPts val="0"/>
              </a:spcAft>
              <a:buSzPts val="1100"/>
              <a:buFont typeface="Hepta Slab"/>
              <a:buChar char="●"/>
            </a:pPr>
            <a:r>
              <a:rPr lang="vi">
                <a:latin typeface="Hepta Slab"/>
                <a:ea typeface="Hepta Slab"/>
                <a:cs typeface="Hepta Slab"/>
                <a:sym typeface="Hepta Slab"/>
              </a:rPr>
              <a:t>Định nghĩa: Thương mại điện tử đề cập đến việc mua và bán hàng hóa hoặc dịch vụ qua internet.</a:t>
            </a:r>
            <a:endParaRPr>
              <a:latin typeface="Hepta Slab"/>
              <a:ea typeface="Hepta Slab"/>
              <a:cs typeface="Hepta Slab"/>
              <a:sym typeface="Hepta Slab"/>
            </a:endParaRPr>
          </a:p>
          <a:p>
            <a:pPr marL="457200" lvl="0" indent="-298450" algn="l" rtl="0">
              <a:lnSpc>
                <a:spcPct val="150000"/>
              </a:lnSpc>
              <a:spcBef>
                <a:spcPts val="0"/>
              </a:spcBef>
              <a:spcAft>
                <a:spcPts val="0"/>
              </a:spcAft>
              <a:buSzPts val="1100"/>
              <a:buFont typeface="Hepta Slab"/>
              <a:buChar char="●"/>
            </a:pPr>
            <a:r>
              <a:rPr lang="vi">
                <a:latin typeface="Hepta Slab"/>
                <a:ea typeface="Hepta Slab"/>
                <a:cs typeface="Hepta Slab"/>
                <a:sym typeface="Hepta Slab"/>
              </a:rPr>
              <a:t>Các mô hình chính: B2C, B2B, C2C và C2B.</a:t>
            </a:r>
            <a:endParaRPr>
              <a:latin typeface="Hepta Slab"/>
              <a:ea typeface="Hepta Slab"/>
              <a:cs typeface="Hepta Slab"/>
              <a:sym typeface="Hepta Slab"/>
            </a:endParaRPr>
          </a:p>
          <a:p>
            <a:pPr marL="457200" lvl="0" indent="-298450" algn="l" rtl="0">
              <a:lnSpc>
                <a:spcPct val="150000"/>
              </a:lnSpc>
              <a:spcBef>
                <a:spcPts val="0"/>
              </a:spcBef>
              <a:spcAft>
                <a:spcPts val="0"/>
              </a:spcAft>
              <a:buSzPts val="1100"/>
              <a:buFont typeface="Hepta Slab"/>
              <a:buChar char="●"/>
            </a:pPr>
            <a:r>
              <a:rPr lang="vi">
                <a:latin typeface="Hepta Slab"/>
                <a:ea typeface="Hepta Slab"/>
                <a:cs typeface="Hepta Slab"/>
                <a:sym typeface="Hepta Slab"/>
              </a:rPr>
              <a:t>Lợi ích và thách thức</a:t>
            </a:r>
            <a:endParaRPr>
              <a:latin typeface="Hepta Slab"/>
              <a:ea typeface="Hepta Slab"/>
              <a:cs typeface="Hepta Slab"/>
              <a:sym typeface="Hepta Slab"/>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1711"/>
        <p:cNvGrpSpPr/>
        <p:nvPr/>
      </p:nvGrpSpPr>
      <p:grpSpPr>
        <a:xfrm>
          <a:off x="0" y="0"/>
          <a:ext cx="0" cy="0"/>
          <a:chOff x="0" y="0"/>
          <a:chExt cx="0" cy="0"/>
        </a:xfrm>
      </p:grpSpPr>
      <p:sp>
        <p:nvSpPr>
          <p:cNvPr id="1712" name="Google Shape;1712;p72"/>
          <p:cNvSpPr txBox="1">
            <a:spLocks noGrp="1"/>
          </p:cNvSpPr>
          <p:nvPr>
            <p:ph type="title"/>
          </p:nvPr>
        </p:nvSpPr>
        <p:spPr>
          <a:xfrm>
            <a:off x="628425" y="561800"/>
            <a:ext cx="37392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Các thành phần cơ bản của trang web</a:t>
            </a:r>
            <a:endParaRPr/>
          </a:p>
        </p:txBody>
      </p:sp>
      <p:pic>
        <p:nvPicPr>
          <p:cNvPr id="1713" name="Google Shape;1713;p72"/>
          <p:cNvPicPr preferRelativeResize="0">
            <a:picLocks noGrp="1"/>
          </p:cNvPicPr>
          <p:nvPr>
            <p:ph type="pic" idx="2"/>
          </p:nvPr>
        </p:nvPicPr>
        <p:blipFill>
          <a:blip r:embed="rId3">
            <a:alphaModFix/>
          </a:blip>
          <a:stretch>
            <a:fillRect/>
          </a:stretch>
        </p:blipFill>
        <p:spPr>
          <a:xfrm>
            <a:off x="4840898" y="975600"/>
            <a:ext cx="3861600" cy="3192300"/>
          </a:xfrm>
          <a:prstGeom prst="snip1Rect">
            <a:avLst>
              <a:gd name="adj" fmla="val 16667"/>
            </a:avLst>
          </a:prstGeom>
        </p:spPr>
      </p:pic>
      <p:sp>
        <p:nvSpPr>
          <p:cNvPr id="1714" name="Google Shape;1714;p72"/>
          <p:cNvSpPr txBox="1">
            <a:spLocks noGrp="1"/>
          </p:cNvSpPr>
          <p:nvPr>
            <p:ph type="body" idx="1"/>
          </p:nvPr>
        </p:nvSpPr>
        <p:spPr>
          <a:xfrm>
            <a:off x="613575" y="1514238"/>
            <a:ext cx="3739200" cy="2471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Cấu trúc</a:t>
            </a:r>
            <a:endParaRPr/>
          </a:p>
          <a:p>
            <a:pPr marL="0" lvl="0" indent="0" algn="l" rtl="0">
              <a:spcBef>
                <a:spcPts val="1200"/>
              </a:spcBef>
              <a:spcAft>
                <a:spcPts val="0"/>
              </a:spcAft>
              <a:buNone/>
            </a:pPr>
            <a:r>
              <a:rPr lang="vi"/>
              <a:t>Giao diện người dùng: Liên quan đến HTML, CSS và JavaScript để thiết kế giao diện người dùng.</a:t>
            </a:r>
            <a:endParaRPr/>
          </a:p>
          <a:p>
            <a:pPr marL="0" lvl="0" indent="0" algn="l" rtl="0">
              <a:spcBef>
                <a:spcPts val="1200"/>
              </a:spcBef>
              <a:spcAft>
                <a:spcPts val="0"/>
              </a:spcAft>
              <a:buNone/>
            </a:pPr>
            <a:endParaRPr/>
          </a:p>
          <a:p>
            <a:pPr marL="0" lvl="0" indent="0" algn="l" rtl="0">
              <a:spcBef>
                <a:spcPts val="1200"/>
              </a:spcBef>
              <a:spcAft>
                <a:spcPts val="0"/>
              </a:spcAft>
              <a:buNone/>
            </a:pPr>
            <a:r>
              <a:rPr lang="vi"/>
              <a:t>Backend: Sử dụng ASP.NET, C# và SQL Server cho các hoạt động phía máy chủ.</a:t>
            </a:r>
            <a:endParaRPr/>
          </a:p>
          <a:p>
            <a:pPr marL="0" lvl="0" indent="0" algn="l" rtl="0">
              <a:spcBef>
                <a:spcPts val="1200"/>
              </a:spcBef>
              <a:spcAft>
                <a:spcPts val="0"/>
              </a:spcAft>
              <a:buNone/>
            </a:pPr>
            <a:endParaRPr/>
          </a:p>
          <a:p>
            <a:pPr marL="0" lvl="0" indent="0" algn="l" rtl="0">
              <a:spcBef>
                <a:spcPts val="1200"/>
              </a:spcBef>
              <a:spcAft>
                <a:spcPts val="1200"/>
              </a:spcAft>
              <a:buNone/>
            </a:pPr>
            <a:r>
              <a:rPr lang="vi"/>
              <a:t>Vai trò máy khách và máy chủ: Máy khách tương tác với giao diện người dùng, trong khi máy chủ xử lý các yêu cầu và quản lý dữ liệu.</a:t>
            </a:r>
            <a:endParaRPr/>
          </a:p>
        </p:txBody>
      </p:sp>
      <p:pic>
        <p:nvPicPr>
          <p:cNvPr id="1715" name="Google Shape;1715;p72"/>
          <p:cNvPicPr preferRelativeResize="0">
            <a:picLocks noGrp="1"/>
          </p:cNvPicPr>
          <p:nvPr>
            <p:ph type="pic" idx="2"/>
          </p:nvPr>
        </p:nvPicPr>
        <p:blipFill rotWithShape="1">
          <a:blip r:embed="rId4">
            <a:alphaModFix/>
          </a:blip>
          <a:srcRect t="12121" b="12121"/>
          <a:stretch/>
        </p:blipFill>
        <p:spPr>
          <a:xfrm>
            <a:off x="4664825" y="975600"/>
            <a:ext cx="4213800" cy="3192300"/>
          </a:xfrm>
          <a:prstGeom prst="snip1Rect">
            <a:avLst>
              <a:gd name="adj" fmla="val 16667"/>
            </a:avLst>
          </a:prstGeom>
        </p:spPr>
      </p:pic>
      <p:pic>
        <p:nvPicPr>
          <p:cNvPr id="1716" name="Google Shape;1716;p72"/>
          <p:cNvPicPr preferRelativeResize="0">
            <a:picLocks noGrp="1"/>
          </p:cNvPicPr>
          <p:nvPr>
            <p:ph type="pic" idx="2"/>
          </p:nvPr>
        </p:nvPicPr>
        <p:blipFill rotWithShape="1">
          <a:blip r:embed="rId5">
            <a:alphaModFix/>
          </a:blip>
          <a:srcRect t="12121" b="12121"/>
          <a:stretch/>
        </p:blipFill>
        <p:spPr>
          <a:xfrm>
            <a:off x="4664825" y="975600"/>
            <a:ext cx="4213800" cy="3192300"/>
          </a:xfrm>
          <a:prstGeom prst="snip1Rect">
            <a:avLst>
              <a:gd name="adj" fmla="val 16667"/>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20"/>
        <p:cNvGrpSpPr/>
        <p:nvPr/>
      </p:nvGrpSpPr>
      <p:grpSpPr>
        <a:xfrm>
          <a:off x="0" y="0"/>
          <a:ext cx="0" cy="0"/>
          <a:chOff x="0" y="0"/>
          <a:chExt cx="0" cy="0"/>
        </a:xfrm>
      </p:grpSpPr>
      <p:sp>
        <p:nvSpPr>
          <p:cNvPr id="1721" name="Google Shape;1721;p73"/>
          <p:cNvSpPr txBox="1">
            <a:spLocks noGrp="1"/>
          </p:cNvSpPr>
          <p:nvPr>
            <p:ph type="title"/>
          </p:nvPr>
        </p:nvSpPr>
        <p:spPr>
          <a:xfrm>
            <a:off x="4485725" y="394300"/>
            <a:ext cx="43467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Giới thiệu về ASP.NET và mô hình MVC</a:t>
            </a:r>
            <a:endParaRPr/>
          </a:p>
        </p:txBody>
      </p:sp>
      <p:pic>
        <p:nvPicPr>
          <p:cNvPr id="1722" name="Google Shape;1722;p73"/>
          <p:cNvPicPr preferRelativeResize="0">
            <a:picLocks noGrp="1"/>
          </p:cNvPicPr>
          <p:nvPr>
            <p:ph type="pic" idx="2"/>
          </p:nvPr>
        </p:nvPicPr>
        <p:blipFill>
          <a:blip r:embed="rId3">
            <a:alphaModFix/>
          </a:blip>
          <a:stretch>
            <a:fillRect/>
          </a:stretch>
        </p:blipFill>
        <p:spPr>
          <a:xfrm>
            <a:off x="281825" y="1408250"/>
            <a:ext cx="3476400" cy="2317500"/>
          </a:xfrm>
          <a:prstGeom prst="snip1Rect">
            <a:avLst>
              <a:gd name="adj" fmla="val 16667"/>
            </a:avLst>
          </a:prstGeom>
        </p:spPr>
      </p:pic>
      <p:sp>
        <p:nvSpPr>
          <p:cNvPr id="1723" name="Google Shape;1723;p73"/>
          <p:cNvSpPr txBox="1">
            <a:spLocks noGrp="1"/>
          </p:cNvSpPr>
          <p:nvPr>
            <p:ph type="body" idx="1"/>
          </p:nvPr>
        </p:nvSpPr>
        <p:spPr>
          <a:xfrm>
            <a:off x="4485825" y="1077800"/>
            <a:ext cx="4346700" cy="3589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latin typeface="Hepta Slab"/>
                <a:ea typeface="Hepta Slab"/>
                <a:cs typeface="Hepta Slab"/>
                <a:sym typeface="Hepta Slab"/>
              </a:rPr>
              <a:t>ASP.NET:</a:t>
            </a:r>
            <a:endParaRPr>
              <a:latin typeface="Hepta Slab"/>
              <a:ea typeface="Hepta Slab"/>
              <a:cs typeface="Hepta Slab"/>
              <a:sym typeface="Hepta Slab"/>
            </a:endParaRPr>
          </a:p>
          <a:p>
            <a:pPr marL="457200" lvl="0" indent="-298450" algn="l" rtl="0">
              <a:spcBef>
                <a:spcPts val="1200"/>
              </a:spcBef>
              <a:spcAft>
                <a:spcPts val="0"/>
              </a:spcAft>
              <a:buSzPts val="1100"/>
              <a:buFont typeface="Hepta Slab"/>
              <a:buChar char="●"/>
            </a:pPr>
            <a:r>
              <a:rPr lang="vi">
                <a:latin typeface="Hepta Slab"/>
                <a:ea typeface="Hepta Slab"/>
                <a:cs typeface="Hepta Slab"/>
                <a:sym typeface="Hepta Slab"/>
              </a:rPr>
              <a:t>ASP.NET là một nền tảng phát triển ứng dụng web mã nguồn mở của Microsoft.</a:t>
            </a:r>
            <a:endParaRPr>
              <a:latin typeface="Hepta Slab"/>
              <a:ea typeface="Hepta Slab"/>
              <a:cs typeface="Hepta Slab"/>
              <a:sym typeface="Hepta Slab"/>
            </a:endParaRPr>
          </a:p>
          <a:p>
            <a:pPr marL="457200" lvl="0" indent="-298450" algn="l" rtl="0">
              <a:spcBef>
                <a:spcPts val="0"/>
              </a:spcBef>
              <a:spcAft>
                <a:spcPts val="0"/>
              </a:spcAft>
              <a:buSzPts val="1100"/>
              <a:buFont typeface="Hepta Slab"/>
              <a:buChar char="●"/>
            </a:pPr>
            <a:r>
              <a:rPr lang="vi">
                <a:latin typeface="Hepta Slab"/>
                <a:ea typeface="Hepta Slab"/>
                <a:cs typeface="Hepta Slab"/>
                <a:sym typeface="Hepta Slab"/>
              </a:rPr>
              <a:t>Công nghệ phát triển web: Web Forms, MVC và ASP.NET Core.</a:t>
            </a:r>
            <a:endParaRPr>
              <a:latin typeface="Hepta Slab"/>
              <a:ea typeface="Hepta Slab"/>
              <a:cs typeface="Hepta Slab"/>
              <a:sym typeface="Hepta Slab"/>
            </a:endParaRPr>
          </a:p>
          <a:p>
            <a:pPr marL="0" lvl="0" indent="0" algn="l" rtl="0">
              <a:spcBef>
                <a:spcPts val="1200"/>
              </a:spcBef>
              <a:spcAft>
                <a:spcPts val="0"/>
              </a:spcAft>
              <a:buNone/>
            </a:pPr>
            <a:r>
              <a:rPr lang="vi">
                <a:latin typeface="Hepta Slab"/>
                <a:ea typeface="Hepta Slab"/>
                <a:cs typeface="Hepta Slab"/>
                <a:sym typeface="Hepta Slab"/>
              </a:rPr>
              <a:t>Kiến trúc mô hình MVC trong ASP.NET:</a:t>
            </a:r>
            <a:endParaRPr>
              <a:latin typeface="Hepta Slab"/>
              <a:ea typeface="Hepta Slab"/>
              <a:cs typeface="Hepta Slab"/>
              <a:sym typeface="Hepta Slab"/>
            </a:endParaRPr>
          </a:p>
          <a:p>
            <a:pPr marL="457200" lvl="0" indent="-298450" algn="l" rtl="0">
              <a:spcBef>
                <a:spcPts val="1200"/>
              </a:spcBef>
              <a:spcAft>
                <a:spcPts val="0"/>
              </a:spcAft>
              <a:buSzPts val="1100"/>
              <a:buFont typeface="Hepta Slab"/>
              <a:buChar char="●"/>
            </a:pPr>
            <a:r>
              <a:rPr lang="vi">
                <a:latin typeface="Hepta Slab"/>
                <a:ea typeface="Hepta Slab"/>
                <a:cs typeface="Hepta Slab"/>
                <a:sym typeface="Hepta Slab"/>
              </a:rPr>
              <a:t>Kiến trúc:</a:t>
            </a:r>
            <a:endParaRPr>
              <a:latin typeface="Hepta Slab"/>
              <a:ea typeface="Hepta Slab"/>
              <a:cs typeface="Hepta Slab"/>
              <a:sym typeface="Hepta Slab"/>
            </a:endParaRPr>
          </a:p>
          <a:p>
            <a:pPr marL="914400" lvl="1" indent="-298450" algn="l" rtl="0">
              <a:spcBef>
                <a:spcPts val="0"/>
              </a:spcBef>
              <a:spcAft>
                <a:spcPts val="0"/>
              </a:spcAft>
              <a:buSzPts val="1100"/>
              <a:buFont typeface="Hepta Slab"/>
              <a:buChar char="○"/>
            </a:pPr>
            <a:r>
              <a:rPr lang="vi">
                <a:latin typeface="Hepta Slab"/>
                <a:ea typeface="Hepta Slab"/>
                <a:cs typeface="Hepta Slab"/>
                <a:sym typeface="Hepta Slab"/>
              </a:rPr>
              <a:t>Model: Đại diện cho dữ liệu và logic nghiệp vụ.</a:t>
            </a:r>
            <a:endParaRPr>
              <a:latin typeface="Hepta Slab"/>
              <a:ea typeface="Hepta Slab"/>
              <a:cs typeface="Hepta Slab"/>
              <a:sym typeface="Hepta Slab"/>
            </a:endParaRPr>
          </a:p>
          <a:p>
            <a:pPr marL="914400" lvl="1" indent="-298450" algn="l" rtl="0">
              <a:spcBef>
                <a:spcPts val="0"/>
              </a:spcBef>
              <a:spcAft>
                <a:spcPts val="0"/>
              </a:spcAft>
              <a:buSzPts val="1100"/>
              <a:buFont typeface="Hepta Slab"/>
              <a:buChar char="○"/>
            </a:pPr>
            <a:r>
              <a:rPr lang="vi">
                <a:latin typeface="Hepta Slab"/>
                <a:ea typeface="Hepta Slab"/>
                <a:cs typeface="Hepta Slab"/>
                <a:sym typeface="Hepta Slab"/>
              </a:rPr>
              <a:t>View: Hiển thị giao diện người dùng, nhận tương tác.</a:t>
            </a:r>
            <a:endParaRPr>
              <a:latin typeface="Hepta Slab"/>
              <a:ea typeface="Hepta Slab"/>
              <a:cs typeface="Hepta Slab"/>
              <a:sym typeface="Hepta Slab"/>
            </a:endParaRPr>
          </a:p>
          <a:p>
            <a:pPr marL="914400" lvl="1" indent="-298450" algn="l" rtl="0">
              <a:spcBef>
                <a:spcPts val="0"/>
              </a:spcBef>
              <a:spcAft>
                <a:spcPts val="0"/>
              </a:spcAft>
              <a:buSzPts val="1100"/>
              <a:buFont typeface="Hepta Slab"/>
              <a:buChar char="○"/>
            </a:pPr>
            <a:r>
              <a:rPr lang="vi">
                <a:latin typeface="Hepta Slab"/>
                <a:ea typeface="Hepta Slab"/>
                <a:cs typeface="Hepta Slab"/>
                <a:sym typeface="Hepta Slab"/>
              </a:rPr>
              <a:t>Controller: Xử lý các yêu cầu của người dùng, xử lý logic (nếu cần) và trả về View phù hợp.</a:t>
            </a:r>
            <a:endParaRPr>
              <a:latin typeface="Hepta Slab"/>
              <a:ea typeface="Hepta Slab"/>
              <a:cs typeface="Hepta Slab"/>
              <a:sym typeface="Hepta Slab"/>
            </a:endParaRPr>
          </a:p>
          <a:p>
            <a:pPr marL="457200" lvl="0" indent="-298450" algn="l" rtl="0">
              <a:spcBef>
                <a:spcPts val="0"/>
              </a:spcBef>
              <a:spcAft>
                <a:spcPts val="0"/>
              </a:spcAft>
              <a:buSzPts val="1100"/>
              <a:buFont typeface="Hepta Slab"/>
              <a:buChar char="●"/>
            </a:pPr>
            <a:r>
              <a:rPr lang="vi">
                <a:latin typeface="Hepta Slab"/>
                <a:ea typeface="Hepta Slab"/>
                <a:cs typeface="Hepta Slab"/>
                <a:sym typeface="Hepta Slab"/>
              </a:rPr>
              <a:t>Lợi ích của mô hình MVC</a:t>
            </a:r>
            <a:endParaRPr>
              <a:latin typeface="Hepta Slab"/>
              <a:ea typeface="Hepta Slab"/>
              <a:cs typeface="Hepta Slab"/>
              <a:sym typeface="Hepta Slab"/>
            </a:endParaRPr>
          </a:p>
          <a:p>
            <a:pPr marL="457200" lvl="0" indent="-298450" algn="l" rtl="0">
              <a:spcBef>
                <a:spcPts val="0"/>
              </a:spcBef>
              <a:spcAft>
                <a:spcPts val="0"/>
              </a:spcAft>
              <a:buSzPts val="1100"/>
              <a:buFont typeface="Hepta Slab"/>
              <a:buChar char="●"/>
            </a:pPr>
            <a:r>
              <a:rPr lang="vi">
                <a:latin typeface="Hepta Slab"/>
                <a:ea typeface="Hepta Slab"/>
                <a:cs typeface="Hepta Slab"/>
                <a:sym typeface="Hepta Slab"/>
              </a:rPr>
              <a:t>Ứng dụng trong đề tài</a:t>
            </a:r>
            <a:endParaRPr>
              <a:latin typeface="Hepta Slab"/>
              <a:ea typeface="Hepta Slab"/>
              <a:cs typeface="Hepta Slab"/>
              <a:sym typeface="Hepta Slab"/>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7"/>
        <p:cNvGrpSpPr/>
        <p:nvPr/>
      </p:nvGrpSpPr>
      <p:grpSpPr>
        <a:xfrm>
          <a:off x="0" y="0"/>
          <a:ext cx="0" cy="0"/>
          <a:chOff x="0" y="0"/>
          <a:chExt cx="0" cy="0"/>
        </a:xfrm>
      </p:grpSpPr>
      <p:sp>
        <p:nvSpPr>
          <p:cNvPr id="1728" name="Google Shape;1728;p74"/>
          <p:cNvSpPr txBox="1">
            <a:spLocks noGrp="1"/>
          </p:cNvSpPr>
          <p:nvPr>
            <p:ph type="title"/>
          </p:nvPr>
        </p:nvSpPr>
        <p:spPr>
          <a:xfrm>
            <a:off x="628425" y="561800"/>
            <a:ext cx="37392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Giới thiệu về cơ sở dữ liệu SQL Server</a:t>
            </a:r>
            <a:endParaRPr/>
          </a:p>
        </p:txBody>
      </p:sp>
      <p:pic>
        <p:nvPicPr>
          <p:cNvPr id="1729" name="Google Shape;1729;p74"/>
          <p:cNvPicPr preferRelativeResize="0">
            <a:picLocks noGrp="1"/>
          </p:cNvPicPr>
          <p:nvPr>
            <p:ph type="pic" idx="2"/>
          </p:nvPr>
        </p:nvPicPr>
        <p:blipFill>
          <a:blip r:embed="rId3">
            <a:alphaModFix/>
          </a:blip>
          <a:stretch>
            <a:fillRect/>
          </a:stretch>
        </p:blipFill>
        <p:spPr>
          <a:xfrm>
            <a:off x="4724579" y="975600"/>
            <a:ext cx="4094400" cy="3192300"/>
          </a:xfrm>
          <a:prstGeom prst="snip1Rect">
            <a:avLst>
              <a:gd name="adj" fmla="val 16667"/>
            </a:avLst>
          </a:prstGeom>
        </p:spPr>
      </p:pic>
      <p:sp>
        <p:nvSpPr>
          <p:cNvPr id="1730" name="Google Shape;1730;p74"/>
          <p:cNvSpPr txBox="1">
            <a:spLocks noGrp="1"/>
          </p:cNvSpPr>
          <p:nvPr>
            <p:ph type="body" idx="1"/>
          </p:nvPr>
        </p:nvSpPr>
        <p:spPr>
          <a:xfrm>
            <a:off x="613575" y="1514238"/>
            <a:ext cx="3739200" cy="2471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latin typeface="Hepta Slab"/>
                <a:ea typeface="Hepta Slab"/>
                <a:cs typeface="Hepta Slab"/>
                <a:sym typeface="Hepta Slab"/>
              </a:rPr>
              <a:t>SQL Server là một hệ quản trị cơ sở dữ liệu quan hệ (RDBMS) được phát triển bởi Microsoft.</a:t>
            </a:r>
            <a:endParaRPr>
              <a:latin typeface="Hepta Slab"/>
              <a:ea typeface="Hepta Slab"/>
              <a:cs typeface="Hepta Slab"/>
              <a:sym typeface="Hepta Slab"/>
            </a:endParaRPr>
          </a:p>
          <a:p>
            <a:pPr marL="0" lvl="0" indent="0" algn="l" rtl="0">
              <a:spcBef>
                <a:spcPts val="1200"/>
              </a:spcBef>
              <a:spcAft>
                <a:spcPts val="0"/>
              </a:spcAft>
              <a:buClr>
                <a:schemeClr val="dk1"/>
              </a:buClr>
              <a:buSzPts val="1100"/>
              <a:buFont typeface="Arial"/>
              <a:buNone/>
            </a:pPr>
            <a:r>
              <a:rPr lang="vi">
                <a:latin typeface="Hepta Slab"/>
                <a:ea typeface="Hepta Slab"/>
                <a:cs typeface="Hepta Slab"/>
                <a:sym typeface="Hepta Slab"/>
              </a:rPr>
              <a:t>SQL Server cung cấp nhiều tính năng mạnh mẽ như: Quản lý dữ liệu, Tính năng bảo mật, Khả năng mở rộng, Khả năng sao lưu và phục hồi.</a:t>
            </a:r>
            <a:endParaRPr>
              <a:latin typeface="Hepta Slab"/>
              <a:ea typeface="Hepta Slab"/>
              <a:cs typeface="Hepta Slab"/>
              <a:sym typeface="Hepta Slab"/>
            </a:endParaRPr>
          </a:p>
          <a:p>
            <a:pPr marL="0" lvl="0" indent="0" algn="l" rtl="0">
              <a:spcBef>
                <a:spcPts val="1200"/>
              </a:spcBef>
              <a:spcAft>
                <a:spcPts val="0"/>
              </a:spcAft>
              <a:buNone/>
            </a:pPr>
            <a:r>
              <a:rPr lang="vi">
                <a:latin typeface="Hepta Slab"/>
                <a:ea typeface="Hepta Slab"/>
                <a:cs typeface="Hepta Slab"/>
                <a:sym typeface="Hepta Slab"/>
              </a:rPr>
              <a:t>Vai trò trong đề tài: SQL Server được sử dụng để lưu trữ và quản lý dữ liệu trong dự án.</a:t>
            </a:r>
            <a:endParaRPr>
              <a:latin typeface="Hepta Slab"/>
              <a:ea typeface="Hepta Slab"/>
              <a:cs typeface="Hepta Slab"/>
              <a:sym typeface="Hepta Slab"/>
            </a:endParaRPr>
          </a:p>
          <a:p>
            <a:pPr marL="0" lvl="0" indent="0" algn="l" rtl="0">
              <a:spcBef>
                <a:spcPts val="1200"/>
              </a:spcBef>
              <a:spcAft>
                <a:spcPts val="1200"/>
              </a:spcAft>
              <a:buNone/>
            </a:pPr>
            <a:endParaRPr>
              <a:latin typeface="Hepta Slab"/>
              <a:ea typeface="Hepta Slab"/>
              <a:cs typeface="Hepta Slab"/>
              <a:sym typeface="Hepta Slab"/>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4"/>
        <p:cNvGrpSpPr/>
        <p:nvPr/>
      </p:nvGrpSpPr>
      <p:grpSpPr>
        <a:xfrm>
          <a:off x="0" y="0"/>
          <a:ext cx="0" cy="0"/>
          <a:chOff x="0" y="0"/>
          <a:chExt cx="0" cy="0"/>
        </a:xfrm>
      </p:grpSpPr>
      <p:sp>
        <p:nvSpPr>
          <p:cNvPr id="1735" name="Google Shape;1735;p75"/>
          <p:cNvSpPr txBox="1">
            <a:spLocks noGrp="1"/>
          </p:cNvSpPr>
          <p:nvPr>
            <p:ph type="title"/>
          </p:nvPr>
        </p:nvSpPr>
        <p:spPr>
          <a:xfrm>
            <a:off x="4664825" y="699100"/>
            <a:ext cx="41676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Các công cụ và ngôn ngữ lập trình được sử dụng</a:t>
            </a:r>
            <a:endParaRPr/>
          </a:p>
        </p:txBody>
      </p:sp>
      <p:pic>
        <p:nvPicPr>
          <p:cNvPr id="1736" name="Google Shape;1736;p75"/>
          <p:cNvPicPr preferRelativeResize="0">
            <a:picLocks noGrp="1"/>
          </p:cNvPicPr>
          <p:nvPr>
            <p:ph type="pic" idx="2"/>
          </p:nvPr>
        </p:nvPicPr>
        <p:blipFill>
          <a:blip r:embed="rId3">
            <a:alphaModFix/>
          </a:blip>
          <a:stretch>
            <a:fillRect/>
          </a:stretch>
        </p:blipFill>
        <p:spPr>
          <a:xfrm>
            <a:off x="223700" y="270000"/>
            <a:ext cx="1565100" cy="1761300"/>
          </a:xfrm>
          <a:prstGeom prst="snip1Rect">
            <a:avLst>
              <a:gd name="adj" fmla="val 16667"/>
            </a:avLst>
          </a:prstGeom>
        </p:spPr>
      </p:pic>
      <p:sp>
        <p:nvSpPr>
          <p:cNvPr id="1737" name="Google Shape;1737;p75"/>
          <p:cNvSpPr txBox="1">
            <a:spLocks noGrp="1"/>
          </p:cNvSpPr>
          <p:nvPr>
            <p:ph type="body" idx="1"/>
          </p:nvPr>
        </p:nvSpPr>
        <p:spPr>
          <a:xfrm>
            <a:off x="4734825" y="1458800"/>
            <a:ext cx="4097700" cy="2588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Công nghệ chính:</a:t>
            </a:r>
            <a:endParaRPr/>
          </a:p>
          <a:p>
            <a:pPr marL="457200" lvl="0" indent="-298450" algn="l" rtl="0">
              <a:spcBef>
                <a:spcPts val="1200"/>
              </a:spcBef>
              <a:spcAft>
                <a:spcPts val="0"/>
              </a:spcAft>
              <a:buSzPts val="1100"/>
              <a:buChar char="●"/>
            </a:pPr>
            <a:r>
              <a:rPr lang="vi"/>
              <a:t>C#: Ngôn ngữ lập trình chính được sử dụng để phát triển.</a:t>
            </a:r>
            <a:endParaRPr/>
          </a:p>
          <a:p>
            <a:pPr marL="457200" lvl="0" indent="-298450" algn="l" rtl="0">
              <a:spcBef>
                <a:spcPts val="0"/>
              </a:spcBef>
              <a:spcAft>
                <a:spcPts val="0"/>
              </a:spcAft>
              <a:buSzPts val="1100"/>
              <a:buChar char="●"/>
            </a:pPr>
            <a:r>
              <a:rPr lang="vi"/>
              <a:t>ASP.NET MVC: Framework để xây dựng ứng dụng web.</a:t>
            </a:r>
            <a:endParaRPr/>
          </a:p>
          <a:p>
            <a:pPr marL="457200" lvl="0" indent="-298450" algn="l" rtl="0">
              <a:spcBef>
                <a:spcPts val="0"/>
              </a:spcBef>
              <a:spcAft>
                <a:spcPts val="0"/>
              </a:spcAft>
              <a:buSzPts val="1100"/>
              <a:buChar char="●"/>
            </a:pPr>
            <a:r>
              <a:rPr lang="vi"/>
              <a:t>SQL Server: Hệ thống quản lý cơ sở dữ liệu quan hệ để xử lý dữ liệu.</a:t>
            </a:r>
            <a:endParaRPr/>
          </a:p>
          <a:p>
            <a:pPr marL="457200" lvl="0" indent="-298450" algn="l" rtl="0">
              <a:spcBef>
                <a:spcPts val="0"/>
              </a:spcBef>
              <a:spcAft>
                <a:spcPts val="0"/>
              </a:spcAft>
              <a:buSzPts val="1100"/>
              <a:buChar char="●"/>
            </a:pPr>
            <a:r>
              <a:rPr lang="vi"/>
              <a:t>Visual Studio: Môi trường phát triển tích hợp (IDE) để mã hóa và gỡ lỗi.</a:t>
            </a:r>
            <a:endParaRPr/>
          </a:p>
          <a:p>
            <a:pPr marL="457200" lvl="0" indent="-298450" algn="l" rtl="0">
              <a:spcBef>
                <a:spcPts val="0"/>
              </a:spcBef>
              <a:spcAft>
                <a:spcPts val="0"/>
              </a:spcAft>
              <a:buSzPts val="1100"/>
              <a:buChar char="●"/>
            </a:pPr>
            <a:r>
              <a:rPr lang="vi"/>
              <a:t>Công cụ hỗ trợ: SQL Server Management Studio (SSMS) và Git để kiểm soát phiên bản.</a:t>
            </a:r>
            <a:endParaRPr/>
          </a:p>
        </p:txBody>
      </p:sp>
      <p:pic>
        <p:nvPicPr>
          <p:cNvPr id="1738" name="Google Shape;1738;p75"/>
          <p:cNvPicPr preferRelativeResize="0">
            <a:picLocks noGrp="1"/>
          </p:cNvPicPr>
          <p:nvPr>
            <p:ph type="pic" idx="2"/>
          </p:nvPr>
        </p:nvPicPr>
        <p:blipFill rotWithShape="1">
          <a:blip r:embed="rId4">
            <a:alphaModFix/>
          </a:blip>
          <a:srcRect l="5571" r="5562"/>
          <a:stretch/>
        </p:blipFill>
        <p:spPr>
          <a:xfrm>
            <a:off x="223700" y="2571749"/>
            <a:ext cx="1717800" cy="1933200"/>
          </a:xfrm>
          <a:prstGeom prst="snip1Rect">
            <a:avLst>
              <a:gd name="adj" fmla="val 16667"/>
            </a:avLst>
          </a:prstGeom>
        </p:spPr>
      </p:pic>
      <p:pic>
        <p:nvPicPr>
          <p:cNvPr id="1739" name="Google Shape;1739;p75"/>
          <p:cNvPicPr preferRelativeResize="0">
            <a:picLocks noGrp="1"/>
          </p:cNvPicPr>
          <p:nvPr>
            <p:ph type="pic" idx="2"/>
          </p:nvPr>
        </p:nvPicPr>
        <p:blipFill rotWithShape="1">
          <a:blip r:embed="rId5">
            <a:alphaModFix/>
          </a:blip>
          <a:srcRect l="5571" r="5571"/>
          <a:stretch/>
        </p:blipFill>
        <p:spPr>
          <a:xfrm>
            <a:off x="2163125" y="2571750"/>
            <a:ext cx="1717800" cy="1933200"/>
          </a:xfrm>
          <a:prstGeom prst="snip1Rect">
            <a:avLst>
              <a:gd name="adj" fmla="val 16667"/>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3"/>
        <p:cNvGrpSpPr/>
        <p:nvPr/>
      </p:nvGrpSpPr>
      <p:grpSpPr>
        <a:xfrm>
          <a:off x="0" y="0"/>
          <a:ext cx="0" cy="0"/>
          <a:chOff x="0" y="0"/>
          <a:chExt cx="0" cy="0"/>
        </a:xfrm>
      </p:grpSpPr>
      <p:sp>
        <p:nvSpPr>
          <p:cNvPr id="1744" name="Google Shape;1744;p76"/>
          <p:cNvSpPr txBox="1">
            <a:spLocks noGrp="1"/>
          </p:cNvSpPr>
          <p:nvPr>
            <p:ph type="title"/>
          </p:nvPr>
        </p:nvSpPr>
        <p:spPr>
          <a:xfrm>
            <a:off x="603975" y="2342700"/>
            <a:ext cx="37392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Chương 2: Phân tích thiết kế hệ thống</a:t>
            </a:r>
            <a:endParaRPr/>
          </a:p>
        </p:txBody>
      </p:sp>
      <p:pic>
        <p:nvPicPr>
          <p:cNvPr id="1745" name="Google Shape;1745;p76"/>
          <p:cNvPicPr preferRelativeResize="0">
            <a:picLocks noGrp="1"/>
          </p:cNvPicPr>
          <p:nvPr>
            <p:ph type="pic" idx="2"/>
          </p:nvPr>
        </p:nvPicPr>
        <p:blipFill rotWithShape="1">
          <a:blip r:embed="rId3">
            <a:alphaModFix/>
          </a:blip>
          <a:srcRect t="12121" b="12121"/>
          <a:stretch/>
        </p:blipFill>
        <p:spPr>
          <a:xfrm>
            <a:off x="4664825" y="975600"/>
            <a:ext cx="4213800" cy="3192300"/>
          </a:xfrm>
          <a:prstGeom prst="snip1Rect">
            <a:avLst>
              <a:gd name="adj" fmla="val 16667"/>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9"/>
        <p:cNvGrpSpPr/>
        <p:nvPr/>
      </p:nvGrpSpPr>
      <p:grpSpPr>
        <a:xfrm>
          <a:off x="0" y="0"/>
          <a:ext cx="0" cy="0"/>
          <a:chOff x="0" y="0"/>
          <a:chExt cx="0" cy="0"/>
        </a:xfrm>
      </p:grpSpPr>
      <p:sp>
        <p:nvSpPr>
          <p:cNvPr id="1750" name="Google Shape;1750;p77"/>
          <p:cNvSpPr txBox="1">
            <a:spLocks noGrp="1"/>
          </p:cNvSpPr>
          <p:nvPr>
            <p:ph type="title"/>
          </p:nvPr>
        </p:nvSpPr>
        <p:spPr>
          <a:xfrm>
            <a:off x="216175" y="2342700"/>
            <a:ext cx="41676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sz="2400"/>
              <a:t>Các chức năng chính</a:t>
            </a:r>
            <a:endParaRPr sz="2400"/>
          </a:p>
        </p:txBody>
      </p:sp>
      <p:sp>
        <p:nvSpPr>
          <p:cNvPr id="1751" name="Google Shape;1751;p77"/>
          <p:cNvSpPr txBox="1">
            <a:spLocks noGrp="1"/>
          </p:cNvSpPr>
          <p:nvPr>
            <p:ph type="body" idx="1"/>
          </p:nvPr>
        </p:nvSpPr>
        <p:spPr>
          <a:xfrm>
            <a:off x="4622625" y="1096050"/>
            <a:ext cx="4097700" cy="2951400"/>
          </a:xfrm>
          <a:prstGeom prst="rect">
            <a:avLst/>
          </a:prstGeom>
        </p:spPr>
        <p:txBody>
          <a:bodyPr spcFirstLastPara="1" wrap="square" lIns="0" tIns="0" rIns="0" bIns="0" anchor="t" anchorCtr="0">
            <a:noAutofit/>
          </a:bodyPr>
          <a:lstStyle/>
          <a:p>
            <a:pPr marL="457200" lvl="0" indent="-330200" algn="l" rtl="0">
              <a:lnSpc>
                <a:spcPct val="150000"/>
              </a:lnSpc>
              <a:spcBef>
                <a:spcPts val="0"/>
              </a:spcBef>
              <a:spcAft>
                <a:spcPts val="0"/>
              </a:spcAft>
              <a:buSzPts val="1600"/>
              <a:buFont typeface="Hepta Slab"/>
              <a:buAutoNum type="arabicPeriod"/>
            </a:pPr>
            <a:r>
              <a:rPr lang="vi" sz="1600">
                <a:latin typeface="Hepta Slab"/>
                <a:ea typeface="Hepta Slab"/>
                <a:cs typeface="Hepta Slab"/>
                <a:sym typeface="Hepta Slab"/>
              </a:rPr>
              <a:t>Đăng nhập</a:t>
            </a:r>
            <a:endParaRPr sz="1600">
              <a:latin typeface="Hepta Slab"/>
              <a:ea typeface="Hepta Slab"/>
              <a:cs typeface="Hepta Slab"/>
              <a:sym typeface="Hepta Slab"/>
            </a:endParaRPr>
          </a:p>
          <a:p>
            <a:pPr marL="457200" lvl="0" indent="-330200" algn="l" rtl="0">
              <a:lnSpc>
                <a:spcPct val="150000"/>
              </a:lnSpc>
              <a:spcBef>
                <a:spcPts val="0"/>
              </a:spcBef>
              <a:spcAft>
                <a:spcPts val="0"/>
              </a:spcAft>
              <a:buSzPts val="1600"/>
              <a:buFont typeface="Hepta Slab"/>
              <a:buAutoNum type="arabicPeriod"/>
            </a:pPr>
            <a:r>
              <a:rPr lang="vi" sz="1600">
                <a:latin typeface="Hepta Slab"/>
                <a:ea typeface="Hepta Slab"/>
                <a:cs typeface="Hepta Slab"/>
                <a:sym typeface="Hepta Slab"/>
              </a:rPr>
              <a:t>Đăng ký</a:t>
            </a:r>
            <a:endParaRPr sz="1600">
              <a:latin typeface="Hepta Slab"/>
              <a:ea typeface="Hepta Slab"/>
              <a:cs typeface="Hepta Slab"/>
              <a:sym typeface="Hepta Slab"/>
            </a:endParaRPr>
          </a:p>
          <a:p>
            <a:pPr marL="457200" lvl="0" indent="-330200" algn="l" rtl="0">
              <a:lnSpc>
                <a:spcPct val="150000"/>
              </a:lnSpc>
              <a:spcBef>
                <a:spcPts val="0"/>
              </a:spcBef>
              <a:spcAft>
                <a:spcPts val="0"/>
              </a:spcAft>
              <a:buSzPts val="1600"/>
              <a:buFont typeface="Hepta Slab"/>
              <a:buAutoNum type="arabicPeriod"/>
            </a:pPr>
            <a:r>
              <a:rPr lang="vi" sz="1600">
                <a:latin typeface="Hepta Slab"/>
                <a:ea typeface="Hepta Slab"/>
                <a:cs typeface="Hepta Slab"/>
                <a:sym typeface="Hepta Slab"/>
              </a:rPr>
              <a:t>Quản lý danh mục, sản phẩm</a:t>
            </a:r>
            <a:endParaRPr sz="1600">
              <a:latin typeface="Hepta Slab"/>
              <a:ea typeface="Hepta Slab"/>
              <a:cs typeface="Hepta Slab"/>
              <a:sym typeface="Hepta Slab"/>
            </a:endParaRPr>
          </a:p>
          <a:p>
            <a:pPr marL="457200" lvl="0" indent="-330200" algn="l" rtl="0">
              <a:lnSpc>
                <a:spcPct val="150000"/>
              </a:lnSpc>
              <a:spcBef>
                <a:spcPts val="0"/>
              </a:spcBef>
              <a:spcAft>
                <a:spcPts val="0"/>
              </a:spcAft>
              <a:buSzPts val="1600"/>
              <a:buFont typeface="Hepta Slab"/>
              <a:buAutoNum type="arabicPeriod"/>
            </a:pPr>
            <a:r>
              <a:rPr lang="vi" sz="1600">
                <a:latin typeface="Hepta Slab"/>
                <a:ea typeface="Hepta Slab"/>
                <a:cs typeface="Hepta Slab"/>
                <a:sym typeface="Hepta Slab"/>
              </a:rPr>
              <a:t>Quản lý giỏ hàng</a:t>
            </a:r>
            <a:endParaRPr sz="1600">
              <a:latin typeface="Hepta Slab"/>
              <a:ea typeface="Hepta Slab"/>
              <a:cs typeface="Hepta Slab"/>
              <a:sym typeface="Hepta Slab"/>
            </a:endParaRPr>
          </a:p>
          <a:p>
            <a:pPr marL="457200" lvl="0" indent="-330200" algn="l" rtl="0">
              <a:lnSpc>
                <a:spcPct val="150000"/>
              </a:lnSpc>
              <a:spcBef>
                <a:spcPts val="0"/>
              </a:spcBef>
              <a:spcAft>
                <a:spcPts val="0"/>
              </a:spcAft>
              <a:buSzPts val="1600"/>
              <a:buFont typeface="Hepta Slab"/>
              <a:buAutoNum type="arabicPeriod"/>
            </a:pPr>
            <a:r>
              <a:rPr lang="vi" sz="1600">
                <a:latin typeface="Hepta Slab"/>
                <a:ea typeface="Hepta Slab"/>
                <a:cs typeface="Hepta Slab"/>
                <a:sym typeface="Hepta Slab"/>
              </a:rPr>
              <a:t>Đặt hàng</a:t>
            </a:r>
            <a:endParaRPr sz="1600">
              <a:latin typeface="Hepta Slab"/>
              <a:ea typeface="Hepta Slab"/>
              <a:cs typeface="Hepta Slab"/>
              <a:sym typeface="Hepta Slab"/>
            </a:endParaRPr>
          </a:p>
          <a:p>
            <a:pPr marL="457200" lvl="0" indent="-330200" algn="l" rtl="0">
              <a:lnSpc>
                <a:spcPct val="150000"/>
              </a:lnSpc>
              <a:spcBef>
                <a:spcPts val="0"/>
              </a:spcBef>
              <a:spcAft>
                <a:spcPts val="0"/>
              </a:spcAft>
              <a:buSzPts val="1600"/>
              <a:buFont typeface="Hepta Slab"/>
              <a:buAutoNum type="arabicPeriod"/>
            </a:pPr>
            <a:r>
              <a:rPr lang="vi" sz="1600">
                <a:latin typeface="Hepta Slab"/>
                <a:ea typeface="Hepta Slab"/>
                <a:cs typeface="Hepta Slab"/>
                <a:sym typeface="Hepta Slab"/>
              </a:rPr>
              <a:t>Quản lý tài khoản</a:t>
            </a:r>
            <a:endParaRPr sz="1600">
              <a:latin typeface="Hepta Slab"/>
              <a:ea typeface="Hepta Slab"/>
              <a:cs typeface="Hepta Slab"/>
              <a:sym typeface="Hepta Slab"/>
            </a:endParaRPr>
          </a:p>
          <a:p>
            <a:pPr marL="457200" lvl="0" indent="-330200" algn="l" rtl="0">
              <a:lnSpc>
                <a:spcPct val="150000"/>
              </a:lnSpc>
              <a:spcBef>
                <a:spcPts val="0"/>
              </a:spcBef>
              <a:spcAft>
                <a:spcPts val="0"/>
              </a:spcAft>
              <a:buSzPts val="1600"/>
              <a:buFont typeface="Hepta Slab"/>
              <a:buAutoNum type="arabicPeriod"/>
            </a:pPr>
            <a:r>
              <a:rPr lang="vi" sz="1600">
                <a:latin typeface="Hepta Slab"/>
                <a:ea typeface="Hepta Slab"/>
                <a:cs typeface="Hepta Slab"/>
                <a:sym typeface="Hepta Slab"/>
              </a:rPr>
              <a:t>Theo dõi đơn hàng</a:t>
            </a:r>
            <a:endParaRPr sz="1600">
              <a:latin typeface="Hepta Slab"/>
              <a:ea typeface="Hepta Slab"/>
              <a:cs typeface="Hepta Slab"/>
              <a:sym typeface="Hepta Slab"/>
            </a:endParaRPr>
          </a:p>
          <a:p>
            <a:pPr marL="457200" lvl="0" indent="-330200" algn="l" rtl="0">
              <a:lnSpc>
                <a:spcPct val="150000"/>
              </a:lnSpc>
              <a:spcBef>
                <a:spcPts val="0"/>
              </a:spcBef>
              <a:spcAft>
                <a:spcPts val="0"/>
              </a:spcAft>
              <a:buSzPts val="1600"/>
              <a:buFont typeface="Hepta Slab"/>
              <a:buAutoNum type="arabicPeriod"/>
            </a:pPr>
            <a:r>
              <a:rPr lang="vi" sz="1600">
                <a:latin typeface="Hepta Slab"/>
                <a:ea typeface="Hepta Slab"/>
                <a:cs typeface="Hepta Slab"/>
                <a:sym typeface="Hepta Slab"/>
              </a:rPr>
              <a:t>Tìm kiếm sản phẩm</a:t>
            </a:r>
            <a:endParaRPr sz="1600">
              <a:latin typeface="Hepta Slab"/>
              <a:ea typeface="Hepta Slab"/>
              <a:cs typeface="Hepta Slab"/>
              <a:sym typeface="Hepta Slab"/>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5"/>
        <p:cNvGrpSpPr/>
        <p:nvPr/>
      </p:nvGrpSpPr>
      <p:grpSpPr>
        <a:xfrm>
          <a:off x="0" y="0"/>
          <a:ext cx="0" cy="0"/>
          <a:chOff x="0" y="0"/>
          <a:chExt cx="0" cy="0"/>
        </a:xfrm>
      </p:grpSpPr>
      <p:sp>
        <p:nvSpPr>
          <p:cNvPr id="1756" name="Google Shape;1756;p78"/>
          <p:cNvSpPr txBox="1">
            <a:spLocks noGrp="1"/>
          </p:cNvSpPr>
          <p:nvPr>
            <p:ph type="title"/>
          </p:nvPr>
        </p:nvSpPr>
        <p:spPr>
          <a:xfrm>
            <a:off x="628425" y="561800"/>
            <a:ext cx="37392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Biểu đồ USECASE</a:t>
            </a:r>
            <a:endParaRPr/>
          </a:p>
        </p:txBody>
      </p:sp>
      <p:pic>
        <p:nvPicPr>
          <p:cNvPr id="1757" name="Google Shape;1757;p78"/>
          <p:cNvPicPr preferRelativeResize="0">
            <a:picLocks noGrp="1"/>
          </p:cNvPicPr>
          <p:nvPr>
            <p:ph type="pic" idx="2"/>
          </p:nvPr>
        </p:nvPicPr>
        <p:blipFill rotWithShape="1">
          <a:blip r:embed="rId3">
            <a:alphaModFix/>
          </a:blip>
          <a:srcRect/>
          <a:stretch/>
        </p:blipFill>
        <p:spPr>
          <a:xfrm>
            <a:off x="446850" y="975600"/>
            <a:ext cx="8423100" cy="3897900"/>
          </a:xfrm>
          <a:prstGeom prst="snip1Rect">
            <a:avLst>
              <a:gd name="adj" fmla="val 16667"/>
            </a:avLst>
          </a:prstGeom>
        </p:spPr>
      </p:pic>
      <p:sp>
        <p:nvSpPr>
          <p:cNvPr id="1758" name="Google Shape;1758;p78"/>
          <p:cNvSpPr txBox="1">
            <a:spLocks noGrp="1"/>
          </p:cNvSpPr>
          <p:nvPr>
            <p:ph type="body" idx="1"/>
          </p:nvPr>
        </p:nvSpPr>
        <p:spPr>
          <a:xfrm>
            <a:off x="613575" y="1514238"/>
            <a:ext cx="3739200" cy="2471100"/>
          </a:xfrm>
          <a:prstGeom prst="rect">
            <a:avLst/>
          </a:prstGeom>
        </p:spPr>
        <p:txBody>
          <a:bodyPr spcFirstLastPara="1" wrap="square" lIns="0" tIns="0" rIns="0" bIns="0" anchor="t" anchorCtr="0">
            <a:noAutofit/>
          </a:bodyPr>
          <a:lstStyle/>
          <a:p>
            <a:pPr marL="0" lvl="0" indent="0" algn="l" rtl="0">
              <a:spcBef>
                <a:spcPts val="0"/>
              </a:spcBef>
              <a:spcAft>
                <a:spcPts val="1200"/>
              </a:spcAft>
              <a:buNone/>
            </a:pPr>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62"/>
        <p:cNvGrpSpPr/>
        <p:nvPr/>
      </p:nvGrpSpPr>
      <p:grpSpPr>
        <a:xfrm>
          <a:off x="0" y="0"/>
          <a:ext cx="0" cy="0"/>
          <a:chOff x="0" y="0"/>
          <a:chExt cx="0" cy="0"/>
        </a:xfrm>
      </p:grpSpPr>
      <p:sp>
        <p:nvSpPr>
          <p:cNvPr id="1763" name="Google Shape;1763;p79"/>
          <p:cNvSpPr txBox="1">
            <a:spLocks noGrp="1"/>
          </p:cNvSpPr>
          <p:nvPr>
            <p:ph type="title"/>
          </p:nvPr>
        </p:nvSpPr>
        <p:spPr>
          <a:xfrm>
            <a:off x="603975" y="2342700"/>
            <a:ext cx="37392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Thiết kế cơ sở dữ liệu</a:t>
            </a:r>
            <a:endParaRPr/>
          </a:p>
        </p:txBody>
      </p:sp>
      <p:pic>
        <p:nvPicPr>
          <p:cNvPr id="1764" name="Google Shape;1764;p79"/>
          <p:cNvPicPr preferRelativeResize="0"/>
          <p:nvPr/>
        </p:nvPicPr>
        <p:blipFill>
          <a:blip r:embed="rId3">
            <a:alphaModFix/>
          </a:blip>
          <a:stretch>
            <a:fillRect/>
          </a:stretch>
        </p:blipFill>
        <p:spPr>
          <a:xfrm>
            <a:off x="3792769" y="0"/>
            <a:ext cx="4435813" cy="5143500"/>
          </a:xfrm>
          <a:prstGeom prst="rect">
            <a:avLst/>
          </a:prstGeom>
          <a:noFill/>
          <a:ln>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68"/>
        <p:cNvGrpSpPr/>
        <p:nvPr/>
      </p:nvGrpSpPr>
      <p:grpSpPr>
        <a:xfrm>
          <a:off x="0" y="0"/>
          <a:ext cx="0" cy="0"/>
          <a:chOff x="0" y="0"/>
          <a:chExt cx="0" cy="0"/>
        </a:xfrm>
      </p:grpSpPr>
      <p:sp>
        <p:nvSpPr>
          <p:cNvPr id="1769" name="Google Shape;1769;p80"/>
          <p:cNvSpPr txBox="1">
            <a:spLocks noGrp="1"/>
          </p:cNvSpPr>
          <p:nvPr>
            <p:ph type="title"/>
          </p:nvPr>
        </p:nvSpPr>
        <p:spPr>
          <a:xfrm>
            <a:off x="628425" y="561800"/>
            <a:ext cx="41055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Chương 3: Kết quả đạt được</a:t>
            </a:r>
            <a:endParaRPr/>
          </a:p>
        </p:txBody>
      </p:sp>
      <p:sp>
        <p:nvSpPr>
          <p:cNvPr id="1770" name="Google Shape;1770;p80"/>
          <p:cNvSpPr txBox="1">
            <a:spLocks noGrp="1"/>
          </p:cNvSpPr>
          <p:nvPr>
            <p:ph type="body" idx="1"/>
          </p:nvPr>
        </p:nvSpPr>
        <p:spPr>
          <a:xfrm>
            <a:off x="613575" y="1514238"/>
            <a:ext cx="3739200" cy="2471100"/>
          </a:xfrm>
          <a:prstGeom prst="rect">
            <a:avLst/>
          </a:prstGeom>
        </p:spPr>
        <p:txBody>
          <a:bodyPr spcFirstLastPara="1" wrap="square" lIns="0" tIns="0" rIns="0" bIns="0" anchor="t" anchorCtr="0">
            <a:noAutofit/>
          </a:bodyPr>
          <a:lstStyle/>
          <a:p>
            <a:pPr marL="0" lvl="0" indent="0" algn="l" rtl="0">
              <a:spcBef>
                <a:spcPts val="0"/>
              </a:spcBef>
              <a:spcAft>
                <a:spcPts val="1200"/>
              </a:spcAft>
              <a:buNone/>
            </a:pPr>
            <a:endParaRPr/>
          </a:p>
        </p:txBody>
      </p:sp>
      <p:pic>
        <p:nvPicPr>
          <p:cNvPr id="1771" name="Google Shape;1771;p80"/>
          <p:cNvPicPr preferRelativeResize="0"/>
          <p:nvPr/>
        </p:nvPicPr>
        <p:blipFill rotWithShape="1">
          <a:blip r:embed="rId3">
            <a:alphaModFix/>
          </a:blip>
          <a:srcRect l="15671" r="18400"/>
          <a:stretch/>
        </p:blipFill>
        <p:spPr>
          <a:xfrm>
            <a:off x="2379400" y="1062050"/>
            <a:ext cx="4385176" cy="3019400"/>
          </a:xfrm>
          <a:prstGeom prst="rect">
            <a:avLst/>
          </a:prstGeom>
          <a:noFill/>
          <a:ln>
            <a:noFill/>
          </a:ln>
        </p:spPr>
      </p:pic>
      <p:pic>
        <p:nvPicPr>
          <p:cNvPr id="1772" name="Google Shape;1772;p80"/>
          <p:cNvPicPr preferRelativeResize="0"/>
          <p:nvPr/>
        </p:nvPicPr>
        <p:blipFill rotWithShape="1">
          <a:blip r:embed="rId4">
            <a:alphaModFix/>
          </a:blip>
          <a:srcRect l="37502" r="36838"/>
          <a:stretch/>
        </p:blipFill>
        <p:spPr>
          <a:xfrm>
            <a:off x="628425" y="1304925"/>
            <a:ext cx="1485900" cy="2562225"/>
          </a:xfrm>
          <a:prstGeom prst="rect">
            <a:avLst/>
          </a:prstGeom>
          <a:noFill/>
          <a:ln>
            <a:noFill/>
          </a:ln>
        </p:spPr>
      </p:pic>
      <p:pic>
        <p:nvPicPr>
          <p:cNvPr id="1773" name="Google Shape;1773;p80"/>
          <p:cNvPicPr preferRelativeResize="0"/>
          <p:nvPr/>
        </p:nvPicPr>
        <p:blipFill rotWithShape="1">
          <a:blip r:embed="rId5">
            <a:alphaModFix/>
          </a:blip>
          <a:srcRect l="35690" r="35433"/>
          <a:stretch/>
        </p:blipFill>
        <p:spPr>
          <a:xfrm>
            <a:off x="7029650" y="1304925"/>
            <a:ext cx="1672275" cy="2533650"/>
          </a:xfrm>
          <a:prstGeom prst="rect">
            <a:avLst/>
          </a:prstGeom>
          <a:noFill/>
          <a:ln>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1777"/>
        <p:cNvGrpSpPr/>
        <p:nvPr/>
      </p:nvGrpSpPr>
      <p:grpSpPr>
        <a:xfrm>
          <a:off x="0" y="0"/>
          <a:ext cx="0" cy="0"/>
          <a:chOff x="0" y="0"/>
          <a:chExt cx="0" cy="0"/>
        </a:xfrm>
      </p:grpSpPr>
      <p:sp>
        <p:nvSpPr>
          <p:cNvPr id="1778" name="Google Shape;1778;p81"/>
          <p:cNvSpPr txBox="1">
            <a:spLocks noGrp="1"/>
          </p:cNvSpPr>
          <p:nvPr>
            <p:ph type="title"/>
          </p:nvPr>
        </p:nvSpPr>
        <p:spPr>
          <a:xfrm>
            <a:off x="323625" y="257000"/>
            <a:ext cx="37392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Trang chủ</a:t>
            </a:r>
            <a:endParaRPr/>
          </a:p>
        </p:txBody>
      </p:sp>
      <p:sp>
        <p:nvSpPr>
          <p:cNvPr id="1779" name="Google Shape;1779;p81"/>
          <p:cNvSpPr txBox="1">
            <a:spLocks noGrp="1"/>
          </p:cNvSpPr>
          <p:nvPr>
            <p:ph type="body" idx="1"/>
          </p:nvPr>
        </p:nvSpPr>
        <p:spPr>
          <a:xfrm>
            <a:off x="613575" y="1514238"/>
            <a:ext cx="3739200" cy="2471100"/>
          </a:xfrm>
          <a:prstGeom prst="rect">
            <a:avLst/>
          </a:prstGeom>
        </p:spPr>
        <p:txBody>
          <a:bodyPr spcFirstLastPara="1" wrap="square" lIns="0" tIns="0" rIns="0" bIns="0" anchor="t" anchorCtr="0">
            <a:noAutofit/>
          </a:bodyPr>
          <a:lstStyle/>
          <a:p>
            <a:pPr marL="0" lvl="0" indent="0" algn="l" rtl="0">
              <a:spcBef>
                <a:spcPts val="0"/>
              </a:spcBef>
              <a:spcAft>
                <a:spcPts val="1200"/>
              </a:spcAft>
              <a:buNone/>
            </a:pPr>
            <a:endParaRPr/>
          </a:p>
        </p:txBody>
      </p:sp>
      <p:pic>
        <p:nvPicPr>
          <p:cNvPr id="1780" name="Google Shape;1780;p81"/>
          <p:cNvPicPr preferRelativeResize="0"/>
          <p:nvPr/>
        </p:nvPicPr>
        <p:blipFill>
          <a:blip r:embed="rId3">
            <a:alphaModFix/>
          </a:blip>
          <a:stretch>
            <a:fillRect/>
          </a:stretch>
        </p:blipFill>
        <p:spPr>
          <a:xfrm>
            <a:off x="270000" y="876300"/>
            <a:ext cx="8599950" cy="390392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84"/>
        <p:cNvGrpSpPr/>
        <p:nvPr/>
      </p:nvGrpSpPr>
      <p:grpSpPr>
        <a:xfrm>
          <a:off x="0" y="0"/>
          <a:ext cx="0" cy="0"/>
          <a:chOff x="0" y="0"/>
          <a:chExt cx="0" cy="0"/>
        </a:xfrm>
      </p:grpSpPr>
      <p:sp>
        <p:nvSpPr>
          <p:cNvPr id="1785" name="Google Shape;1785;p82"/>
          <p:cNvSpPr txBox="1">
            <a:spLocks noGrp="1"/>
          </p:cNvSpPr>
          <p:nvPr>
            <p:ph type="title"/>
          </p:nvPr>
        </p:nvSpPr>
        <p:spPr>
          <a:xfrm>
            <a:off x="284850" y="257000"/>
            <a:ext cx="75969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Trang chủ</a:t>
            </a:r>
            <a:endParaRPr/>
          </a:p>
        </p:txBody>
      </p:sp>
      <p:sp>
        <p:nvSpPr>
          <p:cNvPr id="1786" name="Google Shape;1786;p82"/>
          <p:cNvSpPr txBox="1">
            <a:spLocks noGrp="1"/>
          </p:cNvSpPr>
          <p:nvPr>
            <p:ph type="body" idx="1"/>
          </p:nvPr>
        </p:nvSpPr>
        <p:spPr>
          <a:xfrm>
            <a:off x="270000" y="1219975"/>
            <a:ext cx="7596900" cy="2765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Kết quả ví dụ</a:t>
            </a:r>
            <a:endParaRPr/>
          </a:p>
          <a:p>
            <a:pPr marL="0" lvl="0" indent="0" algn="l" rtl="0">
              <a:spcBef>
                <a:spcPts val="1200"/>
              </a:spcBef>
              <a:spcAft>
                <a:spcPts val="0"/>
              </a:spcAft>
              <a:buNone/>
            </a:pPr>
            <a:r>
              <a:rPr lang="vi"/>
              <a:t>Hình ảnh: (Chèn hình ảnh kết quả)</a:t>
            </a:r>
            <a:endParaRPr/>
          </a:p>
          <a:p>
            <a:pPr marL="0" lvl="0" indent="0" algn="l" rtl="0">
              <a:spcBef>
                <a:spcPts val="1200"/>
              </a:spcBef>
              <a:spcAft>
                <a:spcPts val="0"/>
              </a:spcAft>
              <a:buNone/>
            </a:pPr>
            <a:endParaRPr/>
          </a:p>
          <a:p>
            <a:pPr marL="0" lvl="0" indent="0" algn="l" rtl="0">
              <a:spcBef>
                <a:spcPts val="1200"/>
              </a:spcBef>
              <a:spcAft>
                <a:spcPts val="1200"/>
              </a:spcAft>
              <a:buNone/>
            </a:pPr>
            <a:r>
              <a:rPr lang="vi"/>
              <a:t>Mô tả: Hình ảnh này làm nổi bật một khía cạnh quan trọng khác của dự án.</a:t>
            </a:r>
            <a:endParaRPr/>
          </a:p>
        </p:txBody>
      </p:sp>
      <p:pic>
        <p:nvPicPr>
          <p:cNvPr id="1787" name="Google Shape;1787;p82"/>
          <p:cNvPicPr preferRelativeResize="0"/>
          <p:nvPr/>
        </p:nvPicPr>
        <p:blipFill>
          <a:blip r:embed="rId3">
            <a:alphaModFix/>
          </a:blip>
          <a:stretch>
            <a:fillRect/>
          </a:stretch>
        </p:blipFill>
        <p:spPr>
          <a:xfrm>
            <a:off x="270000" y="876300"/>
            <a:ext cx="8599950" cy="3903925"/>
          </a:xfrm>
          <a:prstGeom prst="rect">
            <a:avLst/>
          </a:prstGeom>
          <a:noFill/>
          <a:ln>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91"/>
        <p:cNvGrpSpPr/>
        <p:nvPr/>
      </p:nvGrpSpPr>
      <p:grpSpPr>
        <a:xfrm>
          <a:off x="0" y="0"/>
          <a:ext cx="0" cy="0"/>
          <a:chOff x="0" y="0"/>
          <a:chExt cx="0" cy="0"/>
        </a:xfrm>
      </p:grpSpPr>
      <p:sp>
        <p:nvSpPr>
          <p:cNvPr id="1792" name="Google Shape;1792;p83"/>
          <p:cNvSpPr txBox="1">
            <a:spLocks noGrp="1"/>
          </p:cNvSpPr>
          <p:nvPr>
            <p:ph type="title"/>
          </p:nvPr>
        </p:nvSpPr>
        <p:spPr>
          <a:xfrm>
            <a:off x="284850" y="257000"/>
            <a:ext cx="75969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Danh sách sản phẩm</a:t>
            </a:r>
            <a:endParaRPr/>
          </a:p>
        </p:txBody>
      </p:sp>
      <p:pic>
        <p:nvPicPr>
          <p:cNvPr id="1793" name="Google Shape;1793;p83"/>
          <p:cNvPicPr preferRelativeResize="0"/>
          <p:nvPr/>
        </p:nvPicPr>
        <p:blipFill>
          <a:blip r:embed="rId3">
            <a:alphaModFix/>
          </a:blip>
          <a:stretch>
            <a:fillRect/>
          </a:stretch>
        </p:blipFill>
        <p:spPr>
          <a:xfrm>
            <a:off x="718775" y="809625"/>
            <a:ext cx="7706449" cy="3903925"/>
          </a:xfrm>
          <a:prstGeom prst="rect">
            <a:avLst/>
          </a:prstGeom>
          <a:noFill/>
          <a:ln>
            <a:noFill/>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97"/>
        <p:cNvGrpSpPr/>
        <p:nvPr/>
      </p:nvGrpSpPr>
      <p:grpSpPr>
        <a:xfrm>
          <a:off x="0" y="0"/>
          <a:ext cx="0" cy="0"/>
          <a:chOff x="0" y="0"/>
          <a:chExt cx="0" cy="0"/>
        </a:xfrm>
      </p:grpSpPr>
      <p:sp>
        <p:nvSpPr>
          <p:cNvPr id="1798" name="Google Shape;1798;p84"/>
          <p:cNvSpPr txBox="1">
            <a:spLocks noGrp="1"/>
          </p:cNvSpPr>
          <p:nvPr>
            <p:ph type="title"/>
          </p:nvPr>
        </p:nvSpPr>
        <p:spPr>
          <a:xfrm>
            <a:off x="284850" y="257000"/>
            <a:ext cx="75969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Chi tiết sản phẩm</a:t>
            </a:r>
            <a:endParaRPr/>
          </a:p>
        </p:txBody>
      </p:sp>
      <p:pic>
        <p:nvPicPr>
          <p:cNvPr id="1799" name="Google Shape;1799;p84"/>
          <p:cNvPicPr preferRelativeResize="0"/>
          <p:nvPr/>
        </p:nvPicPr>
        <p:blipFill>
          <a:blip r:embed="rId3">
            <a:alphaModFix/>
          </a:blip>
          <a:stretch>
            <a:fillRect/>
          </a:stretch>
        </p:blipFill>
        <p:spPr>
          <a:xfrm>
            <a:off x="731250" y="819154"/>
            <a:ext cx="7681510" cy="3903925"/>
          </a:xfrm>
          <a:prstGeom prst="rect">
            <a:avLst/>
          </a:prstGeom>
          <a:noFill/>
          <a:ln>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03"/>
        <p:cNvGrpSpPr/>
        <p:nvPr/>
      </p:nvGrpSpPr>
      <p:grpSpPr>
        <a:xfrm>
          <a:off x="0" y="0"/>
          <a:ext cx="0" cy="0"/>
          <a:chOff x="0" y="0"/>
          <a:chExt cx="0" cy="0"/>
        </a:xfrm>
      </p:grpSpPr>
      <p:sp>
        <p:nvSpPr>
          <p:cNvPr id="1804" name="Google Shape;1804;p85"/>
          <p:cNvSpPr txBox="1">
            <a:spLocks noGrp="1"/>
          </p:cNvSpPr>
          <p:nvPr>
            <p:ph type="title"/>
          </p:nvPr>
        </p:nvSpPr>
        <p:spPr>
          <a:xfrm>
            <a:off x="284850" y="257000"/>
            <a:ext cx="75969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Đăng nhập</a:t>
            </a:r>
            <a:endParaRPr/>
          </a:p>
        </p:txBody>
      </p:sp>
      <p:sp>
        <p:nvSpPr>
          <p:cNvPr id="1805" name="Google Shape;1805;p85"/>
          <p:cNvSpPr txBox="1">
            <a:spLocks noGrp="1"/>
          </p:cNvSpPr>
          <p:nvPr>
            <p:ph type="body" idx="1"/>
          </p:nvPr>
        </p:nvSpPr>
        <p:spPr>
          <a:xfrm>
            <a:off x="270000" y="1219975"/>
            <a:ext cx="7596900" cy="2765400"/>
          </a:xfrm>
          <a:prstGeom prst="rect">
            <a:avLst/>
          </a:prstGeom>
        </p:spPr>
        <p:txBody>
          <a:bodyPr spcFirstLastPara="1" wrap="square" lIns="0" tIns="0" rIns="0" bIns="0" anchor="t" anchorCtr="0">
            <a:noAutofit/>
          </a:bodyPr>
          <a:lstStyle/>
          <a:p>
            <a:pPr marL="0" lvl="0" indent="0" algn="l" rtl="0">
              <a:spcBef>
                <a:spcPts val="0"/>
              </a:spcBef>
              <a:spcAft>
                <a:spcPts val="1200"/>
              </a:spcAft>
              <a:buNone/>
            </a:pPr>
            <a:endParaRPr/>
          </a:p>
        </p:txBody>
      </p:sp>
      <p:pic>
        <p:nvPicPr>
          <p:cNvPr id="1806" name="Google Shape;1806;p85"/>
          <p:cNvPicPr preferRelativeResize="0"/>
          <p:nvPr/>
        </p:nvPicPr>
        <p:blipFill>
          <a:blip r:embed="rId3">
            <a:alphaModFix/>
          </a:blip>
          <a:stretch>
            <a:fillRect/>
          </a:stretch>
        </p:blipFill>
        <p:spPr>
          <a:xfrm>
            <a:off x="270000" y="819150"/>
            <a:ext cx="8599950" cy="3804905"/>
          </a:xfrm>
          <a:prstGeom prst="rect">
            <a:avLst/>
          </a:prstGeom>
          <a:noFill/>
          <a:ln>
            <a:no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10"/>
        <p:cNvGrpSpPr/>
        <p:nvPr/>
      </p:nvGrpSpPr>
      <p:grpSpPr>
        <a:xfrm>
          <a:off x="0" y="0"/>
          <a:ext cx="0" cy="0"/>
          <a:chOff x="0" y="0"/>
          <a:chExt cx="0" cy="0"/>
        </a:xfrm>
      </p:grpSpPr>
      <p:sp>
        <p:nvSpPr>
          <p:cNvPr id="1811" name="Google Shape;1811;p86"/>
          <p:cNvSpPr txBox="1">
            <a:spLocks noGrp="1"/>
          </p:cNvSpPr>
          <p:nvPr>
            <p:ph type="title"/>
          </p:nvPr>
        </p:nvSpPr>
        <p:spPr>
          <a:xfrm>
            <a:off x="284850" y="257000"/>
            <a:ext cx="75969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Đăng ký</a:t>
            </a:r>
            <a:endParaRPr/>
          </a:p>
        </p:txBody>
      </p:sp>
      <p:pic>
        <p:nvPicPr>
          <p:cNvPr id="1812" name="Google Shape;1812;p86"/>
          <p:cNvPicPr preferRelativeResize="0"/>
          <p:nvPr/>
        </p:nvPicPr>
        <p:blipFill>
          <a:blip r:embed="rId3">
            <a:alphaModFix/>
          </a:blip>
          <a:stretch>
            <a:fillRect/>
          </a:stretch>
        </p:blipFill>
        <p:spPr>
          <a:xfrm>
            <a:off x="270000" y="819150"/>
            <a:ext cx="8599950" cy="3762478"/>
          </a:xfrm>
          <a:prstGeom prst="rect">
            <a:avLst/>
          </a:prstGeom>
          <a:noFill/>
          <a:ln>
            <a:noFill/>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16"/>
        <p:cNvGrpSpPr/>
        <p:nvPr/>
      </p:nvGrpSpPr>
      <p:grpSpPr>
        <a:xfrm>
          <a:off x="0" y="0"/>
          <a:ext cx="0" cy="0"/>
          <a:chOff x="0" y="0"/>
          <a:chExt cx="0" cy="0"/>
        </a:xfrm>
      </p:grpSpPr>
      <p:sp>
        <p:nvSpPr>
          <p:cNvPr id="1817" name="Google Shape;1817;p87"/>
          <p:cNvSpPr txBox="1">
            <a:spLocks noGrp="1"/>
          </p:cNvSpPr>
          <p:nvPr>
            <p:ph type="title"/>
          </p:nvPr>
        </p:nvSpPr>
        <p:spPr>
          <a:xfrm>
            <a:off x="284850" y="257000"/>
            <a:ext cx="75969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Trang chủ quản trị</a:t>
            </a:r>
            <a:endParaRPr/>
          </a:p>
        </p:txBody>
      </p:sp>
      <p:pic>
        <p:nvPicPr>
          <p:cNvPr id="1818" name="Google Shape;1818;p87"/>
          <p:cNvPicPr preferRelativeResize="0"/>
          <p:nvPr/>
        </p:nvPicPr>
        <p:blipFill>
          <a:blip r:embed="rId3">
            <a:alphaModFix/>
          </a:blip>
          <a:stretch>
            <a:fillRect/>
          </a:stretch>
        </p:blipFill>
        <p:spPr>
          <a:xfrm>
            <a:off x="570300" y="819150"/>
            <a:ext cx="8003393" cy="4054350"/>
          </a:xfrm>
          <a:prstGeom prst="rect">
            <a:avLst/>
          </a:prstGeom>
          <a:noFill/>
          <a:ln>
            <a:noFill/>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22"/>
        <p:cNvGrpSpPr/>
        <p:nvPr/>
      </p:nvGrpSpPr>
      <p:grpSpPr>
        <a:xfrm>
          <a:off x="0" y="0"/>
          <a:ext cx="0" cy="0"/>
          <a:chOff x="0" y="0"/>
          <a:chExt cx="0" cy="0"/>
        </a:xfrm>
      </p:grpSpPr>
      <p:sp>
        <p:nvSpPr>
          <p:cNvPr id="1823" name="Google Shape;1823;p88"/>
          <p:cNvSpPr txBox="1">
            <a:spLocks noGrp="1"/>
          </p:cNvSpPr>
          <p:nvPr>
            <p:ph type="title"/>
          </p:nvPr>
        </p:nvSpPr>
        <p:spPr>
          <a:xfrm>
            <a:off x="284850" y="257000"/>
            <a:ext cx="75969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Quản lý sản phẩm</a:t>
            </a:r>
            <a:endParaRPr/>
          </a:p>
        </p:txBody>
      </p:sp>
      <p:pic>
        <p:nvPicPr>
          <p:cNvPr id="1824" name="Google Shape;1824;p88"/>
          <p:cNvPicPr preferRelativeResize="0"/>
          <p:nvPr/>
        </p:nvPicPr>
        <p:blipFill>
          <a:blip r:embed="rId3">
            <a:alphaModFix/>
          </a:blip>
          <a:stretch>
            <a:fillRect/>
          </a:stretch>
        </p:blipFill>
        <p:spPr>
          <a:xfrm>
            <a:off x="570300" y="819150"/>
            <a:ext cx="8003393" cy="4054350"/>
          </a:xfrm>
          <a:prstGeom prst="rect">
            <a:avLst/>
          </a:prstGeom>
          <a:noFill/>
          <a:ln>
            <a:noFill/>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28"/>
        <p:cNvGrpSpPr/>
        <p:nvPr/>
      </p:nvGrpSpPr>
      <p:grpSpPr>
        <a:xfrm>
          <a:off x="0" y="0"/>
          <a:ext cx="0" cy="0"/>
          <a:chOff x="0" y="0"/>
          <a:chExt cx="0" cy="0"/>
        </a:xfrm>
      </p:grpSpPr>
      <p:sp>
        <p:nvSpPr>
          <p:cNvPr id="1829" name="Google Shape;1829;p89"/>
          <p:cNvSpPr txBox="1">
            <a:spLocks noGrp="1"/>
          </p:cNvSpPr>
          <p:nvPr>
            <p:ph type="title"/>
          </p:nvPr>
        </p:nvSpPr>
        <p:spPr>
          <a:xfrm>
            <a:off x="483300" y="346150"/>
            <a:ext cx="8177400" cy="556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Kết luận và hướng phát triển</a:t>
            </a:r>
            <a:endParaRPr/>
          </a:p>
          <a:p>
            <a:pPr marL="0" lvl="0" indent="0" algn="l" rtl="0">
              <a:spcBef>
                <a:spcPts val="0"/>
              </a:spcBef>
              <a:spcAft>
                <a:spcPts val="0"/>
              </a:spcAft>
              <a:buNone/>
            </a:pPr>
            <a:endParaRPr/>
          </a:p>
        </p:txBody>
      </p:sp>
      <p:sp>
        <p:nvSpPr>
          <p:cNvPr id="1830" name="Google Shape;1830;p89"/>
          <p:cNvSpPr txBox="1">
            <a:spLocks noGrp="1"/>
          </p:cNvSpPr>
          <p:nvPr>
            <p:ph type="subTitle" idx="1"/>
          </p:nvPr>
        </p:nvSpPr>
        <p:spPr>
          <a:xfrm>
            <a:off x="774525" y="1252525"/>
            <a:ext cx="2247600" cy="291600"/>
          </a:xfrm>
          <a:prstGeom prst="rect">
            <a:avLst/>
          </a:prstGeom>
        </p:spPr>
        <p:txBody>
          <a:bodyPr spcFirstLastPara="1" wrap="square" lIns="0" tIns="0" rIns="0" bIns="0" anchor="t" anchorCtr="0">
            <a:noAutofit/>
          </a:bodyPr>
          <a:lstStyle/>
          <a:p>
            <a:pPr marL="0" lvl="0" indent="0" algn="l" rtl="0">
              <a:spcBef>
                <a:spcPts val="0"/>
              </a:spcBef>
              <a:spcAft>
                <a:spcPts val="1200"/>
              </a:spcAft>
              <a:buNone/>
            </a:pPr>
            <a:r>
              <a:rPr lang="vi"/>
              <a:t>Kết quả đạt được</a:t>
            </a:r>
            <a:endParaRPr/>
          </a:p>
        </p:txBody>
      </p:sp>
      <p:sp>
        <p:nvSpPr>
          <p:cNvPr id="1831" name="Google Shape;1831;p89"/>
          <p:cNvSpPr txBox="1">
            <a:spLocks noGrp="1"/>
          </p:cNvSpPr>
          <p:nvPr>
            <p:ph type="body" idx="2"/>
          </p:nvPr>
        </p:nvSpPr>
        <p:spPr>
          <a:xfrm>
            <a:off x="774525" y="1805525"/>
            <a:ext cx="2359200" cy="2658600"/>
          </a:xfrm>
          <a:prstGeom prst="rect">
            <a:avLst/>
          </a:prstGeom>
        </p:spPr>
        <p:txBody>
          <a:bodyPr spcFirstLastPara="1" wrap="square" lIns="0" tIns="0" rIns="0" bIns="0" anchor="t" anchorCtr="0">
            <a:noAutofit/>
          </a:bodyPr>
          <a:lstStyle/>
          <a:p>
            <a:pPr marL="457200" lvl="0" indent="-298450" algn="l" rtl="0">
              <a:lnSpc>
                <a:spcPct val="150000"/>
              </a:lnSpc>
              <a:spcBef>
                <a:spcPts val="0"/>
              </a:spcBef>
              <a:spcAft>
                <a:spcPts val="0"/>
              </a:spcAft>
              <a:buSzPts val="1100"/>
              <a:buFont typeface="Hepta Slab"/>
              <a:buChar char="❖"/>
            </a:pPr>
            <a:r>
              <a:rPr lang="vi">
                <a:latin typeface="Hepta Slab"/>
                <a:ea typeface="Hepta Slab"/>
                <a:cs typeface="Hepta Slab"/>
                <a:sym typeface="Hepta Slab"/>
              </a:rPr>
              <a:t>Hoàn thành website bán sách online với các chức năng cơ bản.</a:t>
            </a:r>
            <a:endParaRPr>
              <a:latin typeface="Hepta Slab"/>
              <a:ea typeface="Hepta Slab"/>
              <a:cs typeface="Hepta Slab"/>
              <a:sym typeface="Hepta Slab"/>
            </a:endParaRPr>
          </a:p>
          <a:p>
            <a:pPr marL="457200" lvl="0" indent="-298450" algn="l" rtl="0">
              <a:lnSpc>
                <a:spcPct val="150000"/>
              </a:lnSpc>
              <a:spcBef>
                <a:spcPts val="0"/>
              </a:spcBef>
              <a:spcAft>
                <a:spcPts val="0"/>
              </a:spcAft>
              <a:buSzPts val="1100"/>
              <a:buFont typeface="Hepta Slab"/>
              <a:buChar char="❖"/>
            </a:pPr>
            <a:r>
              <a:rPr lang="vi">
                <a:latin typeface="Hepta Slab"/>
                <a:ea typeface="Hepta Slab"/>
                <a:cs typeface="Hepta Slab"/>
                <a:sym typeface="Hepta Slab"/>
              </a:rPr>
              <a:t>Ứng dụng thành công mô hình MVC trong ASP.NET.</a:t>
            </a:r>
            <a:endParaRPr>
              <a:latin typeface="Hepta Slab"/>
              <a:ea typeface="Hepta Slab"/>
              <a:cs typeface="Hepta Slab"/>
              <a:sym typeface="Hepta Slab"/>
            </a:endParaRPr>
          </a:p>
          <a:p>
            <a:pPr marL="457200" lvl="0" indent="-298450" algn="l" rtl="0">
              <a:lnSpc>
                <a:spcPct val="150000"/>
              </a:lnSpc>
              <a:spcBef>
                <a:spcPts val="0"/>
              </a:spcBef>
              <a:spcAft>
                <a:spcPts val="0"/>
              </a:spcAft>
              <a:buSzPts val="1100"/>
              <a:buFont typeface="Hepta Slab"/>
              <a:buChar char="❖"/>
            </a:pPr>
            <a:r>
              <a:rPr lang="vi">
                <a:latin typeface="Hepta Slab"/>
                <a:ea typeface="Hepta Slab"/>
                <a:cs typeface="Hepta Slab"/>
                <a:sym typeface="Hepta Slab"/>
              </a:rPr>
              <a:t>Thiết kế và xây dựng CSDL hiệu quả bằng SQL Server.</a:t>
            </a:r>
            <a:endParaRPr>
              <a:latin typeface="Hepta Slab"/>
              <a:ea typeface="Hepta Slab"/>
              <a:cs typeface="Hepta Slab"/>
              <a:sym typeface="Hepta Slab"/>
            </a:endParaRPr>
          </a:p>
          <a:p>
            <a:pPr marL="457200" lvl="0" indent="-298450" algn="l" rtl="0">
              <a:lnSpc>
                <a:spcPct val="150000"/>
              </a:lnSpc>
              <a:spcBef>
                <a:spcPts val="0"/>
              </a:spcBef>
              <a:spcAft>
                <a:spcPts val="0"/>
              </a:spcAft>
              <a:buSzPts val="1100"/>
              <a:buFont typeface="Hepta Slab"/>
              <a:buChar char="❖"/>
            </a:pPr>
            <a:r>
              <a:rPr lang="vi">
                <a:latin typeface="Hepta Slab"/>
                <a:ea typeface="Hepta Slab"/>
                <a:cs typeface="Hepta Slab"/>
                <a:sym typeface="Hepta Slab"/>
              </a:rPr>
              <a:t>Triển khai và kiểm thử trên localhost.</a:t>
            </a:r>
            <a:endParaRPr>
              <a:latin typeface="Hepta Slab"/>
              <a:ea typeface="Hepta Slab"/>
              <a:cs typeface="Hepta Slab"/>
              <a:sym typeface="Hepta Slab"/>
            </a:endParaRPr>
          </a:p>
          <a:p>
            <a:pPr marL="457200" lvl="0" indent="-298450" algn="l" rtl="0">
              <a:lnSpc>
                <a:spcPct val="150000"/>
              </a:lnSpc>
              <a:spcBef>
                <a:spcPts val="0"/>
              </a:spcBef>
              <a:spcAft>
                <a:spcPts val="0"/>
              </a:spcAft>
              <a:buSzPts val="1100"/>
              <a:buFont typeface="Hepta Slab"/>
              <a:buChar char="❖"/>
            </a:pPr>
            <a:r>
              <a:rPr lang="vi">
                <a:latin typeface="Hepta Slab"/>
                <a:ea typeface="Hepta Slab"/>
                <a:cs typeface="Hepta Slab"/>
                <a:sym typeface="Hepta Slab"/>
              </a:rPr>
              <a:t>Rèn luyện kỹ năng mềm và tư duy lập trình.</a:t>
            </a:r>
            <a:endParaRPr>
              <a:latin typeface="Hepta Slab"/>
              <a:ea typeface="Hepta Slab"/>
              <a:cs typeface="Hepta Slab"/>
              <a:sym typeface="Hepta Slab"/>
            </a:endParaRPr>
          </a:p>
        </p:txBody>
      </p:sp>
      <p:sp>
        <p:nvSpPr>
          <p:cNvPr id="1832" name="Google Shape;1832;p89"/>
          <p:cNvSpPr txBox="1">
            <a:spLocks noGrp="1"/>
          </p:cNvSpPr>
          <p:nvPr>
            <p:ph type="subTitle" idx="3"/>
          </p:nvPr>
        </p:nvSpPr>
        <p:spPr>
          <a:xfrm>
            <a:off x="6469600" y="1302225"/>
            <a:ext cx="2247600" cy="291600"/>
          </a:xfrm>
          <a:prstGeom prst="rect">
            <a:avLst/>
          </a:prstGeom>
        </p:spPr>
        <p:txBody>
          <a:bodyPr spcFirstLastPara="1" wrap="square" lIns="0" tIns="0" rIns="0" bIns="0" anchor="t" anchorCtr="0">
            <a:noAutofit/>
          </a:bodyPr>
          <a:lstStyle/>
          <a:p>
            <a:pPr marL="0" lvl="0" indent="0" algn="l" rtl="0">
              <a:spcBef>
                <a:spcPts val="0"/>
              </a:spcBef>
              <a:spcAft>
                <a:spcPts val="1200"/>
              </a:spcAft>
              <a:buNone/>
            </a:pPr>
            <a:r>
              <a:rPr lang="vi"/>
              <a:t>Hướng phát triển</a:t>
            </a:r>
            <a:endParaRPr/>
          </a:p>
        </p:txBody>
      </p:sp>
      <p:sp>
        <p:nvSpPr>
          <p:cNvPr id="1833" name="Google Shape;1833;p89"/>
          <p:cNvSpPr txBox="1">
            <a:spLocks noGrp="1"/>
          </p:cNvSpPr>
          <p:nvPr>
            <p:ph type="body" idx="4"/>
          </p:nvPr>
        </p:nvSpPr>
        <p:spPr>
          <a:xfrm>
            <a:off x="6469600" y="1855225"/>
            <a:ext cx="2359200" cy="2658600"/>
          </a:xfrm>
          <a:prstGeom prst="rect">
            <a:avLst/>
          </a:prstGeom>
        </p:spPr>
        <p:txBody>
          <a:bodyPr spcFirstLastPara="1" wrap="square" lIns="0" tIns="0" rIns="0" bIns="0" anchor="t" anchorCtr="0">
            <a:noAutofit/>
          </a:bodyPr>
          <a:lstStyle/>
          <a:p>
            <a:pPr marL="457200" lvl="0" indent="-298450" algn="l" rtl="0">
              <a:lnSpc>
                <a:spcPct val="150000"/>
              </a:lnSpc>
              <a:spcBef>
                <a:spcPts val="0"/>
              </a:spcBef>
              <a:spcAft>
                <a:spcPts val="0"/>
              </a:spcAft>
              <a:buSzPts val="1100"/>
              <a:buFont typeface="Hepta Slab"/>
              <a:buChar char="➢"/>
            </a:pPr>
            <a:r>
              <a:rPr lang="vi">
                <a:latin typeface="Hepta Slab"/>
                <a:ea typeface="Hepta Slab"/>
                <a:cs typeface="Hepta Slab"/>
                <a:sym typeface="Hepta Slab"/>
              </a:rPr>
              <a:t>Triển khai trên môi trường online (hosting/cloud).</a:t>
            </a:r>
            <a:endParaRPr>
              <a:latin typeface="Hepta Slab"/>
              <a:ea typeface="Hepta Slab"/>
              <a:cs typeface="Hepta Slab"/>
              <a:sym typeface="Hepta Slab"/>
            </a:endParaRPr>
          </a:p>
          <a:p>
            <a:pPr marL="457200" lvl="0" indent="-298450" algn="l" rtl="0">
              <a:lnSpc>
                <a:spcPct val="150000"/>
              </a:lnSpc>
              <a:spcBef>
                <a:spcPts val="0"/>
              </a:spcBef>
              <a:spcAft>
                <a:spcPts val="0"/>
              </a:spcAft>
              <a:buSzPts val="1100"/>
              <a:buFont typeface="Hepta Slab"/>
              <a:buChar char="➢"/>
            </a:pPr>
            <a:r>
              <a:rPr lang="vi">
                <a:latin typeface="Hepta Slab"/>
                <a:ea typeface="Hepta Slab"/>
                <a:cs typeface="Hepta Slab"/>
                <a:sym typeface="Hepta Slab"/>
              </a:rPr>
              <a:t>Tích hợp cổng thanh toán điện tử.</a:t>
            </a:r>
            <a:endParaRPr>
              <a:latin typeface="Hepta Slab"/>
              <a:ea typeface="Hepta Slab"/>
              <a:cs typeface="Hepta Slab"/>
              <a:sym typeface="Hepta Slab"/>
            </a:endParaRPr>
          </a:p>
          <a:p>
            <a:pPr marL="457200" lvl="0" indent="-298450" algn="l" rtl="0">
              <a:lnSpc>
                <a:spcPct val="150000"/>
              </a:lnSpc>
              <a:spcBef>
                <a:spcPts val="0"/>
              </a:spcBef>
              <a:spcAft>
                <a:spcPts val="0"/>
              </a:spcAft>
              <a:buSzPts val="1100"/>
              <a:buFont typeface="Hepta Slab"/>
              <a:buChar char="➢"/>
            </a:pPr>
            <a:r>
              <a:rPr lang="vi">
                <a:latin typeface="Hepta Slab"/>
                <a:ea typeface="Hepta Slab"/>
                <a:cs typeface="Hepta Slab"/>
                <a:sym typeface="Hepta Slab"/>
              </a:rPr>
              <a:t>Nâng cấp giao diện responsive.</a:t>
            </a:r>
            <a:endParaRPr>
              <a:latin typeface="Hepta Slab"/>
              <a:ea typeface="Hepta Slab"/>
              <a:cs typeface="Hepta Slab"/>
              <a:sym typeface="Hepta Slab"/>
            </a:endParaRPr>
          </a:p>
          <a:p>
            <a:pPr marL="457200" lvl="0" indent="-298450" algn="l" rtl="0">
              <a:lnSpc>
                <a:spcPct val="150000"/>
              </a:lnSpc>
              <a:spcBef>
                <a:spcPts val="0"/>
              </a:spcBef>
              <a:spcAft>
                <a:spcPts val="0"/>
              </a:spcAft>
              <a:buSzPts val="1100"/>
              <a:buFont typeface="Hepta Slab"/>
              <a:buChar char="➢"/>
            </a:pPr>
            <a:r>
              <a:rPr lang="vi">
                <a:latin typeface="Hepta Slab"/>
                <a:ea typeface="Hepta Slab"/>
                <a:cs typeface="Hepta Slab"/>
                <a:sym typeface="Hepta Slab"/>
              </a:rPr>
              <a:t>Có thể sử dụng các công nghệ frontend hiện đại hơn.</a:t>
            </a:r>
            <a:endParaRPr>
              <a:latin typeface="Hepta Slab"/>
              <a:ea typeface="Hepta Slab"/>
              <a:cs typeface="Hepta Slab"/>
              <a:sym typeface="Hepta Slab"/>
            </a:endParaRPr>
          </a:p>
        </p:txBody>
      </p:sp>
      <p:sp>
        <p:nvSpPr>
          <p:cNvPr id="1834" name="Google Shape;1834;p89"/>
          <p:cNvSpPr txBox="1">
            <a:spLocks noGrp="1"/>
          </p:cNvSpPr>
          <p:nvPr>
            <p:ph type="subTitle" idx="5"/>
          </p:nvPr>
        </p:nvSpPr>
        <p:spPr>
          <a:xfrm>
            <a:off x="3622063" y="1252525"/>
            <a:ext cx="2247600" cy="291600"/>
          </a:xfrm>
          <a:prstGeom prst="rect">
            <a:avLst/>
          </a:prstGeom>
        </p:spPr>
        <p:txBody>
          <a:bodyPr spcFirstLastPara="1" wrap="square" lIns="0" tIns="0" rIns="0" bIns="0" anchor="t" anchorCtr="0">
            <a:noAutofit/>
          </a:bodyPr>
          <a:lstStyle/>
          <a:p>
            <a:pPr marL="0" lvl="0" indent="0" algn="l" rtl="0">
              <a:spcBef>
                <a:spcPts val="0"/>
              </a:spcBef>
              <a:spcAft>
                <a:spcPts val="1200"/>
              </a:spcAft>
              <a:buNone/>
            </a:pPr>
            <a:r>
              <a:rPr lang="vi"/>
              <a:t>Hạn chế của đề tài</a:t>
            </a:r>
            <a:endParaRPr/>
          </a:p>
        </p:txBody>
      </p:sp>
      <p:sp>
        <p:nvSpPr>
          <p:cNvPr id="1835" name="Google Shape;1835;p89"/>
          <p:cNvSpPr txBox="1">
            <a:spLocks noGrp="1"/>
          </p:cNvSpPr>
          <p:nvPr>
            <p:ph type="body" idx="6"/>
          </p:nvPr>
        </p:nvSpPr>
        <p:spPr>
          <a:xfrm>
            <a:off x="3622075" y="1805525"/>
            <a:ext cx="2359200" cy="2658600"/>
          </a:xfrm>
          <a:prstGeom prst="rect">
            <a:avLst/>
          </a:prstGeom>
        </p:spPr>
        <p:txBody>
          <a:bodyPr spcFirstLastPara="1" wrap="square" lIns="0" tIns="0" rIns="0" bIns="0" anchor="t" anchorCtr="0">
            <a:noAutofit/>
          </a:bodyPr>
          <a:lstStyle/>
          <a:p>
            <a:pPr marL="457200" lvl="0" indent="-298450" algn="l" rtl="0">
              <a:lnSpc>
                <a:spcPct val="150000"/>
              </a:lnSpc>
              <a:spcBef>
                <a:spcPts val="0"/>
              </a:spcBef>
              <a:spcAft>
                <a:spcPts val="0"/>
              </a:spcAft>
              <a:buSzPts val="1100"/>
              <a:buFont typeface="Hepta Slab"/>
              <a:buChar char="❏"/>
            </a:pPr>
            <a:r>
              <a:rPr lang="vi">
                <a:latin typeface="Hepta Slab"/>
                <a:ea typeface="Hepta Slab"/>
                <a:cs typeface="Hepta Slab"/>
                <a:sym typeface="Hepta Slab"/>
              </a:rPr>
              <a:t>Chưa tích hợp thanh toán trực tuyến thực tế.</a:t>
            </a:r>
            <a:endParaRPr>
              <a:latin typeface="Hepta Slab"/>
              <a:ea typeface="Hepta Slab"/>
              <a:cs typeface="Hepta Slab"/>
              <a:sym typeface="Hepta Slab"/>
            </a:endParaRPr>
          </a:p>
          <a:p>
            <a:pPr marL="457200" lvl="0" indent="-298450" algn="l" rtl="0">
              <a:lnSpc>
                <a:spcPct val="150000"/>
              </a:lnSpc>
              <a:spcBef>
                <a:spcPts val="0"/>
              </a:spcBef>
              <a:spcAft>
                <a:spcPts val="0"/>
              </a:spcAft>
              <a:buSzPts val="1100"/>
              <a:buFont typeface="Hepta Slab"/>
              <a:buChar char="❏"/>
            </a:pPr>
            <a:r>
              <a:rPr lang="vi">
                <a:latin typeface="Hepta Slab"/>
                <a:ea typeface="Hepta Slab"/>
                <a:cs typeface="Hepta Slab"/>
                <a:sym typeface="Hepta Slab"/>
              </a:rPr>
              <a:t>Thiếu các chức năng nâng cao (thống kê chi tiết, lọc sản phẩm đa tiêu chí, đánh giá...).</a:t>
            </a:r>
            <a:endParaRPr>
              <a:latin typeface="Hepta Slab"/>
              <a:ea typeface="Hepta Slab"/>
              <a:cs typeface="Hepta Slab"/>
              <a:sym typeface="Hepta Slab"/>
            </a:endParaRPr>
          </a:p>
          <a:p>
            <a:pPr marL="457200" lvl="0" indent="-298450" algn="l" rtl="0">
              <a:lnSpc>
                <a:spcPct val="150000"/>
              </a:lnSpc>
              <a:spcBef>
                <a:spcPts val="0"/>
              </a:spcBef>
              <a:spcAft>
                <a:spcPts val="0"/>
              </a:spcAft>
              <a:buSzPts val="1100"/>
              <a:buFont typeface="Hepta Slab"/>
              <a:buChar char="❏"/>
            </a:pPr>
            <a:r>
              <a:rPr lang="vi">
                <a:latin typeface="Hepta Slab"/>
                <a:ea typeface="Hepta Slab"/>
                <a:cs typeface="Hepta Slab"/>
                <a:sym typeface="Hepta Slab"/>
              </a:rPr>
              <a:t>Chưa triển khai trên môi trường online (chỉ localhost).</a:t>
            </a:r>
            <a:endParaRPr>
              <a:latin typeface="Hepta Slab"/>
              <a:ea typeface="Hepta Slab"/>
              <a:cs typeface="Hepta Slab"/>
              <a:sym typeface="Hepta Slab"/>
            </a:endParaRPr>
          </a:p>
          <a:p>
            <a:pPr marL="457200" lvl="0" indent="-298450" algn="l" rtl="0">
              <a:lnSpc>
                <a:spcPct val="150000"/>
              </a:lnSpc>
              <a:spcBef>
                <a:spcPts val="0"/>
              </a:spcBef>
              <a:spcAft>
                <a:spcPts val="0"/>
              </a:spcAft>
              <a:buSzPts val="1100"/>
              <a:buFont typeface="Hepta Slab"/>
              <a:buChar char="❏"/>
            </a:pPr>
            <a:r>
              <a:rPr lang="vi">
                <a:latin typeface="Hepta Slab"/>
                <a:ea typeface="Hepta Slab"/>
                <a:cs typeface="Hepta Slab"/>
                <a:sym typeface="Hepta Slab"/>
              </a:rPr>
              <a:t>Giao diện chưa tối ưu đa nền tảng (responsive).</a:t>
            </a:r>
            <a:endParaRPr>
              <a:latin typeface="Hepta Slab"/>
              <a:ea typeface="Hepta Slab"/>
              <a:cs typeface="Hepta Slab"/>
              <a:sym typeface="Hepta Slab"/>
            </a:endParaRPr>
          </a:p>
        </p:txBody>
      </p:sp>
      <p:pic>
        <p:nvPicPr>
          <p:cNvPr id="1836" name="Google Shape;1836;p89"/>
          <p:cNvPicPr preferRelativeResize="0"/>
          <p:nvPr/>
        </p:nvPicPr>
        <p:blipFill>
          <a:blip r:embed="rId3">
            <a:alphaModFix/>
          </a:blip>
          <a:stretch>
            <a:fillRect/>
          </a:stretch>
        </p:blipFill>
        <p:spPr>
          <a:xfrm>
            <a:off x="438475" y="4036200"/>
            <a:ext cx="171450" cy="1066800"/>
          </a:xfrm>
          <a:prstGeom prst="rect">
            <a:avLst/>
          </a:prstGeom>
          <a:noFill/>
          <a:ln>
            <a:noFill/>
          </a:ln>
        </p:spPr>
      </p:pic>
      <p:pic>
        <p:nvPicPr>
          <p:cNvPr id="1837" name="Google Shape;1837;p89"/>
          <p:cNvPicPr preferRelativeResize="0"/>
          <p:nvPr/>
        </p:nvPicPr>
        <p:blipFill>
          <a:blip r:embed="rId3">
            <a:alphaModFix/>
          </a:blip>
          <a:stretch>
            <a:fillRect/>
          </a:stretch>
        </p:blipFill>
        <p:spPr>
          <a:xfrm>
            <a:off x="3285300" y="4027125"/>
            <a:ext cx="171450" cy="1066800"/>
          </a:xfrm>
          <a:prstGeom prst="rect">
            <a:avLst/>
          </a:prstGeom>
          <a:noFill/>
          <a:ln>
            <a:noFill/>
          </a:ln>
        </p:spPr>
      </p:pic>
      <p:pic>
        <p:nvPicPr>
          <p:cNvPr id="1838" name="Google Shape;1838;p89"/>
          <p:cNvPicPr preferRelativeResize="0"/>
          <p:nvPr/>
        </p:nvPicPr>
        <p:blipFill>
          <a:blip r:embed="rId3">
            <a:alphaModFix/>
          </a:blip>
          <a:stretch>
            <a:fillRect/>
          </a:stretch>
        </p:blipFill>
        <p:spPr>
          <a:xfrm>
            <a:off x="6132125" y="4036200"/>
            <a:ext cx="171450" cy="1066800"/>
          </a:xfrm>
          <a:prstGeom prst="rect">
            <a:avLst/>
          </a:prstGeom>
          <a:noFill/>
          <a:ln>
            <a:noFill/>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Shape 1842"/>
        <p:cNvGrpSpPr/>
        <p:nvPr/>
      </p:nvGrpSpPr>
      <p:grpSpPr>
        <a:xfrm>
          <a:off x="0" y="0"/>
          <a:ext cx="0" cy="0"/>
          <a:chOff x="0" y="0"/>
          <a:chExt cx="0" cy="0"/>
        </a:xfrm>
      </p:grpSpPr>
      <p:sp>
        <p:nvSpPr>
          <p:cNvPr id="1843" name="Google Shape;1843;p90"/>
          <p:cNvSpPr txBox="1">
            <a:spLocks noGrp="1"/>
          </p:cNvSpPr>
          <p:nvPr>
            <p:ph type="title"/>
          </p:nvPr>
        </p:nvSpPr>
        <p:spPr>
          <a:xfrm>
            <a:off x="4664825" y="699100"/>
            <a:ext cx="41676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Kết thúc</a:t>
            </a:r>
            <a:endParaRPr/>
          </a:p>
        </p:txBody>
      </p:sp>
      <p:pic>
        <p:nvPicPr>
          <p:cNvPr id="1844" name="Google Shape;1844;p90"/>
          <p:cNvPicPr preferRelativeResize="0">
            <a:picLocks noGrp="1"/>
          </p:cNvPicPr>
          <p:nvPr>
            <p:ph type="pic" idx="2"/>
          </p:nvPr>
        </p:nvPicPr>
        <p:blipFill>
          <a:blip r:embed="rId3">
            <a:alphaModFix/>
          </a:blip>
          <a:stretch>
            <a:fillRect/>
          </a:stretch>
        </p:blipFill>
        <p:spPr>
          <a:xfrm>
            <a:off x="281825" y="1589313"/>
            <a:ext cx="3476400" cy="1955400"/>
          </a:xfrm>
          <a:prstGeom prst="snip1Rect">
            <a:avLst>
              <a:gd name="adj" fmla="val 16667"/>
            </a:avLst>
          </a:prstGeom>
        </p:spPr>
      </p:pic>
      <p:sp>
        <p:nvSpPr>
          <p:cNvPr id="1845" name="Google Shape;1845;p90"/>
          <p:cNvSpPr txBox="1">
            <a:spLocks noGrp="1"/>
          </p:cNvSpPr>
          <p:nvPr>
            <p:ph type="body" idx="1"/>
          </p:nvPr>
        </p:nvSpPr>
        <p:spPr>
          <a:xfrm>
            <a:off x="4734825" y="1458800"/>
            <a:ext cx="4097700" cy="2588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Tóm tắt các phát hiện:</a:t>
            </a:r>
            <a:endParaRPr/>
          </a:p>
          <a:p>
            <a:pPr marL="457200" lvl="0" indent="-298450" algn="l" rtl="0">
              <a:spcBef>
                <a:spcPts val="1200"/>
              </a:spcBef>
              <a:spcAft>
                <a:spcPts val="0"/>
              </a:spcAft>
              <a:buSzPts val="1100"/>
              <a:buChar char="●"/>
            </a:pPr>
            <a:r>
              <a:rPr lang="vi"/>
              <a:t>Hoàn thành dự án: Xây dựng thành công website bán sách trực tuyến với các chức năng cơ bản.</a:t>
            </a:r>
            <a:endParaRPr/>
          </a:p>
          <a:p>
            <a:pPr marL="457200" lvl="0" indent="-298450" algn="l" rtl="0">
              <a:spcBef>
                <a:spcPts val="0"/>
              </a:spcBef>
              <a:spcAft>
                <a:spcPts val="0"/>
              </a:spcAft>
              <a:buSzPts val="1100"/>
              <a:buChar char="●"/>
            </a:pPr>
            <a:r>
              <a:rPr lang="vi"/>
              <a:t>Ứng dụng kiến thức: Ứng dụng công nghệ ASP.NET và mô hình MVC hiệu quả.</a:t>
            </a:r>
            <a:endParaRPr/>
          </a:p>
          <a:p>
            <a:pPr marL="457200" lvl="0" indent="-298450" algn="l" rtl="0">
              <a:spcBef>
                <a:spcPts val="0"/>
              </a:spcBef>
              <a:spcAft>
                <a:spcPts val="0"/>
              </a:spcAft>
              <a:buSzPts val="1100"/>
              <a:buChar char="●"/>
            </a:pPr>
            <a:r>
              <a:rPr lang="vi"/>
              <a:t>Thiết kế cơ sở dữ liệu: Thiết kế và xây dựng cơ sở dữ liệu chức năng bằng SQL Server.</a:t>
            </a:r>
            <a:endParaRPr/>
          </a:p>
          <a:p>
            <a:pPr marL="457200" lvl="0" indent="-298450" algn="l" rtl="0">
              <a:spcBef>
                <a:spcPts val="0"/>
              </a:spcBef>
              <a:spcAft>
                <a:spcPts val="0"/>
              </a:spcAft>
              <a:buSzPts val="1100"/>
              <a:buChar char="●"/>
            </a:pPr>
            <a:r>
              <a:rPr lang="vi"/>
              <a:t>Triển khai: Triển khai và thử nghiệm thành công hệ thống trong môi trường cục bộ.</a:t>
            </a:r>
            <a:endParaRPr/>
          </a:p>
          <a:p>
            <a:pPr marL="457200" lvl="0" indent="-298450" algn="l" rtl="0">
              <a:spcBef>
                <a:spcPts val="0"/>
              </a:spcBef>
              <a:spcAft>
                <a:spcPts val="0"/>
              </a:spcAft>
              <a:buSzPts val="1100"/>
              <a:buChar char="●"/>
            </a:pPr>
            <a:r>
              <a:rPr lang="vi"/>
              <a:t>Hạn chế:</a:t>
            </a:r>
            <a:endParaRPr/>
          </a:p>
          <a:p>
            <a:pPr marL="457200" lvl="0" indent="-298450" algn="l" rtl="0">
              <a:spcBef>
                <a:spcPts val="0"/>
              </a:spcBef>
              <a:spcAft>
                <a:spcPts val="0"/>
              </a:spcAft>
              <a:buSzPts val="1100"/>
              <a:buChar char="●"/>
            </a:pPr>
            <a:r>
              <a:rPr lang="vi"/>
              <a:t>Tích hợp: Thanh toán trực tuyến không được tích hợp.</a:t>
            </a:r>
            <a:endParaRPr/>
          </a:p>
          <a:p>
            <a:pPr marL="457200" lvl="0" indent="-298450" algn="l" rtl="0">
              <a:spcBef>
                <a:spcPts val="0"/>
              </a:spcBef>
              <a:spcAft>
                <a:spcPts val="0"/>
              </a:spcAft>
              <a:buSzPts val="1100"/>
              <a:buChar char="●"/>
            </a:pPr>
            <a:r>
              <a:rPr lang="vi"/>
              <a:t>Chức năng: Thiếu các tính năng nâng cao và chỉ hoạt động trong môi trường cục bộ.</a:t>
            </a:r>
            <a:endParaRPr/>
          </a:p>
          <a:p>
            <a:pPr marL="457200" lvl="0" indent="-298450" algn="l" rtl="0">
              <a:spcBef>
                <a:spcPts val="0"/>
              </a:spcBef>
              <a:spcAft>
                <a:spcPts val="0"/>
              </a:spcAft>
              <a:buSzPts val="1100"/>
              <a:buChar char="●"/>
            </a:pPr>
            <a:r>
              <a:rPr lang="vi"/>
              <a:t>Hướng phát triển:</a:t>
            </a:r>
            <a:endParaRPr/>
          </a:p>
          <a:p>
            <a:pPr marL="457200" lvl="0" indent="-298450" algn="l" rtl="0">
              <a:spcBef>
                <a:spcPts val="0"/>
              </a:spcBef>
              <a:spcAft>
                <a:spcPts val="0"/>
              </a:spcAft>
              <a:buSzPts val="1100"/>
              <a:buChar char="●"/>
            </a:pPr>
            <a:r>
              <a:rPr lang="vi"/>
              <a:t>Kế hoạch trong tương lai: Triển khai vào môi trường trực tuyến, tích hợp cổng thanh toán, nâng cao giao diện và thêm các chức năng nâng cao.</a:t>
            </a:r>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49"/>
        <p:cNvGrpSpPr/>
        <p:nvPr/>
      </p:nvGrpSpPr>
      <p:grpSpPr>
        <a:xfrm>
          <a:off x="0" y="0"/>
          <a:ext cx="0" cy="0"/>
          <a:chOff x="0" y="0"/>
          <a:chExt cx="0" cy="0"/>
        </a:xfrm>
      </p:grpSpPr>
      <p:sp>
        <p:nvSpPr>
          <p:cNvPr id="1850" name="Google Shape;1850;p91"/>
          <p:cNvSpPr txBox="1">
            <a:spLocks noGrp="1"/>
          </p:cNvSpPr>
          <p:nvPr>
            <p:ph type="title"/>
          </p:nvPr>
        </p:nvSpPr>
        <p:spPr>
          <a:xfrm>
            <a:off x="603975" y="2342700"/>
            <a:ext cx="3739200" cy="4581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vi" sz="4000"/>
              <a:t>Demo</a:t>
            </a:r>
            <a:endParaRPr sz="4000"/>
          </a:p>
        </p:txBody>
      </p:sp>
      <p:pic>
        <p:nvPicPr>
          <p:cNvPr id="1851" name="Google Shape;1851;p91"/>
          <p:cNvPicPr preferRelativeResize="0">
            <a:picLocks noGrp="1"/>
          </p:cNvPicPr>
          <p:nvPr>
            <p:ph type="pic" idx="2"/>
          </p:nvPr>
        </p:nvPicPr>
        <p:blipFill rotWithShape="1">
          <a:blip r:embed="rId3">
            <a:alphaModFix/>
          </a:blip>
          <a:srcRect t="12121" b="12121"/>
          <a:stretch/>
        </p:blipFill>
        <p:spPr>
          <a:xfrm>
            <a:off x="4664825" y="975600"/>
            <a:ext cx="4213800" cy="3192300"/>
          </a:xfrm>
          <a:prstGeom prst="snip1Rect">
            <a:avLst>
              <a:gd name="adj" fmla="val 16667"/>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1855"/>
        <p:cNvGrpSpPr/>
        <p:nvPr/>
      </p:nvGrpSpPr>
      <p:grpSpPr>
        <a:xfrm>
          <a:off x="0" y="0"/>
          <a:ext cx="0" cy="0"/>
          <a:chOff x="0" y="0"/>
          <a:chExt cx="0" cy="0"/>
        </a:xfrm>
      </p:grpSpPr>
      <p:sp>
        <p:nvSpPr>
          <p:cNvPr id="1856" name="Google Shape;1856;p92"/>
          <p:cNvSpPr txBox="1">
            <a:spLocks noGrp="1"/>
          </p:cNvSpPr>
          <p:nvPr>
            <p:ph type="title"/>
          </p:nvPr>
        </p:nvSpPr>
        <p:spPr>
          <a:xfrm>
            <a:off x="284850" y="561800"/>
            <a:ext cx="7596900" cy="458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Lời cảm ơn</a:t>
            </a:r>
            <a:endParaRPr/>
          </a:p>
        </p:txBody>
      </p:sp>
      <p:sp>
        <p:nvSpPr>
          <p:cNvPr id="1857" name="Google Shape;1857;p92"/>
          <p:cNvSpPr txBox="1">
            <a:spLocks noGrp="1"/>
          </p:cNvSpPr>
          <p:nvPr>
            <p:ph type="body" idx="1"/>
          </p:nvPr>
        </p:nvSpPr>
        <p:spPr>
          <a:xfrm>
            <a:off x="270000" y="1219975"/>
            <a:ext cx="7596900" cy="2765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vi"/>
              <a:t>Lòng biết ơn</a:t>
            </a:r>
            <a:endParaRPr/>
          </a:p>
          <a:p>
            <a:pPr marL="0" lvl="0" indent="0" algn="l" rtl="0">
              <a:spcBef>
                <a:spcPts val="1200"/>
              </a:spcBef>
              <a:spcAft>
                <a:spcPts val="1200"/>
              </a:spcAft>
              <a:buNone/>
            </a:pPr>
            <a:r>
              <a:rPr lang="vi"/>
              <a:t>Cảm ơn bạn rất nhiều vì đã lắng nghe Hội đồng. Sự quan tâm và phản hồi của bạn được đánh giá rất cao.</a:t>
            </a:r>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61"/>
        <p:cNvGrpSpPr/>
        <p:nvPr/>
      </p:nvGrpSpPr>
      <p:grpSpPr>
        <a:xfrm>
          <a:off x="0" y="0"/>
          <a:ext cx="0" cy="0"/>
          <a:chOff x="0" y="0"/>
          <a:chExt cx="0" cy="0"/>
        </a:xfrm>
      </p:grpSpPr>
      <p:sp>
        <p:nvSpPr>
          <p:cNvPr id="1862" name="Google Shape;1862;p93"/>
          <p:cNvSpPr txBox="1">
            <a:spLocks noGrp="1"/>
          </p:cNvSpPr>
          <p:nvPr>
            <p:ph type="title"/>
          </p:nvPr>
        </p:nvSpPr>
        <p:spPr>
          <a:xfrm>
            <a:off x="2626207" y="2342700"/>
            <a:ext cx="3891600" cy="4581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vi" sz="3200">
                <a:latin typeface="Pacifico"/>
                <a:ea typeface="Pacifico"/>
                <a:cs typeface="Pacifico"/>
                <a:sym typeface="Pacifico"/>
              </a:rPr>
              <a:t>Xin chân thành cảm ơn!</a:t>
            </a:r>
            <a:endParaRPr sz="3200">
              <a:latin typeface="Pacifico"/>
              <a:ea typeface="Pacifico"/>
              <a:cs typeface="Pacifico"/>
              <a:sym typeface="Pacifico"/>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idnight Whisper">
  <a:themeElements>
    <a:clrScheme name="Simple Light">
      <a:dk1>
        <a:srgbClr val="000000"/>
      </a:dk1>
      <a:lt1>
        <a:srgbClr val="FFFFFF"/>
      </a:lt1>
      <a:dk2>
        <a:srgbClr val="595959"/>
      </a:dk2>
      <a:lt2>
        <a:srgbClr val="EEEEEE"/>
      </a:lt2>
      <a:accent1>
        <a:srgbClr val="181817"/>
      </a:accent1>
      <a:accent2>
        <a:srgbClr val="CFADBE"/>
      </a:accent2>
      <a:accent3>
        <a:srgbClr val="FFC0A5"/>
      </a:accent3>
      <a:accent4>
        <a:srgbClr val="FFB173"/>
      </a:accent4>
      <a:accent5>
        <a:srgbClr val="E75833"/>
      </a:accent5>
      <a:accent6>
        <a:srgbClr val="FFEFA4"/>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2062</Words>
  <Application>Microsoft Office PowerPoint</Application>
  <PresentationFormat>On-screen Show (16:9)</PresentationFormat>
  <Paragraphs>181</Paragraphs>
  <Slides>30</Slides>
  <Notes>30</Notes>
  <HiddenSlides>4</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30</vt:i4>
      </vt:variant>
    </vt:vector>
  </HeadingPairs>
  <TitlesOfParts>
    <vt:vector size="41" baseType="lpstr">
      <vt:lpstr>Arial</vt:lpstr>
      <vt:lpstr>Pacifico</vt:lpstr>
      <vt:lpstr>Fredoka</vt:lpstr>
      <vt:lpstr>Hepta Slab SemiBold</vt:lpstr>
      <vt:lpstr>DM Sans</vt:lpstr>
      <vt:lpstr>Glegoo</vt:lpstr>
      <vt:lpstr>DM Sans SemiBold</vt:lpstr>
      <vt:lpstr>Hepta Slab</vt:lpstr>
      <vt:lpstr>DM Sans Medium</vt:lpstr>
      <vt:lpstr>Simple Light</vt:lpstr>
      <vt:lpstr>Midnight Whisper</vt:lpstr>
      <vt:lpstr>TRƯỜNG ĐẠI HỌC CÔNG NGHIỆP HÀ NỘI KHOA CÔNG NGHỆ THÔNG TIN --------</vt:lpstr>
      <vt:lpstr>Nội dung</vt:lpstr>
      <vt:lpstr>Tổng quan về đề tài</vt:lpstr>
      <vt:lpstr>Lý do chọn đề tài</vt:lpstr>
      <vt:lpstr>Mục tiêu đề tài</vt:lpstr>
      <vt:lpstr>Đối tượng và phạm vi nghiên cứu</vt:lpstr>
      <vt:lpstr>Ý nghĩa khoa học và thực tiễn</vt:lpstr>
      <vt:lpstr>Chương 1: Kiến thức tổng quan</vt:lpstr>
      <vt:lpstr>Các thành phần cơ bản của trang web</vt:lpstr>
      <vt:lpstr>Giới thiệu về ASP.NET và mô hình MVC</vt:lpstr>
      <vt:lpstr>Giới thiệu về cơ sở dữ liệu SQL Server</vt:lpstr>
      <vt:lpstr>Các công cụ và ngôn ngữ lập trình được sử dụng</vt:lpstr>
      <vt:lpstr>Chương 2: Phân tích thiết kế hệ thống</vt:lpstr>
      <vt:lpstr>Các chức năng chính</vt:lpstr>
      <vt:lpstr>Biểu đồ USECASE</vt:lpstr>
      <vt:lpstr>Thiết kế cơ sở dữ liệu</vt:lpstr>
      <vt:lpstr>Chương 3: Kết quả đạt được</vt:lpstr>
      <vt:lpstr>Trang chủ</vt:lpstr>
      <vt:lpstr>Trang chủ</vt:lpstr>
      <vt:lpstr>Danh sách sản phẩm</vt:lpstr>
      <vt:lpstr>Chi tiết sản phẩm</vt:lpstr>
      <vt:lpstr>Đăng nhập</vt:lpstr>
      <vt:lpstr>Đăng ký</vt:lpstr>
      <vt:lpstr>Trang chủ quản trị</vt:lpstr>
      <vt:lpstr>Quản lý sản phẩm</vt:lpstr>
      <vt:lpstr>Kết luận và hướng phát triển </vt:lpstr>
      <vt:lpstr>Kết thúc</vt:lpstr>
      <vt:lpstr>Demo</vt:lpstr>
      <vt:lpstr>Lời cảm ơn</vt:lpstr>
      <vt:lpstr>Xin chân thành cảm ơn!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TRƯỜNG ĐẠI HỌC CÔNG NGHIỆP HÀ NỘI KHOA CÔNG NGHỆ THÔNG TIN --------</dc:title>
  <cp:lastModifiedBy>NVH</cp:lastModifiedBy>
  <cp:revision>1</cp:revision>
  <dcterms:modified xsi:type="dcterms:W3CDTF">2025-06-03T18:22:50Z</dcterms:modified>
</cp:coreProperties>
</file>